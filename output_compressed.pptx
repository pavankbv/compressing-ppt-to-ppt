
<file path=[Content_Types].xml><?xml version="1.0" encoding="utf-8"?>
<Types xmlns="http://schemas.openxmlformats.org/package/2006/content-types">
  <Default Extension="xml" ContentType="application/xml"/>
  <Default Extension="rels" ContentType="application/vnd.openxmlformats-package.relationships+xml"/>
  <Default Extension="png" ContentType="image/png"/>
  <Default Extension="jpeg" ContentType="image/jpeg"/>
  <Override PartName="/_rels/.rels" ContentType="application/vnd.openxmlformats-package.relationship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ppt/presentation.xml" ContentType="application/vnd.openxmlformats-officedocument.presentationml.presentation.main+xml"/>
  <Override PartName="/ppt/slideMasters/_rels/slideMaster166.xml.rels" ContentType="application/vnd.openxmlformats-package.relationships+xml"/>
  <Override PartName="/ppt/slideMasters/_rels/slideMaster160.xml.rels" ContentType="application/vnd.openxmlformats-package.relationships+xml"/>
  <Override PartName="/ppt/slideMasters/_rels/slideMaster288.xml.rels" ContentType="application/vnd.openxmlformats-package.relationships+xml"/>
  <Override PartName="/ppt/slideMasters/_rels/slideMaster95.xml.rels" ContentType="application/vnd.openxmlformats-package.relationships+xml"/>
  <Override PartName="/ppt/slideMasters/_rels/slideMaster157.xml.rels" ContentType="application/vnd.openxmlformats-package.relationships+xml"/>
  <Override PartName="/ppt/slideMasters/_rels/slideMaster162.xml.rels" ContentType="application/vnd.openxmlformats-package.relationships+xml"/>
  <Override PartName="/ppt/slideMasters/_rels/slideMaster156.xml.rels" ContentType="application/vnd.openxmlformats-package.relationships+xml"/>
  <Override PartName="/ppt/slideMasters/_rels/slideMaster161.xml.rels" ContentType="application/vnd.openxmlformats-package.relationships+xml"/>
  <Override PartName="/ppt/slideMasters/_rels/slideMaster155.xml.rels" ContentType="application/vnd.openxmlformats-package.relationships+xml"/>
  <Override PartName="/ppt/slideMasters/_rels/slideMaster154.xml.rels" ContentType="application/vnd.openxmlformats-package.relationships+xml"/>
  <Override PartName="/ppt/slideMasters/_rels/slideMaster153.xml.rels" ContentType="application/vnd.openxmlformats-package.relationships+xml"/>
  <Override PartName="/ppt/slideMasters/_rels/slideMaster152.xml.rels" ContentType="application/vnd.openxmlformats-package.relationships+xml"/>
  <Override PartName="/ppt/slideMasters/_rels/slideMaster147.xml.rels" ContentType="application/vnd.openxmlformats-package.relationships+xml"/>
  <Override PartName="/ppt/slideMasters/_rels/slideMaster151.xml.rels" ContentType="application/vnd.openxmlformats-package.relationships+xml"/>
  <Override PartName="/ppt/slideMasters/_rels/slideMaster146.xml.rels" ContentType="application/vnd.openxmlformats-package.relationships+xml"/>
  <Override PartName="/ppt/slideMasters/_rels/slideMaster150.xml.rels" ContentType="application/vnd.openxmlformats-package.relationships+xml"/>
  <Override PartName="/ppt/slideMasters/_rels/slideMaster145.xml.rels" ContentType="application/vnd.openxmlformats-package.relationships+xml"/>
  <Override PartName="/ppt/slideMasters/_rels/slideMaster142.xml.rels" ContentType="application/vnd.openxmlformats-package.relationships+xml"/>
  <Override PartName="/ppt/slideMasters/_rels/slideMaster141.xml.rels" ContentType="application/vnd.openxmlformats-package.relationships+xml"/>
  <Override PartName="/ppt/slideMasters/_rels/slideMaster140.xml.rels" ContentType="application/vnd.openxmlformats-package.relationships+xml"/>
  <Override PartName="/ppt/slideMasters/_rels/slideMaster135.xml.rels" ContentType="application/vnd.openxmlformats-package.relationships+xml"/>
  <Override PartName="/ppt/slideMasters/_rels/slideMaster165.xml.rels" ContentType="application/vnd.openxmlformats-package.relationships+xml"/>
  <Override PartName="/ppt/slideMasters/_rels/slideMaster268.xml.rels" ContentType="application/vnd.openxmlformats-package.relationships+xml"/>
  <Override PartName="/ppt/slideMasters/_rels/slideMaster273.xml.rels" ContentType="application/vnd.openxmlformats-package.relationships+xml"/>
  <Override PartName="/ppt/slideMasters/_rels/slideMaster134.xml.rels" ContentType="application/vnd.openxmlformats-package.relationships+xml"/>
  <Override PartName="/ppt/slideMasters/_rels/slideMaster132.xml.rels" ContentType="application/vnd.openxmlformats-package.relationships+xml"/>
  <Override PartName="/ppt/slideMasters/_rels/slideMaster131.xml.rels" ContentType="application/vnd.openxmlformats-package.relationships+xml"/>
  <Override PartName="/ppt/slideMasters/_rels/slideMaster130.xml.rels" ContentType="application/vnd.openxmlformats-package.relationships+xml"/>
  <Override PartName="/ppt/slideMasters/_rels/slideMaster163.xml.rels" ContentType="application/vnd.openxmlformats-package.relationships+xml"/>
  <Override PartName="/ppt/slideMasters/_rels/slideMaster158.xml.rels" ContentType="application/vnd.openxmlformats-package.relationships+xml"/>
  <Override PartName="/ppt/slideMasters/_rels/slideMaster266.xml.rels" ContentType="application/vnd.openxmlformats-package.relationships+xml"/>
  <Override PartName="/ppt/slideMasters/_rels/slideMaster271.xml.rels" ContentType="application/vnd.openxmlformats-package.relationships+xml"/>
  <Override PartName="/ppt/slideMasters/_rels/slideMaster265.xml.rels" ContentType="application/vnd.openxmlformats-package.relationships+xml"/>
  <Override PartName="/ppt/slideMasters/_rels/slideMaster270.xml.rels" ContentType="application/vnd.openxmlformats-package.relationships+xml"/>
  <Override PartName="/ppt/slideMasters/_rels/slideMaster72.xml.rels" ContentType="application/vnd.openxmlformats-package.relationships+xml"/>
  <Override PartName="/ppt/slideMasters/_rels/slideMaster56.xml.rels" ContentType="application/vnd.openxmlformats-package.relationships+xml"/>
  <Override PartName="/ppt/slideMasters/_rels/slideMaster61.xml.rels" ContentType="application/vnd.openxmlformats-package.relationships+xml"/>
  <Override PartName="/ppt/slideMasters/_rels/slideMaster55.xml.rels" ContentType="application/vnd.openxmlformats-package.relationships+xml"/>
  <Override PartName="/ppt/slideMasters/_rels/slideMaster54.xml.rels" ContentType="application/vnd.openxmlformats-package.relationships+xml"/>
  <Override PartName="/ppt/slideMasters/_rels/slideMaster53.xml.rels" ContentType="application/vnd.openxmlformats-package.relationships+xml"/>
  <Override PartName="/ppt/slideMasters/_rels/slideMaster246.xml.rels" ContentType="application/vnd.openxmlformats-package.relationships+xml"/>
  <Override PartName="/ppt/slideMasters/_rels/slideMaster52.xml.rels" ContentType="application/vnd.openxmlformats-package.relationships+xml"/>
  <Override PartName="/ppt/slideMasters/_rels/slideMaster47.xml.rels" ContentType="application/vnd.openxmlformats-package.relationships+xml"/>
  <Override PartName="/ppt/slideMasters/_rels/slideMaster245.xml.rels" ContentType="application/vnd.openxmlformats-package.relationships+xml"/>
  <Override PartName="/ppt/slideMasters/_rels/slideMaster200.xml.rels" ContentType="application/vnd.openxmlformats-package.relationships+xml"/>
  <Override PartName="/ppt/slideMasters/_rels/slideMaster21.xml.rels" ContentType="application/vnd.openxmlformats-package.relationships+xml"/>
  <Override PartName="/ppt/slideMasters/_rels/slideMaster214.xml.rels" ContentType="application/vnd.openxmlformats-package.relationships+xml"/>
  <Override PartName="/ppt/slideMasters/_rels/slideMaster193.xml.rels" ContentType="application/vnd.openxmlformats-package.relationships+xml"/>
  <Override PartName="/ppt/slideMasters/_rels/slideMaster102.xml.rels" ContentType="application/vnd.openxmlformats-package.relationships+xml"/>
  <Override PartName="/ppt/slideMasters/_rels/slideMaster267.xml.rels" ContentType="application/vnd.openxmlformats-package.relationships+xml"/>
  <Override PartName="/ppt/slideMasters/_rels/slideMaster272.xml.rels" ContentType="application/vnd.openxmlformats-package.relationships+xml"/>
  <Override PartName="/ppt/slideMasters/_rels/slideMaster171.xml.rels" ContentType="application/vnd.openxmlformats-package.relationships+xml"/>
  <Override PartName="/ppt/slideMasters/_rels/slideMaster285.xml.rels" ContentType="application/vnd.openxmlformats-package.relationships+xml"/>
  <Override PartName="/ppt/slideMasters/_rels/slideMaster242.xml.rels" ContentType="application/vnd.openxmlformats-package.relationships+xml"/>
  <Override PartName="/ppt/slideMasters/_rels/slideMaster138.xml.rels" ContentType="application/vnd.openxmlformats-package.relationships+xml"/>
  <Override PartName="/ppt/slideMasters/_rels/slideMaster25.xml.rels" ContentType="application/vnd.openxmlformats-package.relationships+xml"/>
  <Override PartName="/ppt/slideMasters/_rels/slideMaster218.xml.rels" ContentType="application/vnd.openxmlformats-package.relationships+xml"/>
  <Override PartName="/ppt/slideMasters/_rels/slideMaster43.xml.rels" ContentType="application/vnd.openxmlformats-package.relationships+xml"/>
  <Override PartName="/ppt/slideMasters/_rels/slideMaster182.xml.rels" ContentType="application/vnd.openxmlformats-package.relationships+xml"/>
  <Override PartName="/ppt/slideMasters/_rels/slideMaster203.xml.rels" ContentType="application/vnd.openxmlformats-package.relationships+xml"/>
  <Override PartName="/ppt/slideMasters/_rels/slideMaster100.xml.rels" ContentType="application/vnd.openxmlformats-package.relationships+xml"/>
  <Override PartName="/ppt/slideMasters/_rels/slideMaster286.xml.rels" ContentType="application/vnd.openxmlformats-package.relationships+xml"/>
  <Override PartName="/ppt/slideMasters/_rels/slideMaster139.xml.rels" ContentType="application/vnd.openxmlformats-package.relationships+xml"/>
  <Override PartName="/ppt/slideMasters/_rels/slideMaster101.xml.rels" ContentType="application/vnd.openxmlformats-package.relationships+xml"/>
  <Override PartName="/ppt/slideMasters/_rels/slideMaster122.xml.rels" ContentType="application/vnd.openxmlformats-package.relationships+xml"/>
  <Override PartName="/ppt/slideMasters/_rels/slideMaster175.xml.rels" ContentType="application/vnd.openxmlformats-package.relationships+xml"/>
  <Override PartName="/ppt/slideMasters/_rels/slideMaster144.xml.rels" ContentType="application/vnd.openxmlformats-package.relationships+xml"/>
  <Override PartName="/ppt/slideMasters/_rels/slideMaster191.xml.rels" ContentType="application/vnd.openxmlformats-package.relationships+xml"/>
  <Override PartName="/ppt/slideMasters/_rels/slideMaster116.xml.rels" ContentType="application/vnd.openxmlformats-package.relationships+xml"/>
  <Override PartName="/ppt/slideMasters/_rels/slideMaster263.xml.rels" ContentType="application/vnd.openxmlformats-package.relationships+xml"/>
  <Override PartName="/ppt/slideMasters/_rels/slideMaster70.xml.rels" ContentType="application/vnd.openxmlformats-package.relationships+xml"/>
  <Override PartName="/ppt/slideMasters/_rels/slideMaster287.xml.rels" ContentType="application/vnd.openxmlformats-package.relationships+xml"/>
  <Override PartName="/ppt/slideMasters/_rels/slideMaster94.xml.rels" ContentType="application/vnd.openxmlformats-package.relationships+xml"/>
  <Override PartName="/ppt/slideMasters/_rels/slideMaster235.xml.rels" ContentType="application/vnd.openxmlformats-package.relationships+xml"/>
  <Override PartName="/ppt/slideMasters/_rels/slideMaster71.xml.rels" ContentType="application/vnd.openxmlformats-package.relationships+xml"/>
  <Override PartName="/ppt/slideMasters/_rels/slideMaster264.xml.rels" ContentType="application/vnd.openxmlformats-package.relationships+xml"/>
  <Override PartName="/ppt/slideMasters/_rels/slideMaster117.xml.rels" ContentType="application/vnd.openxmlformats-package.relationships+xml"/>
  <Override PartName="/ppt/slideMasters/_rels/slideMaster295.xml.rels" ContentType="application/vnd.openxmlformats-package.relationships+xml"/>
  <Override PartName="/ppt/slideMasters/_rels/slideMaster97.xml.rels" ContentType="application/vnd.openxmlformats-package.relationships+xml"/>
  <Override PartName="/ppt/slideMasters/_rels/slideMaster201.xml.rels" ContentType="application/vnd.openxmlformats-package.relationships+xml"/>
  <Override PartName="/ppt/slideMasters/_rels/slideMaster180.xml.rels" ContentType="application/vnd.openxmlformats-package.relationships+xml"/>
  <Override PartName="/ppt/slideMasters/_rels/slideMaster28.xml.rels" ContentType="application/vnd.openxmlformats-package.relationships+xml"/>
  <Override PartName="/ppt/slideMasters/_rels/slideMaster197.xml.rels" ContentType="application/vnd.openxmlformats-package.relationships+xml"/>
  <Override PartName="/ppt/slideMasters/_rels/slideMaster223.xml.rels" ContentType="application/vnd.openxmlformats-package.relationships+xml"/>
  <Override PartName="/ppt/slideMasters/_rels/slideMaster296.xml.rels" ContentType="application/vnd.openxmlformats-package.relationships+xml"/>
  <Override PartName="/ppt/slideMasters/_rels/slideMaster98.xml.rels" ContentType="application/vnd.openxmlformats-package.relationships+xml"/>
  <Override PartName="/ppt/slideMasters/_rels/slideMaster299.xml.rels" ContentType="application/vnd.openxmlformats-package.relationships+xml"/>
  <Override PartName="/ppt/slideMasters/_rels/slideMaster143.xml.rels" ContentType="application/vnd.openxmlformats-package.relationships+xml"/>
  <Override PartName="/ppt/slideMasters/_rels/slideMaster115.xml.rels" ContentType="application/vnd.openxmlformats-package.relationships+xml"/>
  <Override PartName="/ppt/slideMasters/_rels/slideMaster262.xml.rels" ContentType="application/vnd.openxmlformats-package.relationships+xml"/>
  <Override PartName="/ppt/slideMasters/_rels/slideMaster79.xml.rels" ContentType="application/vnd.openxmlformats-package.relationships+xml"/>
  <Override PartName="/ppt/slideMasters/_rels/slideMaster172.xml.rels" ContentType="application/vnd.openxmlformats-package.relationships+xml"/>
  <Override PartName="/ppt/slideMasters/_rels/slideMaster78.xml.rels" ContentType="application/vnd.openxmlformats-package.relationships+xml"/>
  <Override PartName="/ppt/slideMasters/_rels/slideMaster269.xml.rels" ContentType="application/vnd.openxmlformats-package.relationships+xml"/>
  <Override PartName="/ppt/slideMasters/_rels/slideMaster76.xml.rels" ContentType="application/vnd.openxmlformats-package.relationships+xml"/>
  <Override PartName="/ppt/slideMasters/_rels/slideMaster179.xml.rels" ContentType="application/vnd.openxmlformats-package.relationships+xml"/>
  <Override PartName="/ppt/slideMasters/_rels/slideMaster204.xml.rels" ContentType="application/vnd.openxmlformats-package.relationships+xml"/>
  <Override PartName="/ppt/slideMasters/_rels/slideMaster183.xml.rels" ContentType="application/vnd.openxmlformats-package.relationships+xml"/>
  <Override PartName="/ppt/slideMasters/_rels/slideMaster254.xml.rels" ContentType="application/vnd.openxmlformats-package.relationships+xml"/>
  <Override PartName="/ppt/slideMasters/_rels/slideMaster75.xml.rels" ContentType="application/vnd.openxmlformats-package.relationships+xml"/>
  <Override PartName="/ppt/slideMasters/_rels/slideMaster110.xml.rels" ContentType="application/vnd.openxmlformats-package.relationships+xml"/>
  <Override PartName="/ppt/slideMasters/_rels/slideMaster105.xml.rels" ContentType="application/vnd.openxmlformats-package.relationships+xml"/>
  <Override PartName="/ppt/slideMasters/_rels/slideMaster148.xml.rels" ContentType="application/vnd.openxmlformats-package.relationships+xml"/>
  <Override PartName="/ppt/slideMasters/_rels/slideMaster252.xml.rels" ContentType="application/vnd.openxmlformats-package.relationships+xml"/>
  <Override PartName="/ppt/slideMasters/_rels/slideMaster68.xml.rels" ContentType="application/vnd.openxmlformats-package.relationships+xml"/>
  <Override PartName="/ppt/slideMasters/_rels/slideMaster73.xml.rels" ContentType="application/vnd.openxmlformats-package.relationships+xml"/>
  <Override PartName="/ppt/slideMasters/_rels/slideMaster29.xml.rels" ContentType="application/vnd.openxmlformats-package.relationships+xml"/>
  <Override PartName="/ppt/slideMasters/_rels/slideMaster170.xml.rels" ContentType="application/vnd.openxmlformats-package.relationships+xml"/>
  <Override PartName="/ppt/slideMasters/_rels/slideMaster261.xml.rels" ContentType="application/vnd.openxmlformats-package.relationships+xml"/>
  <Override PartName="/ppt/slideMasters/_rels/slideMaster26.xml.rels" ContentType="application/vnd.openxmlformats-package.relationships+xml"/>
  <Override PartName="/ppt/slideMasters/_rels/slideMaster219.xml.rels" ContentType="application/vnd.openxmlformats-package.relationships+xml"/>
  <Override PartName="/ppt/slideMasters/_rels/slideMaster133.xml.rels" ContentType="application/vnd.openxmlformats-package.relationships+xml"/>
  <Override PartName="/ppt/slideMasters/_rels/slideMaster104.xml.rels" ContentType="application/vnd.openxmlformats-package.relationships+xml"/>
  <Override PartName="/ppt/slideMasters/_rels/slideMaster251.xml.rels" ContentType="application/vnd.openxmlformats-package.relationships+xml"/>
  <Override PartName="/ppt/slideMasters/_rels/slideMaster103.xml.rels" ContentType="application/vnd.openxmlformats-package.relationships+xml"/>
  <Override PartName="/ppt/slideMasters/_rels/slideMaster250.xml.rels" ContentType="application/vnd.openxmlformats-package.relationships+xml"/>
  <Override PartName="/ppt/slideMasters/_rels/slideMaster198.xml.rels" ContentType="application/vnd.openxmlformats-package.relationships+xml"/>
  <Override PartName="/ppt/slideMasters/_rels/slideMaster241.xml.rels" ContentType="application/vnd.openxmlformats-package.relationships+xml"/>
  <Override PartName="/ppt/slideMasters/_rels/slideMaster137.xml.rels" ContentType="application/vnd.openxmlformats-package.relationships+xml"/>
  <Override PartName="/ppt/slideMasters/_rels/slideMaster60.xml.rels" ContentType="application/vnd.openxmlformats-package.relationships+xml"/>
  <Override PartName="/ppt/slideMasters/_rels/slideMaster149.xml.rels" ContentType="application/vnd.openxmlformats-package.relationships+xml"/>
  <Override PartName="/ppt/slideMasters/_rels/slideMaster253.xml.rels" ContentType="application/vnd.openxmlformats-package.relationships+xml"/>
  <Override PartName="/ppt/slideMasters/_rels/slideMaster111.xml.rels" ContentType="application/vnd.openxmlformats-package.relationships+xml"/>
  <Override PartName="/ppt/slideMasters/_rels/slideMaster106.xml.rels" ContentType="application/vnd.openxmlformats-package.relationships+xml"/>
  <Override PartName="/ppt/slideMasters/_rels/slideMaster249.xml.rels" ContentType="application/vnd.openxmlformats-package.relationships+xml"/>
  <Override PartName="/ppt/slideMasters/_rels/slideMaster236.xml.rels" ContentType="application/vnd.openxmlformats-package.relationships+xml"/>
  <Override PartName="/ppt/slideMasters/_rels/slideMaster189.xml.rels" ContentType="application/vnd.openxmlformats-package.relationships+xml"/>
  <Override PartName="/ppt/slideMasters/_rels/slideMaster293.xml.rels" ContentType="application/vnd.openxmlformats-package.relationships+xml"/>
  <Override PartName="/ppt/slideMasters/_rels/slideMaster202.xml.rels" ContentType="application/vnd.openxmlformats-package.relationships+xml"/>
  <Override PartName="/ppt/slideMasters/_rels/slideMaster181.xml.rels" ContentType="application/vnd.openxmlformats-package.relationships+xml"/>
  <Override PartName="/ppt/slideMasters/_rels/slideMaster240.xml.rels" ContentType="application/vnd.openxmlformats-package.relationships+xml"/>
  <Override PartName="/ppt/slideMasters/_rels/slideMaster136.xml.rels" ContentType="application/vnd.openxmlformats-package.relationships+xml"/>
  <Override PartName="/ppt/slideMasters/_rels/slideMaster248.xml.rels" ContentType="application/vnd.openxmlformats-package.relationships+xml"/>
  <Override PartName="/ppt/slideMasters/_rels/slideMaster120.xml.rels" ContentType="application/vnd.openxmlformats-package.relationships+xml"/>
  <Override PartName="/ppt/slideMasters/_rels/slideMaster77.xml.rels" ContentType="application/vnd.openxmlformats-package.relationships+xml"/>
  <Override PartName="/ppt/slideMasters/_rels/slideMaster114.xml.rels" ContentType="application/vnd.openxmlformats-package.relationships+xml"/>
  <Override PartName="/ppt/slideMasters/_rels/slideMaster109.xml.rels" ContentType="application/vnd.openxmlformats-package.relationships+xml"/>
  <Override PartName="/ppt/slideMasters/_rels/slideMaster247.xml.rels" ContentType="application/vnd.openxmlformats-package.relationships+xml"/>
  <Override PartName="/ppt/slideMasters/_rels/slideMaster107.xml.rels" ContentType="application/vnd.openxmlformats-package.relationships+xml"/>
  <Override PartName="/ppt/slideMasters/_rels/slideMaster112.xml.rels" ContentType="application/vnd.openxmlformats-package.relationships+xml"/>
  <Override PartName="/ppt/slideMasters/_rels/slideMaster17.xml.rels" ContentType="application/vnd.openxmlformats-package.relationships+xml"/>
  <Override PartName="/ppt/slideMasters/_rels/slideMaster121.xml.rels" ContentType="application/vnd.openxmlformats-package.relationships+xml"/>
  <Override PartName="/ppt/slideMasters/_rels/slideMaster23.xml.rels" ContentType="application/vnd.openxmlformats-package.relationships+xml"/>
  <Override PartName="/ppt/slideMasters/_rels/slideMaster18.xml.rels" ContentType="application/vnd.openxmlformats-package.relationships+xml"/>
  <Override PartName="/ppt/slideMasters/_rels/slideMaster108.xml.rels" ContentType="application/vnd.openxmlformats-package.relationships+xml"/>
  <Override PartName="/ppt/slideMasters/_rels/slideMaster113.xml.rels" ContentType="application/vnd.openxmlformats-package.relationships+xml"/>
  <Override PartName="/ppt/slideMasters/_rels/slideMaster255.xml.rels" ContentType="application/vnd.openxmlformats-package.relationships+xml"/>
  <Override PartName="/ppt/slideMasters/_rels/slideMaster260.xml.rels" ContentType="application/vnd.openxmlformats-package.relationships+xml"/>
  <Override PartName="/ppt/slideMasters/_rels/slideMaster24.xml.rels" ContentType="application/vnd.openxmlformats-package.relationships+xml"/>
  <Override PartName="/ppt/slideMasters/_rels/slideMaster19.xml.rels" ContentType="application/vnd.openxmlformats-package.relationships+xml"/>
  <Override PartName="/ppt/slideMasters/_rels/slideMaster88.xml.rels" ContentType="application/vnd.openxmlformats-package.relationships+xml"/>
  <Override PartName="/ppt/slideMasters/_rels/slideMaster92.xml.rels" ContentType="application/vnd.openxmlformats-package.relationships+xml"/>
  <Override PartName="/ppt/slideMasters/_rels/slideMaster1.xml.rels" ContentType="application/vnd.openxmlformats-package.relationships+xml"/>
  <Override PartName="/ppt/slideMasters/_rels/slideMaster123.xml.rels" ContentType="application/vnd.openxmlformats-package.relationships+xml"/>
  <Override PartName="/ppt/slideMasters/_rels/slideMaster118.xml.rels" ContentType="application/vnd.openxmlformats-package.relationships+xml"/>
  <Override PartName="/ppt/slideMasters/_rels/slideMaster86.xml.rels" ContentType="application/vnd.openxmlformats-package.relationships+xml"/>
  <Override PartName="/ppt/slideMasters/_rels/slideMaster99.xml.rels" ContentType="application/vnd.openxmlformats-package.relationships+xml"/>
  <Override PartName="/ppt/slideMasters/_rels/slideMaster8.xml.rels" ContentType="application/vnd.openxmlformats-package.relationships+xml"/>
  <Override PartName="/ppt/slideMasters/_rels/slideMaster124.xml.rels" ContentType="application/vnd.openxmlformats-package.relationships+xml"/>
  <Override PartName="/ppt/slideMasters/_rels/slideMaster119.xml.rels" ContentType="application/vnd.openxmlformats-package.relationships+xml"/>
  <Override PartName="/ppt/slideMasters/_rels/slideMaster87.xml.rels" ContentType="application/vnd.openxmlformats-package.relationships+xml"/>
  <Override PartName="/ppt/slideMasters/_rels/slideMaster2.xml.rels" ContentType="application/vnd.openxmlformats-package.relationships+xml"/>
  <Override PartName="/ppt/slideMasters/_rels/slideMaster93.xml.rels" ContentType="application/vnd.openxmlformats-package.relationships+xml"/>
  <Override PartName="/ppt/slideMasters/_rels/slideMaster89.xml.rels" ContentType="application/vnd.openxmlformats-package.relationships+xml"/>
  <Override PartName="/ppt/slideMasters/_rels/slideMaster69.xml.rels" ContentType="application/vnd.openxmlformats-package.relationships+xml"/>
  <Override PartName="/ppt/slideMasters/_rels/slideMaster74.xml.rels" ContentType="application/vnd.openxmlformats-package.relationships+xml"/>
  <Override PartName="/ppt/slideMasters/_rels/slideMaster298.xml.rels" ContentType="application/vnd.openxmlformats-package.relationships+xml"/>
  <Override PartName="/ppt/slideMasters/_rels/slideMaster67.xml.rels" ContentType="application/vnd.openxmlformats-package.relationships+xml"/>
  <Override PartName="/ppt/slideMasters/_rels/slideMaster274.xml.rels" ContentType="application/vnd.openxmlformats-package.relationships+xml"/>
  <Override PartName="/ppt/slideMasters/_rels/slideMaster297.xml.rels" ContentType="application/vnd.openxmlformats-package.relationships+xml"/>
  <Override PartName="/ppt/slideMasters/_rels/slideMaster192.xml.rels" ContentType="application/vnd.openxmlformats-package.relationships+xml"/>
  <Override PartName="/ppt/slideMasters/_rels/slideMaster213.xml.rels" ContentType="application/vnd.openxmlformats-package.relationships+xml"/>
  <Override PartName="/ppt/slideMasters/_rels/slideMaster20.xml.rels" ContentType="application/vnd.openxmlformats-package.relationships+xml"/>
  <Override PartName="/ppt/slideMasters/_rels/slideMaster178.xml.rels" ContentType="application/vnd.openxmlformats-package.relationships+xml"/>
  <Override PartName="/ppt/slideMasters/_rels/slideMaster37.xml.rels" ContentType="application/vnd.openxmlformats-package.relationships+xml"/>
  <Override PartName="/ppt/slideMasters/_rels/slideMaster205.xml.rels" ContentType="application/vnd.openxmlformats-package.relationships+xml"/>
  <Override PartName="/ppt/slideMasters/_rels/slideMaster184.xml.rels" ContentType="application/vnd.openxmlformats-package.relationships+xml"/>
  <Override PartName="/ppt/slideMasters/_rels/slideMaster210.xml.rels" ContentType="application/vnd.openxmlformats-package.relationships+xml"/>
  <Override PartName="/ppt/slideMasters/_rels/slideMaster38.xml.rels" ContentType="application/vnd.openxmlformats-package.relationships+xml"/>
  <Override PartName="/ppt/slideMasters/_rels/slideMaster190.xml.rels" ContentType="application/vnd.openxmlformats-package.relationships+xml"/>
  <Override PartName="/ppt/slideMasters/_rels/slideMaster185.xml.rels" ContentType="application/vnd.openxmlformats-package.relationships+xml"/>
  <Override PartName="/ppt/slideMasters/_rels/slideMaster211.xml.rels" ContentType="application/vnd.openxmlformats-package.relationships+xml"/>
  <Override PartName="/ppt/slideMasters/_rels/slideMaster164.xml.rels" ContentType="application/vnd.openxmlformats-package.relationships+xml"/>
  <Override PartName="/ppt/slideMasters/_rels/slideMaster159.xml.rels" ContentType="application/vnd.openxmlformats-package.relationships+xml"/>
  <Override PartName="/ppt/slideMasters/_rels/slideMaster301.xml.rels" ContentType="application/vnd.openxmlformats-package.relationships+xml"/>
  <Override PartName="/ppt/slideMasters/_rels/slideMaster275.xml.rels" ContentType="application/vnd.openxmlformats-package.relationships+xml"/>
  <Override PartName="/ppt/slideMasters/_rels/slideMaster82.xml.rels" ContentType="application/vnd.openxmlformats-package.relationships+xml"/>
  <Override PartName="/ppt/slideMasters/_rels/slideMaster257.xml.rels" ContentType="application/vnd.openxmlformats-package.relationships+xml"/>
  <Override PartName="/ppt/slideMasters/_rels/slideMaster64.xml.rels" ContentType="application/vnd.openxmlformats-package.relationships+xml"/>
  <Override PartName="/ppt/slideMasters/_rels/slideMaster59.xml.rels" ContentType="application/vnd.openxmlformats-package.relationships+xml"/>
  <Override PartName="/ppt/slideMasters/_rels/slideMaster125.xml.rels" ContentType="application/vnd.openxmlformats-package.relationships+xml"/>
  <Override PartName="/ppt/slideMasters/_rels/slideMaster3.xml.rels" ContentType="application/vnd.openxmlformats-package.relationships+xml"/>
  <Override PartName="/ppt/slideMasters/_rels/slideMaster174.xml.rels" ContentType="application/vnd.openxmlformats-package.relationships+xml"/>
  <Override PartName="/ppt/slideMasters/_rels/slideMaster169.xml.rels" ContentType="application/vnd.openxmlformats-package.relationships+xml"/>
  <Override PartName="/ppt/slideMasters/_rels/slideMaster195.xml.rels" ContentType="application/vnd.openxmlformats-package.relationships+xml"/>
  <Override PartName="/ppt/slideMasters/_rels/slideMaster216.xml.rels" ContentType="application/vnd.openxmlformats-package.relationships+xml"/>
  <Override PartName="/ppt/slideMasters/_rels/slideMaster221.xml.rels" ContentType="application/vnd.openxmlformats-package.relationships+xml"/>
  <Override PartName="/ppt/slideMasters/_rels/slideMaster39.xml.rels" ContentType="application/vnd.openxmlformats-package.relationships+xml"/>
  <Override PartName="/ppt/slideMasters/_rels/slideMaster212.xml.rels" ContentType="application/vnd.openxmlformats-package.relationships+xml"/>
  <Override PartName="/ppt/slideMasters/_rels/slideMaster10.xml.rels" ContentType="application/vnd.openxmlformats-package.relationships+xml"/>
  <Override PartName="/ppt/slideMasters/_rels/slideMaster22.xml.rels" ContentType="application/vnd.openxmlformats-package.relationships+xml"/>
  <Override PartName="/ppt/slideMasters/_rels/slideMaster194.xml.rels" ContentType="application/vnd.openxmlformats-package.relationships+xml"/>
  <Override PartName="/ppt/slideMasters/_rels/slideMaster215.xml.rels" ContentType="application/vnd.openxmlformats-package.relationships+xml"/>
  <Override PartName="/ppt/slideMasters/_rels/slideMaster220.xml.rels" ContentType="application/vnd.openxmlformats-package.relationships+xml"/>
  <Override PartName="/ppt/slideMasters/_rels/slideMaster168.xml.rels" ContentType="application/vnd.openxmlformats-package.relationships+xml"/>
  <Override PartName="/ppt/slideMasters/_rels/slideMaster173.xml.rels" ContentType="application/vnd.openxmlformats-package.relationships+xml"/>
  <Override PartName="/ppt/slideMasters/_rels/slideMaster80.xml.rels" ContentType="application/vnd.openxmlformats-package.relationships+xml"/>
  <Override PartName="/ppt/slideMasters/_rels/slideMaster12.xml.rels" ContentType="application/vnd.openxmlformats-package.relationships+xml"/>
  <Override PartName="/ppt/slideMasters/_rels/slideMaster231.xml.rels" ContentType="application/vnd.openxmlformats-package.relationships+xml"/>
  <Override PartName="/ppt/slideMasters/_rels/slideMaster226.xml.rels" ContentType="application/vnd.openxmlformats-package.relationships+xml"/>
  <Override PartName="/ppt/slideMasters/_rels/slideMaster33.xml.rels" ContentType="application/vnd.openxmlformats-package.relationships+xml"/>
  <Override PartName="/ppt/slideMasters/_rels/slideMaster291.xml.rels" ContentType="application/vnd.openxmlformats-package.relationships+xml"/>
  <Override PartName="/ppt/slideMasters/_rels/slideMaster187.xml.rels" ContentType="application/vnd.openxmlformats-package.relationships+xml"/>
  <Override PartName="/ppt/slideMasters/_rels/slideMaster208.xml.rels" ContentType="application/vnd.openxmlformats-package.relationships+xml"/>
  <Override PartName="/ppt/slideMasters/_rels/slideMaster15.xml.rels" ContentType="application/vnd.openxmlformats-package.relationships+xml"/>
  <Override PartName="/ppt/slideMasters/_rels/slideMaster44.xml.rels" ContentType="application/vnd.openxmlformats-package.relationships+xml"/>
  <Override PartName="/ppt/slideMasters/_rels/slideMaster237.xml.rels" ContentType="application/vnd.openxmlformats-package.relationships+xml"/>
  <Override PartName="/ppt/slideMasters/_rels/slideMaster276.xml.rels" ContentType="application/vnd.openxmlformats-package.relationships+xml"/>
  <Override PartName="/ppt/slideMasters/_rels/slideMaster302.xml.rels" ContentType="application/vnd.openxmlformats-package.relationships+xml"/>
  <Override PartName="/ppt/slideMasters/_rels/slideMaster281.xml.rels" ContentType="application/vnd.openxmlformats-package.relationships+xml"/>
  <Override PartName="/ppt/slideMasters/_rels/slideMaster83.xml.rels" ContentType="application/vnd.openxmlformats-package.relationships+xml"/>
  <Override PartName="/ppt/slideMasters/_rels/slideMaster258.xml.rels" ContentType="application/vnd.openxmlformats-package.relationships+xml"/>
  <Override PartName="/ppt/slideMasters/_rels/slideMaster65.xml.rels" ContentType="application/vnd.openxmlformats-package.relationships+xml"/>
  <Override PartName="/ppt/slideMasters/_rels/slideMaster126.xml.rels" ContentType="application/vnd.openxmlformats-package.relationships+xml"/>
  <Override PartName="/ppt/slideMasters/_rels/slideMaster4.xml.rels" ContentType="application/vnd.openxmlformats-package.relationships+xml"/>
  <Override PartName="/ppt/slideMasters/_rels/slideMaster11.xml.rels" ContentType="application/vnd.openxmlformats-package.relationships+xml"/>
  <Override PartName="/ppt/slideMasters/_rels/slideMaster48.xml.rels" ContentType="application/vnd.openxmlformats-package.relationships+xml"/>
  <Override PartName="/ppt/slideMasters/_rels/slideMaster300.xml.rels" ContentType="application/vnd.openxmlformats-package.relationships+xml"/>
  <Override PartName="/ppt/slideMasters/_rels/slideMaster81.xml.rels" ContentType="application/vnd.openxmlformats-package.relationships+xml"/>
  <Override PartName="/ppt/slideMasters/_rels/slideMaster206.xml.rels" ContentType="application/vnd.openxmlformats-package.relationships+xml"/>
  <Override PartName="/ppt/slideMasters/_rels/slideMaster13.xml.rels" ContentType="application/vnd.openxmlformats-package.relationships+xml"/>
  <Override PartName="/ppt/slideMasters/_rels/slideMaster188.xml.rels" ContentType="application/vnd.openxmlformats-package.relationships+xml"/>
  <Override PartName="/ppt/slideMasters/_rels/slideMaster209.xml.rels" ContentType="application/vnd.openxmlformats-package.relationships+xml"/>
  <Override PartName="/ppt/slideMasters/_rels/slideMaster292.xml.rels" ContentType="application/vnd.openxmlformats-package.relationships+xml"/>
  <Override PartName="/ppt/slideMasters/_rels/slideMaster16.xml.rels" ContentType="application/vnd.openxmlformats-package.relationships+xml"/>
  <Override PartName="/ppt/slideMasters/_rels/slideMaster303.xml.rels" ContentType="application/vnd.openxmlformats-package.relationships+xml"/>
  <Override PartName="/ppt/slideMasters/_rels/slideMaster277.xml.rels" ContentType="application/vnd.openxmlformats-package.relationships+xml"/>
  <Override PartName="/ppt/slideMasters/_rels/slideMaster282.xml.rels" ContentType="application/vnd.openxmlformats-package.relationships+xml"/>
  <Override PartName="/ppt/slideMasters/_rels/slideMaster84.xml.rels" ContentType="application/vnd.openxmlformats-package.relationships+xml"/>
  <Override PartName="/ppt/slideMasters/_rels/slideMaster259.xml.rels" ContentType="application/vnd.openxmlformats-package.relationships+xml"/>
  <Override PartName="/ppt/slideMasters/_rels/slideMaster66.xml.rels" ContentType="application/vnd.openxmlformats-package.relationships+xml"/>
  <Override PartName="/ppt/slideMasters/_rels/slideMaster127.xml.rels" ContentType="application/vnd.openxmlformats-package.relationships+xml"/>
  <Override PartName="/ppt/slideMasters/_rels/slideMaster5.xml.rels" ContentType="application/vnd.openxmlformats-package.relationships+xml"/>
  <Override PartName="/ppt/slideMasters/_rels/slideMaster62.xml.rels" ContentType="application/vnd.openxmlformats-package.relationships+xml"/>
  <Override PartName="/ppt/slideMasters/_rels/slideMaster57.xml.rels" ContentType="application/vnd.openxmlformats-package.relationships+xml"/>
  <Override PartName="/ppt/slideMasters/_rels/slideMaster167.xml.rels" ContentType="application/vnd.openxmlformats-package.relationships+xml"/>
  <Override PartName="/ppt/slideMasters/_rels/slideMaster49.xml.rels" ContentType="application/vnd.openxmlformats-package.relationships+xml"/>
  <Override PartName="/ppt/slideMasters/_rels/slideMaster196.xml.rels" ContentType="application/vnd.openxmlformats-package.relationships+xml"/>
  <Override PartName="/ppt/slideMasters/_rels/slideMaster217.xml.rels" ContentType="application/vnd.openxmlformats-package.relationships+xml"/>
  <Override PartName="/ppt/slideMasters/_rels/slideMaster222.xml.rels" ContentType="application/vnd.openxmlformats-package.relationships+xml"/>
  <Override PartName="/ppt/slideMasters/_rels/slideMaster278.xml.rels" ContentType="application/vnd.openxmlformats-package.relationships+xml"/>
  <Override PartName="/ppt/slideMasters/_rels/slideMaster283.xml.rels" ContentType="application/vnd.openxmlformats-package.relationships+xml"/>
  <Override PartName="/ppt/slideMasters/_rels/slideMaster90.xml.rels" ContentType="application/vnd.openxmlformats-package.relationships+xml"/>
  <Override PartName="/ppt/slideMasters/_rels/slideMaster85.xml.rels" ContentType="application/vnd.openxmlformats-package.relationships+xml"/>
  <Override PartName="/ppt/slideMasters/_rels/slideMaster128.xml.rels" ContentType="application/vnd.openxmlformats-package.relationships+xml"/>
  <Override PartName="/ppt/slideMasters/_rels/slideMaster6.xml.rels" ContentType="application/vnd.openxmlformats-package.relationships+xml"/>
  <Override PartName="/ppt/slideMasters/_rels/slideMaster63.xml.rels" ContentType="application/vnd.openxmlformats-package.relationships+xml"/>
  <Override PartName="/ppt/slideMasters/_rels/slideMaster256.xml.rels" ContentType="application/vnd.openxmlformats-package.relationships+xml"/>
  <Override PartName="/ppt/slideMasters/_rels/slideMaster58.xml.rels" ContentType="application/vnd.openxmlformats-package.relationships+xml"/>
  <Override PartName="/ppt/slideMasters/_rels/slideMaster129.xml.rels" ContentType="application/vnd.openxmlformats-package.relationships+xml"/>
  <Override PartName="/ppt/slideMasters/_rels/slideMaster7.xml.rels" ContentType="application/vnd.openxmlformats-package.relationships+xml"/>
  <Override PartName="/ppt/slideMasters/_rels/slideMaster9.xml.rels" ContentType="application/vnd.openxmlformats-package.relationships+xml"/>
  <Override PartName="/ppt/slideMasters/_rels/slideMaster30.xml.rels" ContentType="application/vnd.openxmlformats-package.relationships+xml"/>
  <Override PartName="/ppt/slideMasters/_rels/slideMaster280.xml.rels" ContentType="application/vnd.openxmlformats-package.relationships+xml"/>
  <Override PartName="/ppt/slideMasters/_rels/slideMaster176.xml.rels" ContentType="application/vnd.openxmlformats-package.relationships+xml"/>
  <Override PartName="/ppt/slideMasters/_rels/slideMaster284.xml.rels" ContentType="application/vnd.openxmlformats-package.relationships+xml"/>
  <Override PartName="/ppt/slideMasters/_rels/slideMaster279.xml.rels" ContentType="application/vnd.openxmlformats-package.relationships+xml"/>
  <Override PartName="/ppt/slideMasters/_rels/slideMaster91.xml.rels" ContentType="application/vnd.openxmlformats-package.relationships+xml"/>
  <Override PartName="/ppt/slideMasters/_rels/slideMaster177.xml.rels" ContentType="application/vnd.openxmlformats-package.relationships+xml"/>
  <Override PartName="/ppt/slideMasters/_rels/slideMaster31.xml.rels" ContentType="application/vnd.openxmlformats-package.relationships+xml"/>
  <Override PartName="/ppt/slideMasters/_rels/slideMaster224.xml.rels" ContentType="application/vnd.openxmlformats-package.relationships+xml"/>
  <Override PartName="/ppt/slideMasters/_rels/slideMaster230.xml.rels" ContentType="application/vnd.openxmlformats-package.relationships+xml"/>
  <Override PartName="/ppt/slideMasters/_rels/slideMaster225.xml.rels" ContentType="application/vnd.openxmlformats-package.relationships+xml"/>
  <Override PartName="/ppt/slideMasters/_rels/slideMaster32.xml.rels" ContentType="application/vnd.openxmlformats-package.relationships+xml"/>
  <Override PartName="/ppt/slideMasters/_rels/slideMaster199.xml.rels" ContentType="application/vnd.openxmlformats-package.relationships+xml"/>
  <Override PartName="/ppt/slideMasters/_rels/slideMaster27.xml.rels" ContentType="application/vnd.openxmlformats-package.relationships+xml"/>
  <Override PartName="/ppt/slideMasters/_rels/slideMaster227.xml.rels" ContentType="application/vnd.openxmlformats-package.relationships+xml"/>
  <Override PartName="/ppt/slideMasters/_rels/slideMaster34.xml.rels" ContentType="application/vnd.openxmlformats-package.relationships+xml"/>
  <Override PartName="/ppt/slideMasters/_rels/slideMaster232.xml.rels" ContentType="application/vnd.openxmlformats-package.relationships+xml"/>
  <Override PartName="/ppt/slideMasters/_rels/slideMaster36.xml.rels" ContentType="application/vnd.openxmlformats-package.relationships+xml"/>
  <Override PartName="/ppt/slideMasters/_rels/slideMaster290.xml.rels" ContentType="application/vnd.openxmlformats-package.relationships+xml"/>
  <Override PartName="/ppt/slideMasters/_rels/slideMaster207.xml.rels" ContentType="application/vnd.openxmlformats-package.relationships+xml"/>
  <Override PartName="/ppt/slideMasters/_rels/slideMaster14.xml.rels" ContentType="application/vnd.openxmlformats-package.relationships+xml"/>
  <Override PartName="/ppt/slideMasters/_rels/slideMaster186.xml.rels" ContentType="application/vnd.openxmlformats-package.relationships+xml"/>
  <Override PartName="/ppt/slideMasters/_rels/slideMaster294.xml.rels" ContentType="application/vnd.openxmlformats-package.relationships+xml"/>
  <Override PartName="/ppt/slideMasters/_rels/slideMaster289.xml.rels" ContentType="application/vnd.openxmlformats-package.relationships+xml"/>
  <Override PartName="/ppt/slideMasters/_rels/slideMaster96.xml.rels" ContentType="application/vnd.openxmlformats-package.relationships+xml"/>
  <Override PartName="/ppt/slideMasters/_rels/slideMaster228.xml.rels" ContentType="application/vnd.openxmlformats-package.relationships+xml"/>
  <Override PartName="/ppt/slideMasters/_rels/slideMaster233.xml.rels" ContentType="application/vnd.openxmlformats-package.relationships+xml"/>
  <Override PartName="/ppt/slideMasters/_rels/slideMaster35.xml.rels" ContentType="application/vnd.openxmlformats-package.relationships+xml"/>
  <Override PartName="/ppt/slideMasters/_rels/slideMaster40.xml.rels" ContentType="application/vnd.openxmlformats-package.relationships+xml"/>
  <Override PartName="/ppt/slideMasters/_rels/slideMaster229.xml.rels" ContentType="application/vnd.openxmlformats-package.relationships+xml"/>
  <Override PartName="/ppt/slideMasters/_rels/slideMaster234.xml.rels" ContentType="application/vnd.openxmlformats-package.relationships+xml"/>
  <Override PartName="/ppt/slideMasters/_rels/slideMaster41.xml.rels" ContentType="application/vnd.openxmlformats-package.relationships+xml"/>
  <Override PartName="/ppt/slideMasters/_rels/slideMaster42.xml.rels" ContentType="application/vnd.openxmlformats-package.relationships+xml"/>
  <Override PartName="/ppt/slideMasters/_rels/slideMaster238.xml.rels" ContentType="application/vnd.openxmlformats-package.relationships+xml"/>
  <Override PartName="/ppt/slideMasters/_rels/slideMaster243.xml.rels" ContentType="application/vnd.openxmlformats-package.relationships+xml"/>
  <Override PartName="/ppt/slideMasters/_rels/slideMaster50.xml.rels" ContentType="application/vnd.openxmlformats-package.relationships+xml"/>
  <Override PartName="/ppt/slideMasters/_rels/slideMaster45.xml.rels" ContentType="application/vnd.openxmlformats-package.relationships+xml"/>
  <Override PartName="/ppt/slideMasters/_rels/slideMaster51.xml.rels" ContentType="application/vnd.openxmlformats-package.relationships+xml"/>
  <Override PartName="/ppt/slideMasters/_rels/slideMaster46.xml.rels" ContentType="application/vnd.openxmlformats-package.relationships+xml"/>
  <Override PartName="/ppt/slideMasters/_rels/slideMaster239.xml.rels" ContentType="application/vnd.openxmlformats-package.relationships+xml"/>
  <Override PartName="/ppt/slideMasters/_rels/slideMaster244.xml.rels" ContentType="application/vnd.openxmlformats-package.relationships+xml"/>
  <Override PartName="/ppt/slideMasters/slideMaster257.xml" ContentType="application/vnd.openxmlformats-officedocument.presentationml.slideMaster+xml"/>
  <Override PartName="/ppt/slideMasters/slideMaster256.xml" ContentType="application/vnd.openxmlformats-officedocument.presentationml.slideMaster+xml"/>
  <Override PartName="/ppt/slideMasters/slideMaster119.xml" ContentType="application/vnd.openxmlformats-officedocument.presentationml.slideMaster+xml"/>
  <Override PartName="/ppt/slideMasters/slideMaster255.xml" ContentType="application/vnd.openxmlformats-officedocument.presentationml.slideMaster+xml"/>
  <Override PartName="/ppt/slideMasters/slideMaster118.xml" ContentType="application/vnd.openxmlformats-officedocument.presentationml.slideMaster+xml"/>
  <Override PartName="/ppt/slideMasters/slideMaster254.xml" ContentType="application/vnd.openxmlformats-officedocument.presentationml.slideMaster+xml"/>
  <Override PartName="/ppt/slideMasters/slideMaster117.xml" ContentType="application/vnd.openxmlformats-officedocument.presentationml.slideMaster+xml"/>
  <Override PartName="/ppt/slideMasters/slideMaster253.xml" ContentType="application/vnd.openxmlformats-officedocument.presentationml.slideMaster+xml"/>
  <Override PartName="/ppt/slideMasters/slideMaster116.xml" ContentType="application/vnd.openxmlformats-officedocument.presentationml.slideMaster+xml"/>
  <Override PartName="/ppt/slideMasters/slideMaster249.xml" ContentType="application/vnd.openxmlformats-officedocument.presentationml.slideMaster+xml"/>
  <Override PartName="/ppt/slideMasters/slideMaster248.xml" ContentType="application/vnd.openxmlformats-officedocument.presentationml.slideMaster+xml"/>
  <Override PartName="/ppt/slideMasters/slideMaster247.xml" ContentType="application/vnd.openxmlformats-officedocument.presentationml.slideMaster+xml"/>
  <Override PartName="/ppt/slideMasters/slideMaster246.xml" ContentType="application/vnd.openxmlformats-officedocument.presentationml.slideMaster+xml"/>
  <Override PartName="/ppt/slideMasters/slideMaster109.xml" ContentType="application/vnd.openxmlformats-officedocument.presentationml.slideMaster+xml"/>
  <Override PartName="/ppt/slideMasters/slideMaster245.xml" ContentType="application/vnd.openxmlformats-officedocument.presentationml.slideMaster+xml"/>
  <Override PartName="/ppt/slideMasters/slideMaster108.xml" ContentType="application/vnd.openxmlformats-officedocument.presentationml.slideMaster+xml"/>
  <Override PartName="/ppt/slideMasters/slideMaster244.xml" ContentType="application/vnd.openxmlformats-officedocument.presentationml.slideMaster+xml"/>
  <Override PartName="/ppt/slideMasters/slideMaster107.xml" ContentType="application/vnd.openxmlformats-officedocument.presentationml.slideMaster+xml"/>
  <Override PartName="/ppt/slideMasters/slideMaster243.xml" ContentType="application/vnd.openxmlformats-officedocument.presentationml.slideMaster+xml"/>
  <Override PartName="/ppt/slideMasters/slideMaster106.xml" ContentType="application/vnd.openxmlformats-officedocument.presentationml.slideMaster+xml"/>
  <Override PartName="/ppt/slideMasters/slideMaster239.xml" ContentType="application/vnd.openxmlformats-officedocument.presentationml.slideMaster+xml"/>
  <Override PartName="/ppt/slideMasters/slideMaster238.xml" ContentType="application/vnd.openxmlformats-officedocument.presentationml.slideMaster+xml"/>
  <Override PartName="/ppt/slideMasters/slideMaster237.xml" ContentType="application/vnd.openxmlformats-officedocument.presentationml.slideMaster+xml"/>
  <Override PartName="/ppt/slideMasters/slideMaster236.xml" ContentType="application/vnd.openxmlformats-officedocument.presentationml.slideMaster+xml"/>
  <Override PartName="/ppt/slideMasters/slideMaster235.xml" ContentType="application/vnd.openxmlformats-officedocument.presentationml.slideMaster+xml"/>
  <Override PartName="/ppt/slideMasters/slideMaster234.xml" ContentType="application/vnd.openxmlformats-officedocument.presentationml.slideMaster+xml"/>
  <Override PartName="/ppt/slideMasters/slideMaster233.xml" ContentType="application/vnd.openxmlformats-officedocument.presentationml.slideMaster+xml"/>
  <Override PartName="/ppt/slideMasters/slideMaster229.xml" ContentType="application/vnd.openxmlformats-officedocument.presentationml.slideMaster+xml"/>
  <Override PartName="/ppt/slideMasters/slideMaster228.xml" ContentType="application/vnd.openxmlformats-officedocument.presentationml.slideMaster+xml"/>
  <Override PartName="/ppt/slideMasters/slideMaster227.xml" ContentType="application/vnd.openxmlformats-officedocument.presentationml.slideMaster+xml"/>
  <Override PartName="/ppt/slideMasters/slideMaster226.xml" ContentType="application/vnd.openxmlformats-officedocument.presentationml.slideMaster+xml"/>
  <Override PartName="/ppt/slideMasters/slideMaster225.xml" ContentType="application/vnd.openxmlformats-officedocument.presentationml.slideMaster+xml"/>
  <Override PartName="/ppt/slideMasters/slideMaster224.xml" ContentType="application/vnd.openxmlformats-officedocument.presentationml.slideMaster+xml"/>
  <Override PartName="/ppt/slideMasters/slideMaster223.xml" ContentType="application/vnd.openxmlformats-officedocument.presentationml.slideMaster+xml"/>
  <Override PartName="/ppt/slideMasters/slideMaster219.xml" ContentType="application/vnd.openxmlformats-officedocument.presentationml.slideMaster+xml"/>
  <Override PartName="/ppt/slideMasters/slideMaster218.xml" ContentType="application/vnd.openxmlformats-officedocument.presentationml.slideMaster+xml"/>
  <Override PartName="/ppt/slideMasters/slideMaster217.xml" ContentType="application/vnd.openxmlformats-officedocument.presentationml.slideMaster+xml"/>
  <Override PartName="/ppt/slideMasters/slideMaster216.xml" ContentType="application/vnd.openxmlformats-officedocument.presentationml.slideMaster+xml"/>
  <Override PartName="/ppt/slideMasters/slideMaster215.xml" ContentType="application/vnd.openxmlformats-officedocument.presentationml.slideMaster+xml"/>
  <Override PartName="/ppt/slideMasters/slideMaster214.xml" ContentType="application/vnd.openxmlformats-officedocument.presentationml.slideMaster+xml"/>
  <Override PartName="/ppt/slideMasters/slideMaster213.xml" ContentType="application/vnd.openxmlformats-officedocument.presentationml.slideMaster+xml"/>
  <Override PartName="/ppt/slideMasters/slideMaster209.xml" ContentType="application/vnd.openxmlformats-officedocument.presentationml.slideMaster+xml"/>
  <Override PartName="/ppt/slideMasters/slideMaster208.xml" ContentType="application/vnd.openxmlformats-officedocument.presentationml.slideMaster+xml"/>
  <Override PartName="/ppt/slideMasters/slideMaster207.xml" ContentType="application/vnd.openxmlformats-officedocument.presentationml.slideMaster+xml"/>
  <Override PartName="/ppt/slideMasters/slideMaster206.xml" ContentType="application/vnd.openxmlformats-officedocument.presentationml.slideMaster+xml"/>
  <Override PartName="/ppt/slideMasters/slideMaster205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91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92.xml" ContentType="application/vnd.openxmlformats-officedocument.presentationml.slideMaster+xml"/>
  <Override PartName="/ppt/slideMasters/slideMaster90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93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94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Masters/slideMaster240.xml" ContentType="application/vnd.openxmlformats-officedocument.presentationml.slideMaster+xml"/>
  <Override PartName="/ppt/slideMasters/slideMaster103.xml" ContentType="application/vnd.openxmlformats-officedocument.presentationml.slideMaster+xml"/>
  <Override PartName="/ppt/slideMasters/slideMaster68.xml" ContentType="application/vnd.openxmlformats-officedocument.presentationml.slideMaster+xml"/>
  <Override PartName="/ppt/slideMasters/slideMaster69.xml" ContentType="application/vnd.openxmlformats-officedocument.presentationml.slideMaster+xml"/>
  <Override PartName="/ppt/slideMasters/slideMaster242.xml" ContentType="application/vnd.openxmlformats-officedocument.presentationml.slideMaster+xml"/>
  <Override PartName="/ppt/slideMasters/slideMaster105.xml" ContentType="application/vnd.openxmlformats-officedocument.presentationml.slideMaster+xml"/>
  <Override PartName="/ppt/slideMasters/slideMaster173.xml" ContentType="application/vnd.openxmlformats-officedocument.presentationml.slideMaster+xml"/>
  <Override PartName="/ppt/slideMasters/slideMaster77.xml" ContentType="application/vnd.openxmlformats-officedocument.presentationml.slideMaster+xml"/>
  <Override PartName="/ppt/slideMasters/slideMaster78.xml" ContentType="application/vnd.openxmlformats-officedocument.presentationml.slideMaster+xml"/>
  <Override PartName="/ppt/slideMasters/slideMaster79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86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87.xml" ContentType="application/vnd.openxmlformats-officedocument.presentationml.slideMaster+xml"/>
  <Override PartName="/ppt/slideMasters/slideMaster70.xml" ContentType="application/vnd.openxmlformats-officedocument.presentationml.slideMaster+xml"/>
  <Override PartName="/ppt/slideMasters/slideMaster200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95.xml" ContentType="application/vnd.openxmlformats-officedocument.presentationml.slideMaster+xml"/>
  <Override PartName="/ppt/slideMasters/slideMaster71.xml" ContentType="application/vnd.openxmlformats-officedocument.presentationml.slideMaster+xml"/>
  <Override PartName="/ppt/slideMasters/slideMaster201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96.xml" ContentType="application/vnd.openxmlformats-officedocument.presentationml.slideMaster+xml"/>
  <Override PartName="/ppt/slideMasters/slideMaster72.xml" ContentType="application/vnd.openxmlformats-officedocument.presentationml.slideMaster+xml"/>
  <Override PartName="/ppt/slideMasters/slideMaster202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270.xml" ContentType="application/vnd.openxmlformats-officedocument.presentationml.slideMaster+xml"/>
  <Override PartName="/ppt/slideMasters/slideMaster97.xml" ContentType="application/vnd.openxmlformats-officedocument.presentationml.slideMaster+xml"/>
  <Override PartName="/ppt/slideMasters/slideMaster73.xml" ContentType="application/vnd.openxmlformats-officedocument.presentationml.slideMaster+xml"/>
  <Override PartName="/ppt/slideMasters/slideMaster203.xml" ContentType="application/vnd.openxmlformats-officedocument.presentationml.slideMaster+xml"/>
  <Override PartName="/ppt/slideMasters/slideMaster271.xml" ContentType="application/vnd.openxmlformats-officedocument.presentationml.slideMaster+xml"/>
  <Override PartName="/ppt/slideMasters/slideMaster98.xml" ContentType="application/vnd.openxmlformats-officedocument.presentationml.slideMaster+xml"/>
  <Override PartName="/ppt/slideMasters/slideMaster74.xml" ContentType="application/vnd.openxmlformats-officedocument.presentationml.slideMaster+xml"/>
  <Override PartName="/ppt/slideMasters/slideMaster204.xml" ContentType="application/vnd.openxmlformats-officedocument.presentationml.slideMaster+xml"/>
  <Override PartName="/ppt/slideMasters/slideMaster272.xml" ContentType="application/vnd.openxmlformats-officedocument.presentationml.slideMaster+xml"/>
  <Override PartName="/ppt/slideMasters/slideMaster99.xml" ContentType="application/vnd.openxmlformats-officedocument.presentationml.slideMaster+xml"/>
  <Override PartName="/ppt/slideMasters/slideMaster101.xml" ContentType="application/vnd.openxmlformats-officedocument.presentationml.slideMaster+xml"/>
  <Override PartName="/ppt/slideMasters/slideMaster241.xml" ContentType="application/vnd.openxmlformats-officedocument.presentationml.slideMaster+xml"/>
  <Override PartName="/ppt/slideMasters/slideMaster104.xml" ContentType="application/vnd.openxmlformats-officedocument.presentationml.slideMaster+xml"/>
  <Override PartName="/ppt/slideMasters/slideMaster172.xml" ContentType="application/vnd.openxmlformats-officedocument.presentationml.slideMaster+xml"/>
  <Override PartName="/ppt/slideMasters/slideMaster267.xml" ContentType="application/vnd.openxmlformats-officedocument.presentationml.slideMaster+xml"/>
  <Override PartName="/ppt/slideMasters/slideMaster75.xml" ContentType="application/vnd.openxmlformats-officedocument.presentationml.slideMaster+xml"/>
  <Override PartName="/ppt/slideMasters/slideMaster175.xml" ContentType="application/vnd.openxmlformats-officedocument.presentationml.slideMaster+xml"/>
  <Override PartName="/ppt/slideMasters/slideMaster102.xml" ContentType="application/vnd.openxmlformats-officedocument.presentationml.slideMaster+xml"/>
  <Override PartName="/ppt/slideMasters/slideMaster111.xml" ContentType="application/vnd.openxmlformats-officedocument.presentationml.slideMaster+xml"/>
  <Override PartName="/ppt/slideMasters/slideMaster274.xml" ContentType="application/vnd.openxmlformats-officedocument.presentationml.slideMaster+xml"/>
  <Override PartName="/ppt/slideMasters/slideMaster195.xml" ContentType="application/vnd.openxmlformats-officedocument.presentationml.slideMaster+xml"/>
  <Override PartName="/ppt/slideMasters/slideMaster290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222.xml" ContentType="application/vnd.openxmlformats-officedocument.presentationml.slideMaster+xml"/>
  <Override PartName="/ppt/slideMasters/slideMaster110.xml" ContentType="application/vnd.openxmlformats-officedocument.presentationml.slideMaster+xml"/>
  <Override PartName="/ppt/slideMasters/slideMaster273.xml" ContentType="application/vnd.openxmlformats-officedocument.presentationml.slideMaster+xml"/>
  <Override PartName="/ppt/slideMasters/slideMaster264.xml" ContentType="application/vnd.openxmlformats-officedocument.presentationml.slideMaster+xml"/>
  <Override PartName="/ppt/slideMasters/slideMaster127.xml" ContentType="application/vnd.openxmlformats-officedocument.presentationml.slideMaster+xml"/>
  <Override PartName="/ppt/slideMasters/slideMaster302.xml" ContentType="application/vnd.openxmlformats-officedocument.presentationml.slideMaster+xml"/>
  <Override PartName="/ppt/slideMasters/slideMaster280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212.xml" ContentType="application/vnd.openxmlformats-officedocument.presentationml.slideMaster+xml"/>
  <Override PartName="/ppt/slideMasters/slideMaster281.xml" ContentType="application/vnd.openxmlformats-officedocument.presentationml.slideMaster+xml"/>
  <Override PartName="/ppt/slideMasters/slideMaster282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18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88.xml" ContentType="application/vnd.openxmlformats-officedocument.presentationml.slideMaster+xml"/>
  <Override PartName="/ppt/slideMasters/slideMaster89.xml" ContentType="application/vnd.openxmlformats-officedocument.presentationml.slideMaster+xml"/>
  <Override PartName="/ppt/slideMasters/slideMaster121.xml" ContentType="application/vnd.openxmlformats-officedocument.presentationml.slideMaster+xml"/>
  <Override PartName="/ppt/slideMasters/slideMaster284.xml" ContentType="application/vnd.openxmlformats-officedocument.presentationml.slideMaster+xml"/>
  <Override PartName="/ppt/slideMasters/slideMaster171.xml" ContentType="application/vnd.openxmlformats-officedocument.presentationml.slideMaster+xml"/>
  <Override PartName="/ppt/slideMasters/slideMaster299.xml" ContentType="application/vnd.openxmlformats-officedocument.presentationml.slideMaster+xml"/>
  <Override PartName="/ppt/slideMasters/slideMaster120.xml" ContentType="application/vnd.openxmlformats-officedocument.presentationml.slideMaster+xml"/>
  <Override PartName="/ppt/slideMasters/slideMaster283.xml" ContentType="application/vnd.openxmlformats-officedocument.presentationml.slideMaster+xml"/>
  <Override PartName="/ppt/slideMasters/slideMaster275.xml" ContentType="application/vnd.openxmlformats-officedocument.presentationml.slideMaster+xml"/>
  <Override PartName="/ppt/slideMasters/slideMaster112.xml" ContentType="application/vnd.openxmlformats-officedocument.presentationml.slideMaster+xml"/>
  <Override PartName="/ppt/slideMasters/slideMaster180.xml" ContentType="application/vnd.openxmlformats-officedocument.presentationml.slideMaster+xml"/>
  <Override PartName="/ppt/slideMasters/slideMaster294.xml" ContentType="application/vnd.openxmlformats-officedocument.presentationml.slideMaster+xml"/>
  <Override PartName="/ppt/slideMasters/slideMaster76.xml" ContentType="application/vnd.openxmlformats-officedocument.presentationml.slideMaster+xml"/>
  <Override PartName="/ppt/slideMasters/slideMaster170.xml" ContentType="application/vnd.openxmlformats-officedocument.presentationml.slideMaster+xml"/>
  <Override PartName="/ppt/slideMasters/slideMaster298.xml" ContentType="application/vnd.openxmlformats-officedocument.presentationml.slideMaster+xml"/>
  <Override PartName="/ppt/slideMasters/slideMaster293.xml" ContentType="application/vnd.openxmlformats-officedocument.presentationml.slideMaster+xml"/>
  <Override PartName="/ppt/slideMasters/slideMaster292.xml" ContentType="application/vnd.openxmlformats-officedocument.presentationml.slideMaster+xml"/>
  <Override PartName="/ppt/slideMasters/slideMaster291.xml" ContentType="application/vnd.openxmlformats-officedocument.presentationml.slideMaster+xml"/>
  <Override PartName="/ppt/slideMasters/slideMaster100.xml" ContentType="application/vnd.openxmlformats-officedocument.presentationml.slideMaster+xml"/>
  <Override PartName="/ppt/slideMasters/slideMaster194.xml" ContentType="application/vnd.openxmlformats-officedocument.presentationml.slideMaster+xml"/>
  <Override PartName="/ppt/slideMasters/slideMaster301.xml" ContentType="application/vnd.openxmlformats-officedocument.presentationml.slideMaster+xml"/>
  <Override PartName="/ppt/slideMasters/slideMaster263.xml" ContentType="application/vnd.openxmlformats-officedocument.presentationml.slideMaster+xml"/>
  <Override PartName="/ppt/slideMasters/slideMaster126.xml" ContentType="application/vnd.openxmlformats-officedocument.presentationml.slideMaster+xml"/>
  <Override PartName="/ppt/slideMasters/slideMaster193.xml" ContentType="application/vnd.openxmlformats-officedocument.presentationml.slideMaster+xml"/>
  <Override PartName="/ppt/slideMasters/slideMaster262.xml" ContentType="application/vnd.openxmlformats-officedocument.presentationml.slideMaster+xml"/>
  <Override PartName="/ppt/slideMasters/slideMaster300.xml" ContentType="application/vnd.openxmlformats-officedocument.presentationml.slideMaster+xml"/>
  <Override PartName="/ppt/slideMasters/slideMaster125.xml" ContentType="application/vnd.openxmlformats-officedocument.presentationml.slideMaster+xml"/>
  <Override PartName="/ppt/slideMasters/slideMaster297.xml" ContentType="application/vnd.openxmlformats-officedocument.presentationml.slideMaster+xml"/>
  <Override PartName="/ppt/slideMasters/slideMaster192.xml" ContentType="application/vnd.openxmlformats-officedocument.presentationml.slideMaster+xml"/>
  <Override PartName="/ppt/slideMasters/slideMaster261.xml" ContentType="application/vnd.openxmlformats-officedocument.presentationml.slideMaster+xml"/>
  <Override PartName="/ppt/slideMasters/slideMaster124.xml" ContentType="application/vnd.openxmlformats-officedocument.presentationml.slideMaster+xml"/>
  <Override PartName="/ppt/slideMasters/slideMaster296.xml" ContentType="application/vnd.openxmlformats-officedocument.presentationml.slideMaster+xml"/>
  <Override PartName="/ppt/slideMasters/slideMaster191.xml" ContentType="application/vnd.openxmlformats-officedocument.presentationml.slideMaster+xml"/>
  <Override PartName="/ppt/slideMasters/slideMaster260.xml" ContentType="application/vnd.openxmlformats-officedocument.presentationml.slideMaster+xml"/>
  <Override PartName="/ppt/slideMasters/slideMaster123.xml" ContentType="application/vnd.openxmlformats-officedocument.presentationml.slideMaster+xml"/>
  <Override PartName="/ppt/slideMasters/slideMaster295.xml" ContentType="application/vnd.openxmlformats-officedocument.presentationml.slideMaster+xml"/>
  <Override PartName="/ppt/slideMasters/slideMaster190.xml" ContentType="application/vnd.openxmlformats-officedocument.presentationml.slideMaster+xml"/>
  <Override PartName="/ppt/slideMasters/slideMaster122.xml" ContentType="application/vnd.openxmlformats-officedocument.presentationml.slideMaster+xml"/>
  <Override PartName="/ppt/slideMasters/slideMaster184.xml" ContentType="application/vnd.openxmlformats-officedocument.presentationml.slideMaster+xml"/>
  <Override PartName="/ppt/slideMasters/slideMaster183.xml" ContentType="application/vnd.openxmlformats-officedocument.presentationml.slideMaster+xml"/>
  <Override PartName="/ppt/slideMasters/slideMaster252.xml" ContentType="application/vnd.openxmlformats-officedocument.presentationml.slideMaster+xml"/>
  <Override PartName="/ppt/slideMasters/slideMaster115.xml" ContentType="application/vnd.openxmlformats-officedocument.presentationml.slideMaster+xml"/>
  <Override PartName="/ppt/slideMasters/slideMaster287.xml" ContentType="application/vnd.openxmlformats-officedocument.presentationml.slideMaster+xml"/>
  <Override PartName="/ppt/slideMasters/slideMaster182.xml" ContentType="application/vnd.openxmlformats-officedocument.presentationml.slideMaster+xml"/>
  <Override PartName="/ppt/slideMasters/slideMaster251.xml" ContentType="application/vnd.openxmlformats-officedocument.presentationml.slideMaster+xml"/>
  <Override PartName="/ppt/slideMasters/slideMaster114.xml" ContentType="application/vnd.openxmlformats-officedocument.presentationml.slideMaster+xml"/>
  <Override PartName="/ppt/slideMasters/slideMaster286.xml" ContentType="application/vnd.openxmlformats-officedocument.presentationml.slideMaster+xml"/>
  <Override PartName="/ppt/slideMasters/slideMaster181.xml" ContentType="application/vnd.openxmlformats-officedocument.presentationml.slideMaster+xml"/>
  <Override PartName="/ppt/slideMasters/slideMaster250.xml" ContentType="application/vnd.openxmlformats-officedocument.presentationml.slideMaster+xml"/>
  <Override PartName="/ppt/slideMasters/slideMaster113.xml" ContentType="application/vnd.openxmlformats-officedocument.presentationml.slideMaster+xml"/>
  <Override PartName="/ppt/slideMasters/slideMaster285.xml" ContentType="application/vnd.openxmlformats-officedocument.presentationml.slideMaster+xml"/>
  <Override PartName="/ppt/slideMasters/slideMaster174.xml" ContentType="application/vnd.openxmlformats-officedocument.presentationml.slideMaster+xml"/>
  <Override PartName="/ppt/slideMasters/slideMaster277.xml" ContentType="application/vnd.openxmlformats-officedocument.presentationml.slideMaster+xml"/>
  <Override PartName="/ppt/slideMasters/slideMaster276.xml" ContentType="application/vnd.openxmlformats-officedocument.presentationml.slideMaster+xml"/>
  <Override PartName="/ppt/slideMasters/slideMaster232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31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30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210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211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82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16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220.xml" ContentType="application/vnd.openxmlformats-officedocument.presentationml.slideMaster+xml"/>
  <Override PartName="/ppt/slideMasters/slideMaster80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8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221.xml" ContentType="application/vnd.openxmlformats-officedocument.presentationml.slideMaster+xml"/>
  <Override PartName="/ppt/slideMasters/slideMaster81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8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1.xml" ContentType="application/vnd.openxmlformats-officedocument.presentationml.slideMaster+xml"/>
  <Override PartName="/ppt/slideMasters/slideMaster167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8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168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176.xml" ContentType="application/vnd.openxmlformats-officedocument.presentationml.slideMaster+xml"/>
  <Override PartName="/ppt/slideMasters/slideMaster177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186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187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303.xml" ContentType="application/vnd.openxmlformats-officedocument.presentationml.slideMaster+xml"/>
  <Override PartName="/ppt/slideMasters/slideMaster265.xml" ContentType="application/vnd.openxmlformats-officedocument.presentationml.slideMaster+xml"/>
  <Override PartName="/ppt/slideMasters/slideMaster128.xml" ContentType="application/vnd.openxmlformats-officedocument.presentationml.slideMaster+xml"/>
  <Override PartName="/ppt/slideMasters/slideMaster196.xml" ContentType="application/vnd.openxmlformats-officedocument.presentationml.slideMaster+xml"/>
  <Override PartName="/ppt/slideMasters/slideMaster266.xml" ContentType="application/vnd.openxmlformats-officedocument.presentationml.slideMaster+xml"/>
  <Override PartName="/ppt/slideMasters/slideMaster129.xml" ContentType="application/vnd.openxmlformats-officedocument.presentationml.slideMaster+xml"/>
  <Override PartName="/ppt/slideMasters/slideMaster197.xml" ContentType="application/vnd.openxmlformats-officedocument.presentationml.slideMaster+xml"/>
  <Override PartName="/ppt/slideMasters/slideMaster258.xml" ContentType="application/vnd.openxmlformats-officedocument.presentationml.slideMaster+xml"/>
  <Override PartName="/ppt/slideMasters/slideMaster130.xml" ContentType="application/vnd.openxmlformats-officedocument.presentationml.slideMaster+xml"/>
  <Override PartName="/ppt/slideMasters/slideMaster259.xml" ContentType="application/vnd.openxmlformats-officedocument.presentationml.slideMaster+xml"/>
  <Override PartName="/ppt/slideMasters/slideMaster131.xml" ContentType="application/vnd.openxmlformats-officedocument.presentationml.slideMaster+xml"/>
  <Override PartName="/ppt/slideMasters/slideMaster132.xml" ContentType="application/vnd.openxmlformats-officedocument.presentationml.slideMaster+xml"/>
  <Override PartName="/ppt/slideMasters/slideMaster133.xml" ContentType="application/vnd.openxmlformats-officedocument.presentationml.slideMaster+xml"/>
  <Override PartName="/ppt/slideMasters/slideMaster134.xml" ContentType="application/vnd.openxmlformats-officedocument.presentationml.slideMaster+xml"/>
  <Override PartName="/ppt/slideMasters/slideMaster135.xml" ContentType="application/vnd.openxmlformats-officedocument.presentationml.slideMaster+xml"/>
  <Override PartName="/ppt/slideMasters/slideMaster136.xml" ContentType="application/vnd.openxmlformats-officedocument.presentationml.slideMaster+xml"/>
  <Override PartName="/ppt/slideMasters/slideMaster137.xml" ContentType="application/vnd.openxmlformats-officedocument.presentationml.slideMaster+xml"/>
  <Override PartName="/ppt/slideMasters/slideMaster138.xml" ContentType="application/vnd.openxmlformats-officedocument.presentationml.slideMaster+xml"/>
  <Override PartName="/ppt/slideMasters/slideMaster139.xml" ContentType="application/vnd.openxmlformats-officedocument.presentationml.slideMaster+xml"/>
  <Override PartName="/ppt/slideMasters/slideMaster268.xml" ContentType="application/vnd.openxmlformats-officedocument.presentationml.slideMaster+xml"/>
  <Override PartName="/ppt/slideMasters/slideMaster140.xml" ContentType="application/vnd.openxmlformats-officedocument.presentationml.slideMaster+xml"/>
  <Override PartName="/ppt/slideMasters/slideMaster269.xml" ContentType="application/vnd.openxmlformats-officedocument.presentationml.slideMaster+xml"/>
  <Override PartName="/ppt/slideMasters/slideMaster141.xml" ContentType="application/vnd.openxmlformats-officedocument.presentationml.slideMaster+xml"/>
  <Override PartName="/ppt/slideMasters/slideMaster142.xml" ContentType="application/vnd.openxmlformats-officedocument.presentationml.slideMaster+xml"/>
  <Override PartName="/ppt/slideMasters/slideMaster143.xml" ContentType="application/vnd.openxmlformats-officedocument.presentationml.slideMaster+xml"/>
  <Override PartName="/ppt/slideMasters/slideMaster144.xml" ContentType="application/vnd.openxmlformats-officedocument.presentationml.slideMaster+xml"/>
  <Override PartName="/ppt/slideMasters/slideMaster145.xml" ContentType="application/vnd.openxmlformats-officedocument.presentationml.slideMaster+xml"/>
  <Override PartName="/ppt/slideMasters/slideMaster146.xml" ContentType="application/vnd.openxmlformats-officedocument.presentationml.slideMaster+xml"/>
  <Override PartName="/ppt/slideMasters/slideMaster147.xml" ContentType="application/vnd.openxmlformats-officedocument.presentationml.slideMaster+xml"/>
  <Override PartName="/ppt/slideMasters/slideMaster148.xml" ContentType="application/vnd.openxmlformats-officedocument.presentationml.slideMaster+xml"/>
  <Override PartName="/ppt/slideMasters/slideMaster149.xml" ContentType="application/vnd.openxmlformats-officedocument.presentationml.slideMaster+xml"/>
  <Override PartName="/ppt/slideMasters/slideMaster278.xml" ContentType="application/vnd.openxmlformats-officedocument.presentationml.slideMaster+xml"/>
  <Override PartName="/ppt/slideMasters/slideMaster150.xml" ContentType="application/vnd.openxmlformats-officedocument.presentationml.slideMaster+xml"/>
  <Override PartName="/ppt/slideMasters/slideMaster279.xml" ContentType="application/vnd.openxmlformats-officedocument.presentationml.slideMaster+xml"/>
  <Override PartName="/ppt/slideMasters/slideMaster151.xml" ContentType="application/vnd.openxmlformats-officedocument.presentationml.slideMaster+xml"/>
  <Override PartName="/ppt/slideMasters/slideMaster152.xml" ContentType="application/vnd.openxmlformats-officedocument.presentationml.slideMaster+xml"/>
  <Override PartName="/ppt/slideMasters/slideMaster153.xml" ContentType="application/vnd.openxmlformats-officedocument.presentationml.slideMaster+xml"/>
  <Override PartName="/ppt/slideMasters/slideMaster154.xml" ContentType="application/vnd.openxmlformats-officedocument.presentationml.slideMaster+xml"/>
  <Override PartName="/ppt/slideMasters/slideMaster155.xml" ContentType="application/vnd.openxmlformats-officedocument.presentationml.slideMaster+xml"/>
  <Override PartName="/ppt/slideMasters/slideMaster156.xml" ContentType="application/vnd.openxmlformats-officedocument.presentationml.slideMaster+xml"/>
  <Override PartName="/ppt/slideMasters/slideMaster157.xml" ContentType="application/vnd.openxmlformats-officedocument.presentationml.slideMaster+xml"/>
  <Override PartName="/ppt/slideMasters/slideMaster158.xml" ContentType="application/vnd.openxmlformats-officedocument.presentationml.slideMaster+xml"/>
  <Override PartName="/ppt/slideMasters/slideMaster159.xml" ContentType="application/vnd.openxmlformats-officedocument.presentationml.slideMaster+xml"/>
  <Override PartName="/ppt/slideMasters/slideMaster288.xml" ContentType="application/vnd.openxmlformats-officedocument.presentationml.slideMaster+xml"/>
  <Override PartName="/ppt/slideMasters/slideMaster160.xml" ContentType="application/vnd.openxmlformats-officedocument.presentationml.slideMaster+xml"/>
  <Override PartName="/ppt/slideMasters/slideMaster289.xml" ContentType="application/vnd.openxmlformats-officedocument.presentationml.slideMaster+xml"/>
  <Override PartName="/ppt/slideMasters/slideMaster161.xml" ContentType="application/vnd.openxmlformats-officedocument.presentationml.slideMaster+xml"/>
  <Override PartName="/ppt/slideMasters/slideMaster162.xml" ContentType="application/vnd.openxmlformats-officedocument.presentationml.slideMaster+xml"/>
  <Override PartName="/ppt/slideMasters/slideMaster163.xml" ContentType="application/vnd.openxmlformats-officedocument.presentationml.slideMaster+xml"/>
  <Override PartName="/ppt/slideMasters/slideMaster164.xml" ContentType="application/vnd.openxmlformats-officedocument.presentationml.slideMaster+xml"/>
  <Override PartName="/ppt/slideMasters/slideMaster165.xml" ContentType="application/vnd.openxmlformats-officedocument.presentationml.slideMaster+xml"/>
  <Override PartName="/ppt/slideMasters/slideMaster166.xml" ContentType="application/vnd.openxmlformats-officedocument.presentationml.slideMaster+xml"/>
  <Override PartName="/ppt/slideMasters/slideMaster178.xml" ContentType="application/vnd.openxmlformats-officedocument.presentationml.slideMaster+xml"/>
  <Override PartName="/ppt/slideMasters/slideMaster179.xml" ContentType="application/vnd.openxmlformats-officedocument.presentationml.slideMaster+xml"/>
  <Override PartName="/ppt/slideMasters/slideMaster188.xml" ContentType="application/vnd.openxmlformats-officedocument.presentationml.slideMaster+xml"/>
  <Override PartName="/ppt/slideMasters/slideMaster189.xml" ContentType="application/vnd.openxmlformats-officedocument.presentationml.slideMaster+xml"/>
  <Override PartName="/ppt/slideMasters/slideMaster198.xml" ContentType="application/vnd.openxmlformats-officedocument.presentationml.slideMaster+xml"/>
  <Override PartName="/ppt/slideMasters/slideMaster199.xml" ContentType="application/vnd.openxmlformats-officedocument.presentationml.slideMaster+xml"/>
  <Override PartName="/ppt/theme/theme257.xml" ContentType="application/vnd.openxmlformats-officedocument.theme+xml"/>
  <Override PartName="/ppt/theme/theme256.xml" ContentType="application/vnd.openxmlformats-officedocument.theme+xml"/>
  <Override PartName="/ppt/theme/theme255.xml" ContentType="application/vnd.openxmlformats-officedocument.theme+xml"/>
  <Override PartName="/ppt/theme/theme254.xml" ContentType="application/vnd.openxmlformats-officedocument.theme+xml"/>
  <Override PartName="/ppt/theme/theme253.xml" ContentType="application/vnd.openxmlformats-officedocument.theme+xml"/>
  <Override PartName="/ppt/theme/theme252.xml" ContentType="application/vnd.openxmlformats-officedocument.theme+xml"/>
  <Override PartName="/ppt/theme/theme251.xml" ContentType="application/vnd.openxmlformats-officedocument.theme+xml"/>
  <Override PartName="/ppt/theme/theme250.xml" ContentType="application/vnd.openxmlformats-officedocument.theme+xml"/>
  <Override PartName="/ppt/theme/theme249.xml" ContentType="application/vnd.openxmlformats-officedocument.theme+xml"/>
  <Override PartName="/ppt/theme/theme248.xml" ContentType="application/vnd.openxmlformats-officedocument.theme+xml"/>
  <Override PartName="/ppt/theme/theme247.xml" ContentType="application/vnd.openxmlformats-officedocument.theme+xml"/>
  <Override PartName="/ppt/theme/theme246.xml" ContentType="application/vnd.openxmlformats-officedocument.theme+xml"/>
  <Override PartName="/ppt/theme/theme245.xml" ContentType="application/vnd.openxmlformats-officedocument.theme+xml"/>
  <Override PartName="/ppt/theme/theme244.xml" ContentType="application/vnd.openxmlformats-officedocument.theme+xml"/>
  <Override PartName="/ppt/theme/theme243.xml" ContentType="application/vnd.openxmlformats-officedocument.theme+xml"/>
  <Override PartName="/ppt/theme/theme242.xml" ContentType="application/vnd.openxmlformats-officedocument.theme+xml"/>
  <Override PartName="/ppt/theme/theme241.xml" ContentType="application/vnd.openxmlformats-officedocument.theme+xml"/>
  <Override PartName="/ppt/theme/theme240.xml" ContentType="application/vnd.openxmlformats-officedocument.theme+xml"/>
  <Override PartName="/ppt/theme/theme239.xml" ContentType="application/vnd.openxmlformats-officedocument.theme+xml"/>
  <Override PartName="/ppt/theme/theme238.xml" ContentType="application/vnd.openxmlformats-officedocument.theme+xml"/>
  <Override PartName="/ppt/theme/theme237.xml" ContentType="application/vnd.openxmlformats-officedocument.theme+xml"/>
  <Override PartName="/ppt/theme/theme199.xml" ContentType="application/vnd.openxmlformats-officedocument.theme+xml"/>
  <Override PartName="/ppt/theme/theme236.xml" ContentType="application/vnd.openxmlformats-officedocument.theme+xml"/>
  <Override PartName="/ppt/theme/theme198.xml" ContentType="application/vnd.openxmlformats-officedocument.theme+xml"/>
  <Override PartName="/ppt/theme/theme235.xml" ContentType="application/vnd.openxmlformats-officedocument.theme+xml"/>
  <Override PartName="/ppt/theme/theme197.xml" ContentType="application/vnd.openxmlformats-officedocument.theme+xml"/>
  <Override PartName="/ppt/theme/theme234.xml" ContentType="application/vnd.openxmlformats-officedocument.theme+xml"/>
  <Override PartName="/ppt/theme/theme196.xml" ContentType="application/vnd.openxmlformats-officedocument.theme+xml"/>
  <Override PartName="/ppt/theme/theme233.xml" ContentType="application/vnd.openxmlformats-officedocument.theme+xml"/>
  <Override PartName="/ppt/theme/theme195.xml" ContentType="application/vnd.openxmlformats-officedocument.theme+xml"/>
  <Override PartName="/ppt/theme/theme232.xml" ContentType="application/vnd.openxmlformats-officedocument.theme+xml"/>
  <Override PartName="/ppt/theme/theme194.xml" ContentType="application/vnd.openxmlformats-officedocument.theme+xml"/>
  <Override PartName="/ppt/theme/theme231.xml" ContentType="application/vnd.openxmlformats-officedocument.theme+xml"/>
  <Override PartName="/ppt/theme/theme193.xml" ContentType="application/vnd.openxmlformats-officedocument.theme+xml"/>
  <Override PartName="/ppt/theme/theme230.xml" ContentType="application/vnd.openxmlformats-officedocument.theme+xml"/>
  <Override PartName="/ppt/theme/theme192.xml" ContentType="application/vnd.openxmlformats-officedocument.theme+xml"/>
  <Override PartName="/ppt/theme/theme229.xml" ContentType="application/vnd.openxmlformats-officedocument.theme+xml"/>
  <Override PartName="/ppt/theme/theme228.xml" ContentType="application/vnd.openxmlformats-officedocument.theme+xml"/>
  <Override PartName="/ppt/theme/theme227.xml" ContentType="application/vnd.openxmlformats-officedocument.theme+xml"/>
  <Override PartName="/ppt/theme/theme189.xml" ContentType="application/vnd.openxmlformats-officedocument.theme+xml"/>
  <Override PartName="/ppt/theme/theme226.xml" ContentType="application/vnd.openxmlformats-officedocument.theme+xml"/>
  <Override PartName="/ppt/theme/theme188.xml" ContentType="application/vnd.openxmlformats-officedocument.theme+xml"/>
  <Override PartName="/ppt/theme/theme225.xml" ContentType="application/vnd.openxmlformats-officedocument.theme+xml"/>
  <Override PartName="/ppt/theme/theme187.xml" ContentType="application/vnd.openxmlformats-officedocument.theme+xml"/>
  <Override PartName="/ppt/theme/theme224.xml" ContentType="application/vnd.openxmlformats-officedocument.theme+xml"/>
  <Override PartName="/ppt/theme/theme186.xml" ContentType="application/vnd.openxmlformats-officedocument.theme+xml"/>
  <Override PartName="/ppt/theme/theme117.xml" ContentType="application/vnd.openxmlformats-officedocument.theme+xml"/>
  <Override PartName="/ppt/theme/theme223.xml" ContentType="application/vnd.openxmlformats-officedocument.theme+xml"/>
  <Override PartName="/ppt/theme/theme185.xml" ContentType="application/vnd.openxmlformats-officedocument.theme+xml"/>
  <Override PartName="/ppt/theme/theme61.xml" ContentType="application/vnd.openxmlformats-officedocument.theme+xml"/>
  <Override PartName="/ppt/theme/theme118.xml" ContentType="application/vnd.openxmlformats-officedocument.theme+xml"/>
  <Override PartName="/ppt/theme/theme62.xml" ContentType="application/vnd.openxmlformats-officedocument.theme+xml"/>
  <Override PartName="/ppt/theme/theme119.xml" ContentType="application/vnd.openxmlformats-officedocument.theme+xml"/>
  <Override PartName="/ppt/theme/theme63.xml" ContentType="application/vnd.openxmlformats-officedocument.theme+xml"/>
  <Override PartName="/ppt/theme/theme140.xml" ContentType="application/vnd.openxmlformats-officedocument.theme+xml"/>
  <Override PartName="/ppt/theme/theme67.xml" ContentType="application/vnd.openxmlformats-officedocument.theme+xml"/>
  <Override PartName="/ppt/theme/theme141.xml" ContentType="application/vnd.openxmlformats-officedocument.theme+xml"/>
  <Override PartName="/ppt/theme/theme68.xml" ContentType="application/vnd.openxmlformats-officedocument.theme+xml"/>
  <Override PartName="/ppt/theme/theme142.xml" ContentType="application/vnd.openxmlformats-officedocument.theme+xml"/>
  <Override PartName="/ppt/theme/theme69.xml" ContentType="application/vnd.openxmlformats-officedocument.theme+xml"/>
  <Override PartName="/ppt/theme/theme70.xml" ContentType="application/vnd.openxmlformats-officedocument.theme+xml"/>
  <Override PartName="/ppt/theme/theme127.xml" ContentType="application/vnd.openxmlformats-officedocument.theme+xml"/>
  <Override PartName="/ppt/theme/theme71.xml" ContentType="application/vnd.openxmlformats-officedocument.theme+xml"/>
  <Override PartName="/ppt/theme/theme72.xml" ContentType="application/vnd.openxmlformats-officedocument.theme+xml"/>
  <Override PartName="/ppt/theme/theme73.xml" ContentType="application/vnd.openxmlformats-officedocument.theme+xml"/>
  <Override PartName="/ppt/theme/theme150.xml" ContentType="application/vnd.openxmlformats-officedocument.theme+xml"/>
  <Override PartName="/ppt/theme/theme77.xml" ContentType="application/vnd.openxmlformats-officedocument.theme+xml"/>
  <Override PartName="/ppt/theme/theme151.xml" ContentType="application/vnd.openxmlformats-officedocument.theme+xml"/>
  <Override PartName="/ppt/theme/theme78.xml" ContentType="application/vnd.openxmlformats-officedocument.theme+xml"/>
  <Override PartName="/ppt/theme/theme152.xml" ContentType="application/vnd.openxmlformats-officedocument.theme+xml"/>
  <Override PartName="/ppt/theme/theme79.xml" ContentType="application/vnd.openxmlformats-officedocument.theme+xml"/>
  <Override PartName="/ppt/theme/theme17.xml" ContentType="application/vnd.openxmlformats-officedocument.theme+xml"/>
  <Override PartName="/ppt/theme/theme85.xml" ContentType="application/vnd.openxmlformats-officedocument.theme+xml"/>
  <Override PartName="/ppt/theme/theme18.xml" ContentType="application/vnd.openxmlformats-officedocument.theme+xml"/>
  <Override PartName="/ppt/theme/theme86.xml" ContentType="application/vnd.openxmlformats-officedocument.theme+xml"/>
  <Override PartName="/ppt/theme/theme160.xml" ContentType="application/vnd.openxmlformats-officedocument.theme+xml"/>
  <Override PartName="/ppt/theme/theme19.xml" ContentType="application/vnd.openxmlformats-officedocument.theme+xml"/>
  <Override PartName="/ppt/theme/theme87.xml" ContentType="application/vnd.openxmlformats-officedocument.theme+xml"/>
  <Override PartName="/ppt/theme/theme161.xml" ContentType="application/vnd.openxmlformats-officedocument.theme+xml"/>
  <Override PartName="/ppt/theme/theme88.xml" ContentType="application/vnd.openxmlformats-officedocument.theme+xml"/>
  <Override PartName="/ppt/theme/theme27.xml" ContentType="application/vnd.openxmlformats-officedocument.theme+xml"/>
  <Override PartName="/ppt/theme/theme100.xml" ContentType="application/vnd.openxmlformats-officedocument.theme+xml"/>
  <Override PartName="/ppt/theme/theme95.xml" ContentType="application/vnd.openxmlformats-officedocument.theme+xml"/>
  <Override PartName="/ppt/theme/theme89.xml" ContentType="application/vnd.openxmlformats-officedocument.theme+xml"/>
  <Override PartName="/ppt/theme/theme37.xml" ContentType="application/vnd.openxmlformats-officedocument.theme+xml"/>
  <Override PartName="/ppt/theme/theme110.xml" ContentType="application/vnd.openxmlformats-officedocument.theme+xml"/>
  <Override PartName="/ppt/theme/theme303.xml" ContentType="application/vnd.openxmlformats-officedocument.theme+xml"/>
  <Override PartName="/ppt/theme/theme28.xml" ContentType="application/vnd.openxmlformats-officedocument.theme+xml"/>
  <Override PartName="/ppt/theme/theme96.xml" ContentType="application/vnd.openxmlformats-officedocument.theme+xml"/>
  <Override PartName="/ppt/theme/theme101.xml" ContentType="application/vnd.openxmlformats-officedocument.theme+xml"/>
  <Override PartName="/ppt/theme/theme29.xml" ContentType="application/vnd.openxmlformats-officedocument.theme+xml"/>
  <Override PartName="/ppt/theme/theme97.xml" ContentType="application/vnd.openxmlformats-officedocument.theme+xml"/>
  <Override PartName="/ppt/theme/theme102.xml" ContentType="application/vnd.openxmlformats-officedocument.theme+xml"/>
  <Override PartName="/ppt/theme/theme170.xml" ContentType="application/vnd.openxmlformats-officedocument.theme+xml"/>
  <Override PartName="/ppt/theme/theme98.xml" ContentType="application/vnd.openxmlformats-officedocument.theme+xml"/>
  <Override PartName="/ppt/theme/theme171.xml" ContentType="application/vnd.openxmlformats-officedocument.theme+xml"/>
  <Override PartName="/ppt/theme/theme103.xml" ContentType="application/vnd.openxmlformats-officedocument.theme+xml"/>
  <Override PartName="/ppt/theme/theme99.xml" ContentType="application/vnd.openxmlformats-officedocument.theme+xml"/>
  <Override PartName="/ppt/theme/theme104.xml" ContentType="application/vnd.openxmlformats-officedocument.theme+xml"/>
  <Override PartName="/ppt/theme/theme106.xml" ContentType="application/vnd.openxmlformats-officedocument.theme+xml"/>
  <Override PartName="/ppt/theme/theme38.xml" ContentType="application/vnd.openxmlformats-officedocument.theme+xml"/>
  <Override PartName="/ppt/theme/theme111.xml" ContentType="application/vnd.openxmlformats-officedocument.theme+xml"/>
  <Override PartName="/ppt/theme/theme304.xml" ContentType="application/vnd.openxmlformats-officedocument.theme+xml"/>
  <Override PartName="/ppt/theme/theme39.xml" ContentType="application/vnd.openxmlformats-officedocument.theme+xml"/>
  <Override PartName="/ppt/theme/theme112.xml" ContentType="application/vnd.openxmlformats-officedocument.theme+xml"/>
  <Override PartName="/ppt/theme/theme180.xml" ContentType="application/vnd.openxmlformats-officedocument.theme+xml"/>
  <Override PartName="/ppt/theme/theme113.xml" ContentType="application/vnd.openxmlformats-officedocument.theme+xml"/>
  <Override PartName="/ppt/theme/theme181.xml" ContentType="application/vnd.openxmlformats-officedocument.theme+xml"/>
  <Override PartName="/ppt/theme/theme114.xml" ContentType="application/vnd.openxmlformats-officedocument.theme+xml"/>
  <Override PartName="/ppt/theme/theme115.xml" ContentType="application/vnd.openxmlformats-officedocument.theme+xml"/>
  <Override PartName="/ppt/theme/theme116.xml" ContentType="application/vnd.openxmlformats-officedocument.theme+xml"/>
  <Override PartName="/ppt/theme/theme276.xml" ContentType="application/vnd.openxmlformats-officedocument.theme+xml"/>
  <Override PartName="/ppt/theme/theme208.xml" ContentType="application/vnd.openxmlformats-officedocument.theme+xml"/>
  <Override PartName="/ppt/theme/theme277.xml" ContentType="application/vnd.openxmlformats-officedocument.theme+xml"/>
  <Override PartName="/ppt/theme/theme209.xml" ContentType="application/vnd.openxmlformats-officedocument.theme+xml"/>
  <Override PartName="/ppt/theme/theme278.xml" ContentType="application/vnd.openxmlformats-officedocument.theme+xml"/>
  <Override PartName="/ppt/theme/theme64.xml" ContentType="application/vnd.openxmlformats-officedocument.theme+xml"/>
  <Override PartName="/ppt/theme/theme280.xml" ContentType="application/vnd.openxmlformats-officedocument.theme+xml"/>
  <Override PartName="/ppt/theme/theme174.xml" ContentType="application/vnd.openxmlformats-officedocument.theme+xml"/>
  <Override PartName="/ppt/theme/theme212.xml" ContentType="application/vnd.openxmlformats-officedocument.theme+xml"/>
  <Override PartName="/ppt/theme/theme279.xml" ContentType="application/vnd.openxmlformats-officedocument.theme+xml"/>
  <Override PartName="/ppt/theme/theme120.xml" ContentType="application/vnd.openxmlformats-officedocument.theme+xml"/>
  <Override PartName="/ppt/theme/theme47.xml" ContentType="application/vnd.openxmlformats-officedocument.theme+xml"/>
  <Override PartName="/ppt/theme/theme65.xml" ContentType="application/vnd.openxmlformats-officedocument.theme+xml"/>
  <Override PartName="/ppt/theme/theme281.xml" ContentType="application/vnd.openxmlformats-officedocument.theme+xml"/>
  <Override PartName="/ppt/theme/theme66.xml" ContentType="application/vnd.openxmlformats-officedocument.theme+xml"/>
  <Override PartName="/ppt/theme/theme282.xml" ContentType="application/vnd.openxmlformats-officedocument.theme+xml"/>
  <Override PartName="/ppt/theme/theme283.xml" ContentType="application/vnd.openxmlformats-officedocument.theme+xml"/>
  <Override PartName="/ppt/theme/theme284.xml" ContentType="application/vnd.openxmlformats-officedocument.theme+xml"/>
  <Override PartName="/ppt/theme/theme1.xml" ContentType="application/vnd.openxmlformats-officedocument.theme+xml"/>
  <Override PartName="/ppt/theme/theme300.xml" ContentType="application/vnd.openxmlformats-officedocument.theme+xml"/>
  <Override PartName="/ppt/theme/theme34.xml" ContentType="application/vnd.openxmlformats-officedocument.theme+xml"/>
  <Override PartName="/ppt/theme/theme285.xml" ContentType="application/vnd.openxmlformats-officedocument.theme+xml"/>
  <Override PartName="/ppt/theme/theme2.xml" ContentType="application/vnd.openxmlformats-officedocument.theme+xml"/>
  <Override PartName="/ppt/theme/theme301.xml" ContentType="application/vnd.openxmlformats-officedocument.theme+xml"/>
  <Override PartName="/ppt/theme/theme35.xml" ContentType="application/vnd.openxmlformats-officedocument.theme+xml"/>
  <Override PartName="/ppt/theme/theme286.xml" ContentType="application/vnd.openxmlformats-officedocument.theme+xml"/>
  <Override PartName="/ppt/theme/theme3.xml" ContentType="application/vnd.openxmlformats-officedocument.theme+xml"/>
  <Override PartName="/ppt/theme/theme218.xml" ContentType="application/vnd.openxmlformats-officedocument.theme+xml"/>
  <Override PartName="/ppt/theme/theme302.xml" ContentType="application/vnd.openxmlformats-officedocument.theme+xml"/>
  <Override PartName="/ppt/theme/theme36.xml" ContentType="application/vnd.openxmlformats-officedocument.theme+xml"/>
  <Override PartName="/ppt/theme/theme287.xml" ContentType="application/vnd.openxmlformats-officedocument.theme+xml"/>
  <Override PartName="/ppt/theme/theme4.xml" ContentType="application/vnd.openxmlformats-officedocument.theme+xml"/>
  <Override PartName="/ppt/theme/theme219.xml" ContentType="application/vnd.openxmlformats-officedocument.theme+xml"/>
  <Override PartName="/ppt/theme/theme288.xml" ContentType="application/vnd.openxmlformats-officedocument.theme+xml"/>
  <Override PartName="/ppt/theme/theme5.xml" ContentType="application/vnd.openxmlformats-officedocument.theme+xml"/>
  <Override PartName="/ppt/theme/theme105.xml" ContentType="application/vnd.openxmlformats-officedocument.theme+xml"/>
  <Override PartName="/ppt/theme/theme74.xml" ContentType="application/vnd.openxmlformats-officedocument.theme+xml"/>
  <Override PartName="/ppt/theme/theme290.xml" ContentType="application/vnd.openxmlformats-officedocument.theme+xml"/>
  <Override PartName="/ppt/theme/theme184.xml" ContentType="application/vnd.openxmlformats-officedocument.theme+xml"/>
  <Override PartName="/ppt/theme/theme222.xml" ContentType="application/vnd.openxmlformats-officedocument.theme+xml"/>
  <Override PartName="/ppt/theme/theme299.xml" ContentType="application/vnd.openxmlformats-officedocument.theme+xml"/>
  <Override PartName="/ppt/theme/theme262.xml" ContentType="application/vnd.openxmlformats-officedocument.theme+xml"/>
  <Override PartName="/ppt/theme/theme289.xml" ContentType="application/vnd.openxmlformats-officedocument.theme+xml"/>
  <Override PartName="/ppt/theme/theme6.xml" ContentType="application/vnd.openxmlformats-officedocument.theme+xml"/>
  <Override PartName="/ppt/theme/theme75.xml" ContentType="application/vnd.openxmlformats-officedocument.theme+xml"/>
  <Override PartName="/ppt/theme/theme291.xml" ContentType="application/vnd.openxmlformats-officedocument.theme+xml"/>
  <Override PartName="/ppt/theme/theme298.xml" ContentType="application/vnd.openxmlformats-officedocument.theme+xml"/>
  <Override PartName="/ppt/theme/theme261.xml" ContentType="application/vnd.openxmlformats-officedocument.theme+xml"/>
  <Override PartName="/ppt/theme/theme297.xml" ContentType="application/vnd.openxmlformats-officedocument.theme+xml"/>
  <Override PartName="/ppt/theme/theme260.xml" ContentType="application/vnd.openxmlformats-officedocument.theme+xml"/>
  <Override PartName="/ppt/theme/theme296.xml" ContentType="application/vnd.openxmlformats-officedocument.theme+xml"/>
  <Override PartName="/ppt/theme/theme295.xml" ContentType="application/vnd.openxmlformats-officedocument.theme+xml"/>
  <Override PartName="/ppt/theme/theme294.xml" ContentType="application/vnd.openxmlformats-officedocument.theme+xml"/>
  <Override PartName="/ppt/theme/theme293.xml" ContentType="application/vnd.openxmlformats-officedocument.theme+xml"/>
  <Override PartName="/ppt/theme/theme76.xml" ContentType="application/vnd.openxmlformats-officedocument.theme+xml"/>
  <Override PartName="/ppt/theme/theme292.xml" ContentType="application/vnd.openxmlformats-officedocument.theme+xml"/>
  <Override PartName="/ppt/theme/theme275.xml" ContentType="application/vnd.openxmlformats-officedocument.theme+xml"/>
  <Override PartName="/ppt/theme/theme274.xml" ContentType="application/vnd.openxmlformats-officedocument.theme+xml"/>
  <Override PartName="/ppt/theme/theme273.xml" ContentType="application/vnd.openxmlformats-officedocument.theme+xml"/>
  <Override PartName="/ppt/theme/theme272.xml" ContentType="application/vnd.openxmlformats-officedocument.theme+xml"/>
  <Override PartName="/ppt/theme/theme271.xml" ContentType="application/vnd.openxmlformats-officedocument.theme+xml"/>
  <Override PartName="/ppt/theme/theme270.xml" ContentType="application/vnd.openxmlformats-officedocument.theme+xml"/>
  <Override PartName="/ppt/theme/theme269.xml" ContentType="application/vnd.openxmlformats-officedocument.theme+xml"/>
  <Override PartName="/ppt/theme/theme268.xml" ContentType="application/vnd.openxmlformats-officedocument.theme+xml"/>
  <Override PartName="/ppt/theme/theme267.xml" ContentType="application/vnd.openxmlformats-officedocument.theme+xml"/>
  <Override PartName="/ppt/theme/theme266.xml" ContentType="application/vnd.openxmlformats-officedocument.theme+xml"/>
  <Override PartName="/ppt/theme/theme49.xml" ContentType="application/vnd.openxmlformats-officedocument.theme+xml"/>
  <Override PartName="/ppt/theme/theme122.xml" ContentType="application/vnd.openxmlformats-officedocument.theme+xml"/>
  <Override PartName="/ppt/theme/theme190.xml" ContentType="application/vnd.openxmlformats-officedocument.theme+xml"/>
  <Override PartName="/ppt/theme/theme265.xml" ContentType="application/vnd.openxmlformats-officedocument.theme+xml"/>
  <Override PartName="/ppt/theme/theme48.xml" ContentType="application/vnd.openxmlformats-officedocument.theme+xml"/>
  <Override PartName="/ppt/theme/theme121.xml" ContentType="application/vnd.openxmlformats-officedocument.theme+xml"/>
  <Override PartName="/ppt/theme/theme264.xml" ContentType="application/vnd.openxmlformats-officedocument.theme+xml"/>
  <Override PartName="/ppt/theme/theme263.xml" ContentType="application/vnd.openxmlformats-officedocument.theme+xml"/>
  <Override PartName="/ppt/theme/theme259.xml" ContentType="application/vnd.openxmlformats-officedocument.theme+xml"/>
  <Override PartName="/ppt/theme/theme258.xml" ContentType="application/vnd.openxmlformats-officedocument.theme+xml"/>
  <Override PartName="/ppt/theme/theme124.xml" ContentType="application/vnd.openxmlformats-officedocument.theme+xml"/>
  <Override PartName="/ppt/theme/theme123.xml" ContentType="application/vnd.openxmlformats-officedocument.theme+xml"/>
  <Override PartName="/ppt/theme/theme191.xml" ContentType="application/vnd.openxmlformats-officedocument.theme+xml"/>
  <Override PartName="/ppt/theme/theme126.xml" ContentType="application/vnd.openxmlformats-officedocument.theme+xml"/>
  <Override PartName="/ppt/theme/theme125.xml" ContentType="application/vnd.openxmlformats-officedocument.theme+xml"/>
  <Override PartName="/ppt/theme/theme60.xml" ContentType="application/vnd.openxmlformats-officedocument.theme+xml"/>
  <Override PartName="/ppt/theme/theme94.xml" ContentType="application/vnd.openxmlformats-officedocument.theme+xml"/>
  <Override PartName="/ppt/theme/theme26.xml" ContentType="application/vnd.openxmlformats-officedocument.theme+xml"/>
  <Override PartName="/ppt/theme/theme93.xml" ContentType="application/vnd.openxmlformats-officedocument.theme+xml"/>
  <Override PartName="/ppt/theme/theme25.xml" ContentType="application/vnd.openxmlformats-officedocument.theme+xml"/>
  <Override PartName="/ppt/theme/theme81.xml" ContentType="application/vnd.openxmlformats-officedocument.theme+xml"/>
  <Override PartName="/ppt/theme/theme13.xml" ContentType="application/vnd.openxmlformats-officedocument.theme+xml"/>
  <Override PartName="/ppt/theme/theme16.xml" ContentType="application/vnd.openxmlformats-officedocument.theme+xml"/>
  <Override PartName="/ppt/theme/theme84.xml" ContentType="application/vnd.openxmlformats-officedocument.theme+xml"/>
  <Override PartName="/ppt/theme/theme80.xml" ContentType="application/vnd.openxmlformats-officedocument.theme+xml"/>
  <Override PartName="/ppt/theme/theme12.xml" ContentType="application/vnd.openxmlformats-officedocument.theme+xml"/>
  <Override PartName="/ppt/theme/theme15.xml" ContentType="application/vnd.openxmlformats-officedocument.theme+xml"/>
  <Override PartName="/ppt/theme/theme83.xml" ContentType="application/vnd.openxmlformats-officedocument.theme+xml"/>
  <Override PartName="/ppt/theme/theme14.xml" ContentType="application/vnd.openxmlformats-officedocument.theme+xml"/>
  <Override PartName="/ppt/theme/theme82.xml" ContentType="application/vnd.openxmlformats-officedocument.theme+xml"/>
  <Override PartName="/ppt/theme/theme57.xml" ContentType="application/vnd.openxmlformats-officedocument.theme+xml"/>
  <Override PartName="/ppt/theme/theme130.xml" ContentType="application/vnd.openxmlformats-officedocument.theme+xml"/>
  <Override PartName="/ppt/theme/theme58.xml" ContentType="application/vnd.openxmlformats-officedocument.theme+xml"/>
  <Override PartName="/ppt/theme/theme131.xml" ContentType="application/vnd.openxmlformats-officedocument.theme+xml"/>
  <Override PartName="/ppt/theme/theme59.xml" ContentType="application/vnd.openxmlformats-officedocument.theme+xml"/>
  <Override PartName="/ppt/theme/theme132.xml" ContentType="application/vnd.openxmlformats-officedocument.theme+xml"/>
  <Override PartName="/ppt/theme/theme10.xml" ContentType="application/vnd.openxmlformats-officedocument.theme+xml"/>
  <Override PartName="/ppt/theme/theme20.xml" ContentType="application/vnd.openxmlformats-officedocument.theme+xml"/>
  <Override PartName="/ppt/theme/theme9.xml" ContentType="application/vnd.openxmlformats-officedocument.theme+xml"/>
  <Override PartName="/ppt/theme/theme24.xml" ContentType="application/vnd.openxmlformats-officedocument.theme+xml"/>
  <Override PartName="/ppt/theme/theme92.xml" ContentType="application/vnd.openxmlformats-officedocument.theme+xml"/>
  <Override PartName="/ppt/theme/theme11.xml" ContentType="application/vnd.openxmlformats-officedocument.theme+xml"/>
  <Override PartName="/ppt/theme/theme21.xml" ContentType="application/vnd.openxmlformats-officedocument.theme+xml"/>
  <Override PartName="/ppt/theme/theme90.xml" ContentType="application/vnd.openxmlformats-officedocument.theme+xml"/>
  <Override PartName="/ppt/theme/theme22.xml" ContentType="application/vnd.openxmlformats-officedocument.theme+xml"/>
  <Override PartName="/ppt/theme/theme7.xml" ContentType="application/vnd.openxmlformats-officedocument.theme+xml"/>
  <Override PartName="/ppt/theme/theme91.xml" ContentType="application/vnd.openxmlformats-officedocument.theme+xml"/>
  <Override PartName="/ppt/theme/theme23.xml" ContentType="application/vnd.openxmlformats-officedocument.theme+xml"/>
  <Override PartName="/ppt/theme/theme8.xml" ContentType="application/vnd.openxmlformats-officedocument.theme+xml"/>
  <Override PartName="/ppt/theme/theme30.xml" ContentType="application/vnd.openxmlformats-officedocument.theme+xml"/>
  <Override PartName="/ppt/theme/theme31.xml" ContentType="application/vnd.openxmlformats-officedocument.theme+xml"/>
  <Override PartName="/ppt/theme/theme32.xml" ContentType="application/vnd.openxmlformats-officedocument.theme+xml"/>
  <Override PartName="/ppt/theme/theme33.xml" ContentType="application/vnd.openxmlformats-officedocument.theme+xml"/>
  <Override PartName="/ppt/theme/theme40.xml" ContentType="application/vnd.openxmlformats-officedocument.theme+xml"/>
  <Override PartName="/ppt/theme/theme41.xml" ContentType="application/vnd.openxmlformats-officedocument.theme+xml"/>
  <Override PartName="/ppt/theme/theme42.xml" ContentType="application/vnd.openxmlformats-officedocument.theme+xml"/>
  <Override PartName="/ppt/theme/theme43.xml" ContentType="application/vnd.openxmlformats-officedocument.theme+xml"/>
  <Override PartName="/ppt/theme/theme44.xml" ContentType="application/vnd.openxmlformats-officedocument.theme+xml"/>
  <Override PartName="/ppt/theme/theme45.xml" ContentType="application/vnd.openxmlformats-officedocument.theme+xml"/>
  <Override PartName="/ppt/theme/theme46.xml" ContentType="application/vnd.openxmlformats-officedocument.theme+xml"/>
  <Override PartName="/ppt/theme/theme107.xml" ContentType="application/vnd.openxmlformats-officedocument.theme+xml"/>
  <Override PartName="/ppt/theme/theme213.xml" ContentType="application/vnd.openxmlformats-officedocument.theme+xml"/>
  <Override PartName="/ppt/theme/theme175.xml" ContentType="application/vnd.openxmlformats-officedocument.theme+xml"/>
  <Override PartName="/ppt/theme/theme50.xml" ContentType="application/vnd.openxmlformats-officedocument.theme+xml"/>
  <Override PartName="/ppt/theme/theme108.xml" ContentType="application/vnd.openxmlformats-officedocument.theme+xml"/>
  <Override PartName="/ppt/theme/theme214.xml" ContentType="application/vnd.openxmlformats-officedocument.theme+xml"/>
  <Override PartName="/ppt/theme/theme176.xml" ContentType="application/vnd.openxmlformats-officedocument.theme+xml"/>
  <Override PartName="/ppt/theme/theme51.xml" ContentType="application/vnd.openxmlformats-officedocument.theme+xml"/>
  <Override PartName="/ppt/theme/theme109.xml" ContentType="application/vnd.openxmlformats-officedocument.theme+xml"/>
  <Override PartName="/ppt/theme/theme215.xml" ContentType="application/vnd.openxmlformats-officedocument.theme+xml"/>
  <Override PartName="/ppt/theme/theme177.xml" ContentType="application/vnd.openxmlformats-officedocument.theme+xml"/>
  <Override PartName="/ppt/theme/theme52.xml" ContentType="application/vnd.openxmlformats-officedocument.theme+xml"/>
  <Override PartName="/ppt/theme/theme53.xml" ContentType="application/vnd.openxmlformats-officedocument.theme+xml"/>
  <Override PartName="/ppt/theme/theme54.xml" ContentType="application/vnd.openxmlformats-officedocument.theme+xml"/>
  <Override PartName="/ppt/theme/theme55.xml" ContentType="application/vnd.openxmlformats-officedocument.theme+xml"/>
  <Override PartName="/ppt/theme/theme56.xml" ContentType="application/vnd.openxmlformats-officedocument.theme+xml"/>
  <Override PartName="/ppt/theme/theme128.xml" ContentType="application/vnd.openxmlformats-officedocument.theme+xml"/>
  <Override PartName="/ppt/theme/theme129.xml" ContentType="application/vnd.openxmlformats-officedocument.theme+xml"/>
  <Override PartName="/ppt/theme/theme133.xml" ContentType="application/vnd.openxmlformats-officedocument.theme+xml"/>
  <Override PartName="/ppt/theme/theme134.xml" ContentType="application/vnd.openxmlformats-officedocument.theme+xml"/>
  <Override PartName="/ppt/theme/theme135.xml" ContentType="application/vnd.openxmlformats-officedocument.theme+xml"/>
  <Override PartName="/ppt/theme/theme136.xml" ContentType="application/vnd.openxmlformats-officedocument.theme+xml"/>
  <Override PartName="/ppt/theme/theme137.xml" ContentType="application/vnd.openxmlformats-officedocument.theme+xml"/>
  <Override PartName="/ppt/theme/theme138.xml" ContentType="application/vnd.openxmlformats-officedocument.theme+xml"/>
  <Override PartName="/ppt/theme/theme139.xml" ContentType="application/vnd.openxmlformats-officedocument.theme+xml"/>
  <Override PartName="/ppt/theme/theme143.xml" ContentType="application/vnd.openxmlformats-officedocument.theme+xml"/>
  <Override PartName="/ppt/theme/theme144.xml" ContentType="application/vnd.openxmlformats-officedocument.theme+xml"/>
  <Override PartName="/ppt/theme/theme145.xml" ContentType="application/vnd.openxmlformats-officedocument.theme+xml"/>
  <Override PartName="/ppt/theme/theme146.xml" ContentType="application/vnd.openxmlformats-officedocument.theme+xml"/>
  <Override PartName="/ppt/theme/theme147.xml" ContentType="application/vnd.openxmlformats-officedocument.theme+xml"/>
  <Override PartName="/ppt/theme/theme148.xml" ContentType="application/vnd.openxmlformats-officedocument.theme+xml"/>
  <Override PartName="/ppt/theme/theme149.xml" ContentType="application/vnd.openxmlformats-officedocument.theme+xml"/>
  <Override PartName="/ppt/theme/theme153.xml" ContentType="application/vnd.openxmlformats-officedocument.theme+xml"/>
  <Override PartName="/ppt/theme/theme154.xml" ContentType="application/vnd.openxmlformats-officedocument.theme+xml"/>
  <Override PartName="/ppt/theme/theme155.xml" ContentType="application/vnd.openxmlformats-officedocument.theme+xml"/>
  <Override PartName="/ppt/theme/theme156.xml" ContentType="application/vnd.openxmlformats-officedocument.theme+xml"/>
  <Override PartName="/ppt/theme/theme157.xml" ContentType="application/vnd.openxmlformats-officedocument.theme+xml"/>
  <Override PartName="/ppt/theme/theme158.xml" ContentType="application/vnd.openxmlformats-officedocument.theme+xml"/>
  <Override PartName="/ppt/theme/theme159.xml" ContentType="application/vnd.openxmlformats-officedocument.theme+xml"/>
  <Override PartName="/ppt/theme/theme216.xml" ContentType="application/vnd.openxmlformats-officedocument.theme+xml"/>
  <Override PartName="/ppt/theme/theme178.xml" ContentType="application/vnd.openxmlformats-officedocument.theme+xml"/>
  <Override PartName="/ppt/theme/theme217.xml" ContentType="application/vnd.openxmlformats-officedocument.theme+xml"/>
  <Override PartName="/ppt/theme/theme179.xml" ContentType="application/vnd.openxmlformats-officedocument.theme+xml"/>
  <Override PartName="/ppt/theme/theme162.xml" ContentType="application/vnd.openxmlformats-officedocument.theme+xml"/>
  <Override PartName="/ppt/theme/theme200.xml" ContentType="application/vnd.openxmlformats-officedocument.theme+xml"/>
  <Override PartName="/ppt/theme/theme163.xml" ContentType="application/vnd.openxmlformats-officedocument.theme+xml"/>
  <Override PartName="/ppt/theme/theme201.xml" ContentType="application/vnd.openxmlformats-officedocument.theme+xml"/>
  <Override PartName="/ppt/theme/theme202.xml" ContentType="application/vnd.openxmlformats-officedocument.theme+xml"/>
  <Override PartName="/ppt/theme/theme164.xml" ContentType="application/vnd.openxmlformats-officedocument.theme+xml"/>
  <Override PartName="/ppt/theme/theme203.xml" ContentType="application/vnd.openxmlformats-officedocument.theme+xml"/>
  <Override PartName="/ppt/theme/theme165.xml" ContentType="application/vnd.openxmlformats-officedocument.theme+xml"/>
  <Override PartName="/ppt/theme/theme204.xml" ContentType="application/vnd.openxmlformats-officedocument.theme+xml"/>
  <Override PartName="/ppt/theme/theme166.xml" ContentType="application/vnd.openxmlformats-officedocument.theme+xml"/>
  <Override PartName="/ppt/theme/theme205.xml" ContentType="application/vnd.openxmlformats-officedocument.theme+xml"/>
  <Override PartName="/ppt/theme/theme167.xml" ContentType="application/vnd.openxmlformats-officedocument.theme+xml"/>
  <Override PartName="/ppt/theme/theme206.xml" ContentType="application/vnd.openxmlformats-officedocument.theme+xml"/>
  <Override PartName="/ppt/theme/theme168.xml" ContentType="application/vnd.openxmlformats-officedocument.theme+xml"/>
  <Override PartName="/ppt/theme/theme207.xml" ContentType="application/vnd.openxmlformats-officedocument.theme+xml"/>
  <Override PartName="/ppt/theme/theme169.xml" ContentType="application/vnd.openxmlformats-officedocument.theme+xml"/>
  <Override PartName="/ppt/theme/theme172.xml" ContentType="application/vnd.openxmlformats-officedocument.theme+xml"/>
  <Override PartName="/ppt/theme/theme210.xml" ContentType="application/vnd.openxmlformats-officedocument.theme+xml"/>
  <Override PartName="/ppt/theme/theme173.xml" ContentType="application/vnd.openxmlformats-officedocument.theme+xml"/>
  <Override PartName="/ppt/theme/theme211.xml" ContentType="application/vnd.openxmlformats-officedocument.theme+xml"/>
  <Override PartName="/ppt/theme/theme182.xml" ContentType="application/vnd.openxmlformats-officedocument.theme+xml"/>
  <Override PartName="/ppt/theme/theme220.xml" ContentType="application/vnd.openxmlformats-officedocument.theme+xml"/>
  <Override PartName="/ppt/theme/theme183.xml" ContentType="application/vnd.openxmlformats-officedocument.theme+xml"/>
  <Override PartName="/ppt/theme/theme221.xml" ContentType="application/vnd.openxmlformats-officedocument.theme+xml"/>
  <Override PartName="/ppt/notesSlides/_rels/notesSlide38.xml.rels" ContentType="application/vnd.openxmlformats-package.relationships+xml"/>
  <Override PartName="/ppt/notesSlides/_rels/notesSlide32.xml.rels" ContentType="application/vnd.openxmlformats-package.relationships+xml"/>
  <Override PartName="/ppt/notesSlides/_rels/notesSlide12.xml.rels" ContentType="application/vnd.openxmlformats-package.relationships+xml"/>
  <Override PartName="/ppt/notesSlides/_rels/notesSlide1.xml.rels" ContentType="application/vnd.openxmlformats-package.relationships+xml"/>
  <Override PartName="/ppt/notesSlides/_rels/notesSlide20.xml.rels" ContentType="application/vnd.openxmlformats-package.relationships+xml"/>
  <Override PartName="/ppt/notesSlides/_rels/notesSlide19.xml.rels" ContentType="application/vnd.openxmlformats-package.relationships+xml"/>
  <Override PartName="/ppt/notesSlides/_rels/notesSlide11.xml.rels" ContentType="application/vnd.openxmlformats-package.relationships+xml"/>
  <Override PartName="/ppt/notesSlides/_rels/notesSlide2.xml.rels" ContentType="application/vnd.openxmlformats-package.relationships+xml"/>
  <Override PartName="/ppt/notesSlides/_rels/notesSlide8.xml.rels" ContentType="application/vnd.openxmlformats-package.relationships+xml"/>
  <Override PartName="/ppt/notesSlides/_rels/notesSlide17.xml.rels" ContentType="application/vnd.openxmlformats-package.relationships+xml"/>
  <Override PartName="/ppt/notesSlides/_rels/notesSlide39.xml.rels" ContentType="application/vnd.openxmlformats-package.relationships+xml"/>
  <Override PartName="/ppt/notesSlides/_rels/notesSlide6.xml.rels" ContentType="application/vnd.openxmlformats-package.relationships+xml"/>
  <Override PartName="/ppt/notesSlides/_rels/notesSlide14.xml.rels" ContentType="application/vnd.openxmlformats-package.relationships+xml"/>
  <Override PartName="/ppt/notesSlides/_rels/notesSlide41.xml.rels" ContentType="application/vnd.openxmlformats-package.relationships+xml"/>
  <Override PartName="/ppt/notesSlides/_rels/notesSlide10.xml.rels" ContentType="application/vnd.openxmlformats-package.relationships+xml"/>
  <Override PartName="/ppt/notesSlides/_rels/notesSlide18.xml.rels" ContentType="application/vnd.openxmlformats-package.relationships+xml"/>
  <Override PartName="/ppt/notesSlides/_rels/notesSlide13.xml.rels" ContentType="application/vnd.openxmlformats-package.relationships+xml"/>
  <Override PartName="/ppt/notesSlides/_rels/notesSlide34.xml.rels" ContentType="application/vnd.openxmlformats-package.relationships+xml"/>
  <Override PartName="/ppt/notesSlides/_rels/notesSlide43.xml.rels" ContentType="application/vnd.openxmlformats-package.relationships+xml"/>
  <Override PartName="/ppt/notesSlides/_rels/notesSlide9.xml.rels" ContentType="application/vnd.openxmlformats-package.relationships+xml"/>
  <Override PartName="/ppt/notesSlides/_rels/notesSlide3.xml.rels" ContentType="application/vnd.openxmlformats-package.relationships+xml"/>
  <Override PartName="/ppt/notesSlides/_rels/notesSlide30.xml.rels" ContentType="application/vnd.openxmlformats-package.relationships+xml"/>
  <Override PartName="/ppt/notesSlides/_rels/notesSlide5.xml.rels" ContentType="application/vnd.openxmlformats-package.relationships+xml"/>
  <Override PartName="/ppt/notesSlides/_rels/notesSlide4.xml.rels" ContentType="application/vnd.openxmlformats-package.relationships+xml"/>
  <Override PartName="/ppt/notesSlides/_rels/notesSlide7.xml.rels" ContentType="application/vnd.openxmlformats-package.relationships+xml"/>
  <Override PartName="/ppt/notesSlides/_rels/notesSlide42.xml.rels" ContentType="application/vnd.openxmlformats-package.relationships+xml"/>
  <Override PartName="/ppt/notesSlides/_rels/notesSlide33.xml.rels" ContentType="application/vnd.openxmlformats-package.relationships+xml"/>
  <Override PartName="/ppt/notesSlides/_rels/notesSlide35.xml.rels" ContentType="application/vnd.openxmlformats-package.relationships+xml"/>
  <Override PartName="/ppt/notesSlides/_rels/notesSlide15.xml.rels" ContentType="application/vnd.openxmlformats-package.relationships+xml"/>
  <Override PartName="/ppt/notesSlides/_rels/notesSlide31.xml.rels" ContentType="application/vnd.openxmlformats-package.relationships+xml"/>
  <Override PartName="/ppt/notesSlides/_rels/notesSlide37.xml.rels" ContentType="application/vnd.openxmlformats-package.relationships+xml"/>
  <Override PartName="/ppt/notesSlides/notesSlide41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_rels/presentation.xml.rels" ContentType="application/vnd.openxmlformats-package.relationships+xml"/>
  <Override PartName="/ppt/media/image245.png" ContentType="image/png"/>
  <Override PartName="/ppt/media/image90.jpeg" ContentType="image/jpeg"/>
  <Override PartName="/ppt/media/image382.png" ContentType="image/png"/>
  <Override PartName="/ppt/media/image243.jpeg" ContentType="image/jpeg"/>
  <Override PartName="/ppt/media/image209.jpeg" ContentType="image/jpeg"/>
  <Override PartName="/ppt/media/image208.jpeg" ContentType="image/jpeg"/>
  <Override PartName="/ppt/media/image205.jpeg" ContentType="image/jpeg"/>
  <Override PartName="/ppt/media/image204.jpeg" ContentType="image/jpeg"/>
  <Override PartName="/ppt/media/image203.jpeg" ContentType="image/jpeg"/>
  <Override PartName="/ppt/media/image202.jpeg" ContentType="image/jpeg"/>
  <Override PartName="/ppt/media/image199.jpeg" ContentType="image/jpeg"/>
  <Override PartName="/ppt/media/image198.jpeg" ContentType="image/jpeg"/>
  <Override PartName="/ppt/media/image197.jpeg" ContentType="image/jpeg"/>
  <Override PartName="/ppt/media/image383.jpeg" ContentType="image/jpeg"/>
  <Override PartName="/ppt/media/image196.jpeg" ContentType="image/jpeg"/>
  <Override PartName="/ppt/media/image195.jpeg" ContentType="image/jpeg"/>
  <Override PartName="/ppt/media/image381.jpeg" ContentType="image/jpeg"/>
  <Override PartName="/ppt/media/image194.jpeg" ContentType="image/jpeg"/>
  <Override PartName="/ppt/media/image193.jpeg" ContentType="image/jpeg"/>
  <Override PartName="/ppt/media/image99.jpeg" ContentType="image/jpeg"/>
  <Override PartName="/ppt/media/image179.jpeg" ContentType="image/jpeg"/>
  <Override PartName="/ppt/media/image178.jpeg" ContentType="image/jpeg"/>
  <Override PartName="/ppt/media/image177.jpeg" ContentType="image/jpeg"/>
  <Override PartName="/ppt/media/image176.jpeg" ContentType="image/jpeg"/>
  <Override PartName="/ppt/media/image175.jpeg" ContentType="image/jpeg"/>
  <Override PartName="/ppt/media/image37.jpeg" ContentType="image/jpeg"/>
  <Override PartName="/ppt/media/image171.jpeg" ContentType="image/jpeg"/>
  <Override PartName="/ppt/media/image170.jpeg" ContentType="image/jpeg"/>
  <Override PartName="/ppt/media/image169.jpeg" ContentType="image/jpeg"/>
  <Override PartName="/ppt/media/image168.jpeg" ContentType="image/jpeg"/>
  <Override PartName="/ppt/media/image167.jpeg" ContentType="image/jpeg"/>
  <Override PartName="/ppt/media/image166.jpeg" ContentType="image/jpeg"/>
  <Override PartName="/ppt/media/image165.jpeg" ContentType="image/jpeg"/>
  <Override PartName="/ppt/media/image164.jpeg" ContentType="image/jpeg"/>
  <Override PartName="/ppt/media/image163.jpeg" ContentType="image/jpeg"/>
  <Override PartName="/ppt/media/image69.jpeg" ContentType="image/jpeg"/>
  <Override PartName="/ppt/media/image162.jpeg" ContentType="image/jpeg"/>
  <Override PartName="/ppt/media/image68.jpeg" ContentType="image/jpeg"/>
  <Override PartName="/ppt/media/image161.jpeg" ContentType="image/jpeg"/>
  <Override PartName="/ppt/media/image67.jpeg" ContentType="image/jpeg"/>
  <Override PartName="/ppt/media/image160.jpeg" ContentType="image/jpeg"/>
  <Override PartName="/ppt/media/image66.jpeg" ContentType="image/jpeg"/>
  <Override PartName="/ppt/media/image158.jpeg" ContentType="image/jpeg"/>
  <Override PartName="/ppt/media/image244.png" ContentType="image/png"/>
  <Override PartName="/ppt/media/image157.jpeg" ContentType="image/jpeg"/>
  <Override PartName="/ppt/media/image156.jpeg" ContentType="image/jpeg"/>
  <Override PartName="/ppt/media/image155.jpeg" ContentType="image/jpeg"/>
  <Override PartName="/ppt/media/image154.jpeg" ContentType="image/jpeg"/>
  <Override PartName="/ppt/media/image419.jpeg" ContentType="image/jpeg"/>
  <Override PartName="/ppt/media/image153.jpeg" ContentType="image/jpeg"/>
  <Override PartName="/ppt/media/image418.jpeg" ContentType="image/jpeg"/>
  <Override PartName="/ppt/media/image152.jpeg" ContentType="image/jpeg"/>
  <Override PartName="/ppt/media/image151.jpeg" ContentType="image/jpeg"/>
  <Override PartName="/ppt/media/image416.jpeg" ContentType="image/jpeg"/>
  <Override PartName="/ppt/media/image150.jpeg" ContentType="image/jpeg"/>
  <Override PartName="/ppt/media/image229.jpeg" ContentType="image/jpeg"/>
  <Override PartName="/ppt/media/image149.jpeg" ContentType="image/jpeg"/>
  <Override PartName="/ppt/media/image148.jpeg" ContentType="image/jpeg"/>
  <Override PartName="/ppt/media/image147.jpeg" ContentType="image/jpeg"/>
  <Override PartName="/ppt/media/image146.jpeg" ContentType="image/jpeg"/>
  <Override PartName="/ppt/media/image145.jpeg" ContentType="image/jpeg"/>
  <Override PartName="/ppt/media/image144.jpeg" ContentType="image/jpeg"/>
  <Override PartName="/ppt/media/image143.jpeg" ContentType="image/jpeg"/>
  <Override PartName="/ppt/media/image49.jpeg" ContentType="image/jpeg"/>
  <Override PartName="/ppt/media/image142.jpeg" ContentType="image/jpeg"/>
  <Override PartName="/ppt/media/image48.jpeg" ContentType="image/jpeg"/>
  <Override PartName="/ppt/media/image141.jpeg" ContentType="image/jpeg"/>
  <Override PartName="/ppt/media/image47.jpeg" ContentType="image/jpeg"/>
  <Override PartName="/ppt/media/image140.jpeg" ContentType="image/jpeg"/>
  <Override PartName="/ppt/media/image46.jpeg" ContentType="image/jpeg"/>
  <Override PartName="/ppt/media/image138.jpeg" ContentType="image/jpeg"/>
  <Override PartName="/ppt/media/image137.jpeg" ContentType="image/jpeg"/>
  <Override PartName="/ppt/media/image136.jpeg" ContentType="image/jpeg"/>
  <Override PartName="/ppt/media/image134.jpeg" ContentType="image/jpeg"/>
  <Override PartName="/ppt/media/image133.jpeg" ContentType="image/jpeg"/>
  <Override PartName="/ppt/media/image132.jpeg" ContentType="image/jpeg"/>
  <Override PartName="/ppt/media/image131.jpeg" ContentType="image/jpeg"/>
  <Override PartName="/ppt/media/image130.jpeg" ContentType="image/jpeg"/>
  <Override PartName="/ppt/media/image129.jpeg" ContentType="image/jpeg"/>
  <Override PartName="/ppt/media/image128.jpeg" ContentType="image/jpeg"/>
  <Override PartName="/ppt/media/image59.jpeg" ContentType="image/jpeg"/>
  <Override PartName="/ppt/media/image212.jpeg" ContentType="image/jpeg"/>
  <Override PartName="/ppt/media/image42.jpeg" ContentType="image/jpeg"/>
  <Override PartName="/ppt/media/image228.jpeg" ContentType="image/jpeg"/>
  <Override PartName="/ppt/media/image58.jpeg" ContentType="image/jpeg"/>
  <Override PartName="/ppt/media/image227.jpeg" ContentType="image/jpeg"/>
  <Override PartName="/ppt/media/image57.jpeg" ContentType="image/jpeg"/>
  <Override PartName="/ppt/media/image226.jpeg" ContentType="image/jpeg"/>
  <Override PartName="/ppt/media/image56.jpeg" ContentType="image/jpeg"/>
  <Override PartName="/ppt/media/image225.jpeg" ContentType="image/jpeg"/>
  <Override PartName="/ppt/media/image55.jpeg" ContentType="image/jpeg"/>
  <Override PartName="/ppt/media/image224.jpeg" ContentType="image/jpeg"/>
  <Override PartName="/ppt/media/image54.jpeg" ContentType="image/jpeg"/>
  <Override PartName="/ppt/media/image223.jpeg" ContentType="image/jpeg"/>
  <Override PartName="/ppt/media/image53.jpeg" ContentType="image/jpeg"/>
  <Override PartName="/ppt/media/image249.png" ContentType="image/png"/>
  <Override PartName="/ppt/media/image386.png" ContentType="image/png"/>
  <Override PartName="/ppt/media/image424.png" ContentType="image/png"/>
  <Override PartName="/ppt/media/image219.jpeg" ContentType="image/jpeg"/>
  <Override PartName="/ppt/media/image218.jpeg" ContentType="image/jpeg"/>
  <Override PartName="/ppt/media/image217.jpeg" ContentType="image/jpeg"/>
  <Override PartName="/ppt/media/image216.jpeg" ContentType="image/jpeg"/>
  <Override PartName="/ppt/media/image215.jpeg" ContentType="image/jpeg"/>
  <Override PartName="/ppt/media/image45.jpeg" ContentType="image/jpeg"/>
  <Override PartName="/ppt/media/image214.jpeg" ContentType="image/jpeg"/>
  <Override PartName="/ppt/media/image44.jpeg" ContentType="image/jpeg"/>
  <Override PartName="/ppt/media/image213.jpeg" ContentType="image/jpeg"/>
  <Override PartName="/ppt/media/image43.jpeg" ContentType="image/jpeg"/>
  <Override PartName="/ppt/media/image34.wmf" ContentType="image/x-wmf"/>
  <Override PartName="/ppt/media/image20.jpeg" ContentType="image/jpeg"/>
  <Override PartName="/ppt/media/image354.png" ContentType="image/png"/>
  <Override PartName="/ppt/media/image360.wmf" ContentType="image/x-wmf"/>
  <Override PartName="/ppt/media/image201.jpeg" ContentType="image/jpeg"/>
  <Override PartName="/ppt/media/image31.jpeg" ContentType="image/jpeg"/>
  <Override PartName="/ppt/media/image200.jpeg" ContentType="image/jpeg"/>
  <Override PartName="/ppt/media/image30.jpeg" ContentType="image/jpeg"/>
  <Override PartName="/ppt/media/image9.jpeg" ContentType="image/jpeg"/>
  <Override PartName="/ppt/media/image279.jpeg" ContentType="image/jpeg"/>
  <Override PartName="/ppt/media/image173.jpeg" ContentType="image/jpeg"/>
  <Override PartName="/ppt/media/image11.jpeg" ContentType="image/jpeg"/>
  <Override PartName="/ppt/media/image28.jpeg" ContentType="image/jpeg"/>
  <Override PartName="/ppt/media/image257.jpeg" ContentType="image/jpeg"/>
  <Override PartName="/ppt/media/image406.png" ContentType="image/png"/>
  <Override PartName="/ppt/media/image87.jpeg" ContentType="image/jpeg"/>
  <Override PartName="/ppt/media/image180.jpeg" ContentType="image/jpeg"/>
  <Override PartName="/ppt/media/image107.jpeg" ContentType="image/jpeg"/>
  <Override PartName="/ppt/media/image210.jpeg" ContentType="image/jpeg"/>
  <Override PartName="/ppt/media/image40.jpeg" ContentType="image/jpeg"/>
  <Override PartName="/ppt/media/image13.jpeg" ContentType="image/jpeg"/>
  <Override PartName="/ppt/media/image39.jpeg" ContentType="image/jpeg"/>
  <Override PartName="/ppt/media/image98.jpeg" ContentType="image/jpeg"/>
  <Override PartName="/ppt/media/image192.jpeg" ContentType="image/jpeg"/>
  <Override PartName="/ppt/media/image8.jpeg" ContentType="image/jpeg"/>
  <Override PartName="/ppt/media/image278.jpeg" ContentType="image/jpeg"/>
  <Override PartName="/ppt/media/image172.jpeg" ContentType="image/jpeg"/>
  <Override PartName="/ppt/media/image10.jpeg" ContentType="image/jpeg"/>
  <Override PartName="/ppt/media/image377.jpeg" ContentType="image/jpeg"/>
  <Override PartName="/ppt/media/image189.jpeg" ContentType="image/jpeg"/>
  <Override PartName="/ppt/media/image251.png" ContentType="image/png"/>
  <Override PartName="/ppt/media/image417.png" ContentType="image/png"/>
  <Override PartName="/ppt/media/image27.jpeg" ContentType="image/jpeg"/>
  <Override PartName="/ppt/media/image256.jpeg" ContentType="image/jpeg"/>
  <Override PartName="/ppt/media/image86.jpeg" ContentType="image/jpeg"/>
  <Override PartName="/ppt/media/image106.jpeg" ContentType="image/jpeg"/>
  <Override PartName="/ppt/media/image222.jpeg" ContentType="image/jpeg"/>
  <Override PartName="/ppt/media/image52.jpeg" ContentType="image/jpeg"/>
  <Override PartName="/ppt/media/image371.png" ContentType="image/png"/>
  <Override PartName="/ppt/media/image121.jpeg" ContentType="image/jpeg"/>
  <Override PartName="/ppt/media/image29.jpeg" ContentType="image/jpeg"/>
  <Override PartName="/ppt/media/image174.jpeg" ContentType="image/jpeg"/>
  <Override PartName="/ppt/media/image404.png" ContentType="image/png"/>
  <Override PartName="/ppt/media/image12.jpeg" ContentType="image/jpeg"/>
  <Override PartName="/ppt/media/image379.jpeg" ContentType="image/jpeg"/>
  <Override PartName="/ppt/media/image181.jpeg" ContentType="image/jpeg"/>
  <Override PartName="/ppt/media/image108.jpeg" ContentType="image/jpeg"/>
  <Override PartName="/ppt/media/image38.jpeg" ContentType="image/jpeg"/>
  <Override PartName="/ppt/media/image97.jpeg" ContentType="image/jpeg"/>
  <Override PartName="/ppt/media/image191.jpeg" ContentType="image/jpeg"/>
  <Override PartName="/ppt/media/image7.jpeg" ContentType="image/jpeg"/>
  <Override PartName="/ppt/media/image277.jpeg" ContentType="image/jpeg"/>
  <Override PartName="/ppt/media/image221.jpeg" ContentType="image/jpeg"/>
  <Override PartName="/ppt/media/image51.jpeg" ContentType="image/jpeg"/>
  <Override PartName="/ppt/media/image6.jpeg" ContentType="image/jpeg"/>
  <Override PartName="/ppt/media/image276.jpeg" ContentType="image/jpeg"/>
  <Override PartName="/ppt/media/image220.jpeg" ContentType="image/jpeg"/>
  <Override PartName="/ppt/media/image139.jpeg" ContentType="image/jpeg"/>
  <Override PartName="/ppt/media/image50.jpeg" ContentType="image/jpeg"/>
  <Override PartName="/ppt/media/image351.png" ContentType="image/png"/>
  <Override PartName="/ppt/media/image5.jpeg" ContentType="image/jpeg"/>
  <Override PartName="/ppt/media/image275.jpeg" ContentType="image/jpeg"/>
  <Override PartName="/ppt/media/image188.jpeg" ContentType="image/jpeg"/>
  <Override PartName="/ppt/media/image407.png" ContentType="image/png"/>
  <Override PartName="/ppt/media/image26.jpeg" ContentType="image/jpeg"/>
  <Override PartName="/ppt/media/image255.jpeg" ContentType="image/jpeg"/>
  <Override PartName="/ppt/media/image85.jpeg" ContentType="image/jpeg"/>
  <Override PartName="/ppt/media/image105.jpeg" ContentType="image/jpeg"/>
  <Override PartName="/ppt/media/image4.jpeg" ContentType="image/jpeg"/>
  <Override PartName="/ppt/media/image274.jpeg" ContentType="image/jpeg"/>
  <Override PartName="/ppt/media/image187.jpeg" ContentType="image/jpeg"/>
  <Override PartName="/ppt/media/image25.jpeg" ContentType="image/jpeg"/>
  <Override PartName="/ppt/media/image84.jpeg" ContentType="image/jpeg"/>
  <Override PartName="/ppt/media/image263.jpeg" ContentType="image/jpeg"/>
  <Override PartName="/ppt/media/image93.jpeg" ContentType="image/jpeg"/>
  <Override PartName="/ppt/media/image264.jpeg" ContentType="image/jpeg"/>
  <Override PartName="/ppt/media/image94.jpeg" ContentType="image/jpeg"/>
  <Override PartName="/ppt/media/image270.jpeg" ContentType="image/jpeg"/>
  <Override PartName="/ppt/media/image280.jpeg" ContentType="image/jpeg"/>
  <Override PartName="/ppt/media/image207.jpeg" ContentType="image/jpeg"/>
  <Override PartName="/ppt/media/image283.jpeg" ContentType="image/jpeg"/>
  <Override PartName="/ppt/media/image284.jpeg" ContentType="image/jpeg"/>
  <Override PartName="/ppt/media/image290.wmf" ContentType="image/x-wmf"/>
  <Override PartName="/ppt/media/image358.png" ContentType="image/png"/>
  <Override PartName="/ppt/media/image74.png" ContentType="image/png"/>
  <Override PartName="/ppt/media/image135.jpeg" ContentType="image/jpeg"/>
  <Override PartName="/ppt/media/image183.jpeg" ContentType="image/jpeg"/>
  <Override PartName="/ppt/media/image298.png" ContentType="image/png"/>
  <Override PartName="/ppt/media/image342.wmf" ContentType="image/x-wmf"/>
  <Override PartName="/ppt/media/image269.jpeg" ContentType="image/jpeg"/>
  <Override PartName="/ppt/media/image265.jpeg" ContentType="image/jpeg"/>
  <Override PartName="/ppt/media/image95.jpeg" ContentType="image/jpeg"/>
  <Override PartName="/ppt/media/image15.jpeg" ContentType="image/jpeg"/>
  <Override PartName="/ppt/media/image304.wmf" ContentType="image/x-wmf"/>
  <Override PartName="/ppt/media/image397.png" ContentType="image/png"/>
  <Override PartName="/ppt/media/image435.png" ContentType="image/png"/>
  <Override PartName="/ppt/media/image295.jpeg" ContentType="image/jpeg"/>
  <Override PartName="/ppt/media/image231.jpeg" ContentType="image/jpeg"/>
  <Override PartName="/ppt/media/image266.jpeg" ContentType="image/jpeg"/>
  <Override PartName="/ppt/media/image312.wmf" ContentType="image/x-wmf"/>
  <Override PartName="/ppt/media/image310.wmf" ContentType="image/x-wmf"/>
  <Override PartName="/ppt/media/image399.jpeg" ContentType="image/jpeg"/>
  <Override PartName="/ppt/media/image311.wmf" ContentType="image/x-wmf"/>
  <Override PartName="/ppt/media/image282.jpeg" ContentType="image/jpeg"/>
  <Override PartName="/ppt/media/image315.png" ContentType="image/png"/>
  <Override PartName="/ppt/media/image321.wmf" ContentType="image/x-wmf"/>
  <Override PartName="/ppt/media/image316.wmf" ContentType="image/x-wmf"/>
  <Override PartName="/ppt/media/image318.jpeg" ContentType="image/jpeg"/>
  <Override PartName="/ppt/media/image328.png" ContentType="image/png"/>
  <Override PartName="/ppt/media/image334.wmf" ContentType="image/x-wmf"/>
  <Override PartName="/ppt/media/image296.wmf" ContentType="image/x-wmf"/>
  <Override PartName="/ppt/media/image322.jpeg" ContentType="image/jpeg"/>
  <Override PartName="/ppt/media/image101.jpeg" ContentType="image/jpeg"/>
  <Override PartName="/ppt/media/image323.wmf" ContentType="image/x-wmf"/>
  <Override PartName="/ppt/media/image71.jpeg" ContentType="image/jpeg"/>
  <Override PartName="/ppt/media/image241.jpeg" ContentType="image/jpeg"/>
  <Override PartName="/ppt/media/image325.jpeg" ContentType="image/jpeg"/>
  <Override PartName="/ppt/media/image104.jpeg" ContentType="image/jpeg"/>
  <Override PartName="/ppt/media/image437.png" ContentType="image/png"/>
  <Override PartName="/ppt/media/image306.wmf" ContentType="image/x-wmf"/>
  <Override PartName="/ppt/media/image329.wmf" ContentType="image/x-wmf"/>
  <Override PartName="/ppt/media/image333.png" ContentType="image/png"/>
  <Override PartName="/ppt/media/image384.png" ContentType="image/png"/>
  <Override PartName="/ppt/media/image427.png" ContentType="image/png"/>
  <Override PartName="/ppt/media/image60.jpeg" ContentType="image/jpeg"/>
  <Override PartName="/ppt/media/image230.jpeg" ContentType="image/jpeg"/>
  <Override PartName="/ppt/media/image368.png" ContentType="image/png"/>
  <Override PartName="/ppt/media/image289.png" ContentType="image/png"/>
  <Override PartName="/ppt/media/image340.wmf" ContentType="image/x-wmf"/>
  <Override PartName="/ppt/media/image262.jpeg" ContentType="image/jpeg"/>
  <Override PartName="/ppt/media/image113.jpeg" ContentType="image/jpeg"/>
  <Override PartName="/ppt/media/image19.jpeg" ContentType="image/jpeg"/>
  <Override PartName="/ppt/media/image400.png" ContentType="image/png"/>
  <Override PartName="/ppt/media/image309.wmf" ContentType="image/x-wmf"/>
  <Override PartName="/ppt/media/image401.png" ContentType="image/png"/>
  <Override PartName="/ppt/media/image413.png" ContentType="image/png"/>
  <Override PartName="/ppt/media/image288.jpeg" ContentType="image/jpeg"/>
  <Override PartName="/ppt/media/image293.wmf" ContentType="image/x-wmf"/>
  <Override PartName="/ppt/media/image331.wmf" ContentType="image/x-wmf"/>
  <Override PartName="/ppt/media/image429.wmf" ContentType="image/x-wmf"/>
  <Override PartName="/ppt/media/image369.png" ContentType="image/png"/>
  <Override PartName="/ppt/media/image376.png" ContentType="image/png"/>
  <Override PartName="/ppt/media/image428.png" ContentType="image/png"/>
  <Override PartName="/ppt/media/image123.jpeg" ContentType="image/jpeg"/>
  <Override PartName="/ppt/media/image423.png" ContentType="image/png"/>
  <Override PartName="/ppt/media/image385.png" ContentType="image/png"/>
  <Override PartName="/ppt/media/image414.png" ContentType="image/png"/>
  <Override PartName="/ppt/media/image387.wmf" ContentType="image/x-wmf"/>
  <Override PartName="/ppt/media/image302.wmf" ContentType="image/x-wmf"/>
  <Override PartName="/ppt/media/image395.png" ContentType="image/png"/>
  <Override PartName="/ppt/media/image433.png" ContentType="image/png"/>
  <Override PartName="/ppt/media/image338.wmf" ContentType="image/x-wmf"/>
  <Override PartName="/ppt/media/image292.jpeg" ContentType="image/jpeg"/>
  <Override PartName="/ppt/media/image366.wmf" ContentType="image/x-wmf"/>
  <Override PartName="/ppt/media/image403.png" ContentType="image/png"/>
  <Override PartName="/ppt/media/image350.png" ContentType="image/png"/>
  <Override PartName="/ppt/media/image426.wmf" ContentType="image/x-wmf"/>
  <Override PartName="/ppt/media/image268.jpeg" ContentType="image/jpeg"/>
  <Override PartName="/ppt/media/image294.wmf" ContentType="image/x-wmf"/>
  <Override PartName="/ppt/media/image332.wmf" ContentType="image/x-wmf"/>
  <Override PartName="/ppt/media/image330.wmf" ContentType="image/x-wmf"/>
  <Override PartName="/ppt/media/image359.wmf" ContentType="image/x-wmf"/>
  <Override PartName="/ppt/media/image261.jpeg" ContentType="image/jpeg"/>
  <Override PartName="/ppt/media/image373.png" ContentType="image/png"/>
  <Override PartName="/ppt/media/image425.png" ContentType="image/png"/>
  <Override PartName="/ppt/media/image411.png" ContentType="image/png"/>
  <Override PartName="/ppt/media/image422.wmf" ContentType="image/x-wmf"/>
  <Override PartName="/ppt/media/image415.png" ContentType="image/png"/>
  <Override PartName="/ppt/media/image412.png" ContentType="image/png"/>
  <Override PartName="/ppt/media/image119.jpeg" ContentType="image/jpeg"/>
  <Override PartName="/ppt/media/image378.png" ContentType="image/png"/>
  <Override PartName="/ppt/media/image61.jpeg" ContentType="image/jpeg"/>
  <Override PartName="/ppt/media/image420.jpeg" ContentType="image/jpeg"/>
  <Override PartName="/ppt/media/image434.png" ContentType="image/png"/>
  <Override PartName="/ppt/media/image250.jpeg" ContentType="image/jpeg"/>
  <Override PartName="/ppt/media/image339.wmf" ContentType="image/x-wmf"/>
  <Override PartName="/ppt/media/image91.jpeg" ContentType="image/jpeg"/>
  <Override PartName="/ppt/media/image430.png" ContentType="image/png"/>
  <Override PartName="/ppt/media/image307.wmf" ContentType="image/x-wmf"/>
  <Override PartName="/ppt/media/image438.png" ContentType="image/png"/>
  <Override PartName="/ppt/media/image396.jpeg" ContentType="image/jpeg"/>
  <Override PartName="/ppt/media/image388.png" ContentType="image/png"/>
  <Override PartName="/ppt/media/image394.wmf" ContentType="image/x-wmf"/>
  <Override PartName="/ppt/media/image100.jpeg" ContentType="image/jpeg"/>
  <Override PartName="/ppt/media/image408.png" ContentType="image/png"/>
  <Override PartName="/ppt/media/image392.jpeg" ContentType="image/jpeg"/>
  <Override PartName="/ppt/media/image405.png" ContentType="image/png"/>
  <Override PartName="/ppt/media/image281.jpeg" ContentType="image/jpeg"/>
  <Override PartName="/ppt/media/image65.jpeg" ContentType="image/jpeg"/>
  <Override PartName="/ppt/media/image235.jpeg" ContentType="image/jpeg"/>
  <Override PartName="/ppt/media/image313.wmf" ContentType="image/x-wmf"/>
  <Override PartName="/ppt/media/image70.jpeg" ContentType="image/jpeg"/>
  <Override PartName="/ppt/media/image240.jpeg" ContentType="image/jpeg"/>
  <Override PartName="/ppt/media/image285.png" ContentType="image/png"/>
  <Override PartName="/ppt/media/image291.wmf" ContentType="image/x-wmf"/>
  <Override PartName="/ppt/media/image389.jpeg" ContentType="image/jpeg"/>
  <Override PartName="/ppt/media/image375.png" ContentType="image/png"/>
  <Override PartName="/ppt/media/image308.wmf" ContentType="image/x-wmf"/>
  <Override PartName="/ppt/media/image89.jpeg" ContentType="image/jpeg"/>
  <Override PartName="/ppt/media/image300.wmf" ContentType="image/x-wmf"/>
  <Override PartName="/ppt/media/image393.png" ContentType="image/png"/>
  <Override PartName="/ppt/media/image431.png" ContentType="image/png"/>
  <Override PartName="/ppt/media/image336.wmf" ContentType="image/x-wmf"/>
  <Override PartName="/ppt/media/image398.wmf" ContentType="image/x-wmf"/>
  <Override PartName="/ppt/media/image372.png" ContentType="image/png"/>
  <Override PartName="/ppt/media/image370.png" ContentType="image/png"/>
  <Override PartName="/ppt/media/image326.wmf" ContentType="image/x-wmf"/>
  <Override PartName="/ppt/media/image390.png" ContentType="image/png"/>
  <Override PartName="/ppt/media/image432.png" ContentType="image/png"/>
  <Override PartName="/ppt/media/image301.wmf" ContentType="image/x-wmf"/>
  <Override PartName="/ppt/media/image367.png" ContentType="image/png"/>
  <Override PartName="/ppt/media/image125.jpeg" ContentType="image/jpeg"/>
  <Override PartName="/ppt/media/image402.png" ContentType="image/png"/>
  <Override PartName="/ppt/media/image365.wmf" ContentType="image/x-wmf"/>
  <Override PartName="/ppt/media/image18.jpeg" ContentType="image/jpeg"/>
  <Override PartName="/ppt/media/image112.jpeg" ContentType="image/jpeg"/>
  <Override PartName="/ppt/media/image267.jpeg" ContentType="image/jpeg"/>
  <Override PartName="/ppt/media/image314.png" ContentType="image/png"/>
  <Override PartName="/ppt/media/image320.wmf" ContentType="image/x-wmf"/>
  <Override PartName="/ppt/media/image260.jpeg" ContentType="image/jpeg"/>
  <Override PartName="/ppt/media/image363.png" ContentType="image/png"/>
  <Override PartName="/ppt/media/image324.wmf" ContentType="image/x-wmf"/>
  <Override PartName="/ppt/media/image286.wmf" ContentType="image/x-wmf"/>
  <Override PartName="/ppt/media/image409.png" ContentType="image/png"/>
  <Override PartName="/ppt/media/image380.png" ContentType="image/png"/>
  <Override PartName="/ppt/media/image357.png" ContentType="image/png"/>
  <Override PartName="/ppt/media/image356.png" ContentType="image/png"/>
  <Override PartName="/ppt/media/image362.wmf" ContentType="image/x-wmf"/>
  <Override PartName="/ppt/media/image349.png" ContentType="image/png"/>
  <Override PartName="/ppt/media/image348.png" ContentType="image/png"/>
  <Override PartName="/ppt/media/image353.wmf" ContentType="image/x-wmf"/>
  <Override PartName="/ppt/media/image347.png" ContentType="image/png"/>
  <Override PartName="/ppt/media/image346.png" ContentType="image/png"/>
  <Override PartName="/ppt/media/image344.png" ContentType="image/png"/>
  <Override PartName="/ppt/media/image343.wmf" ContentType="image/x-wmf"/>
  <Override PartName="/ppt/media/image341.wmf" ContentType="image/x-wmf"/>
  <Override PartName="/ppt/media/image259.jpeg" ContentType="image/jpeg"/>
  <Override PartName="/ppt/media/image258.jpeg" ContentType="image/jpeg"/>
  <Override PartName="/ppt/media/image88.jpeg" ContentType="image/jpeg"/>
  <Override PartName="/ppt/media/image127.jpeg" ContentType="image/jpeg"/>
  <Override PartName="/ppt/media/image126.jpeg" ContentType="image/jpeg"/>
  <Override PartName="/ppt/media/image124.jpeg" ContentType="image/jpeg"/>
  <Override PartName="/ppt/media/image410.png" ContentType="image/png"/>
  <Override PartName="/ppt/media/image122.jpeg" ContentType="image/jpeg"/>
  <Override PartName="/ppt/media/image115.jpeg" ContentType="image/jpeg"/>
  <Override PartName="/ppt/media/image114.jpeg" ContentType="image/jpeg"/>
  <Override PartName="/ppt/media/image80.jpeg" ContentType="image/jpeg"/>
  <Override PartName="/ppt/media/image317.wmf" ContentType="image/x-wmf"/>
  <Override PartName="/ppt/media/image92.jpeg" ContentType="image/jpeg"/>
  <Override PartName="/ppt/media/image303.png" ContentType="image/png"/>
  <Override PartName="/ppt/media/image17.jpeg" ContentType="image/jpeg"/>
  <Override PartName="/ppt/media/image111.jpeg" ContentType="image/jpeg"/>
  <Override PartName="/ppt/media/image76.jpeg" ContentType="image/jpeg"/>
  <Override PartName="/ppt/media/image246.jpeg" ContentType="image/jpeg"/>
  <Override PartName="/ppt/media/image75.jpeg" ContentType="image/jpeg"/>
  <Override PartName="/ppt/media/image305.wmf" ContentType="image/x-wmf"/>
  <Override PartName="/ppt/media/image436.png" ContentType="image/png"/>
  <Override PartName="/ppt/media/image72.jpeg" ContentType="image/jpeg"/>
  <Override PartName="/ppt/media/image73.png" ContentType="image/png"/>
  <Override PartName="/ppt/media/image242.jpeg" ContentType="image/jpeg"/>
  <Override PartName="/ppt/media/image355.png" ContentType="image/png"/>
  <Override PartName="/ppt/media/image361.wmf" ContentType="image/x-wmf"/>
  <Override PartName="/ppt/media/image35.wmf" ContentType="image/x-wmf"/>
  <Override PartName="/ppt/media/image239.jpeg" ContentType="image/jpeg"/>
  <Override PartName="/ppt/media/image238.jpeg" ContentType="image/jpeg"/>
  <Override PartName="/ppt/media/image237.jpeg" ContentType="image/jpeg"/>
  <Override PartName="/ppt/media/image236.jpeg" ContentType="image/jpeg"/>
  <Override PartName="/ppt/media/image64.jpeg" ContentType="image/jpeg"/>
  <Override PartName="/ppt/media/image234.jpeg" ContentType="image/jpeg"/>
  <Override PartName="/ppt/media/image63.jpeg" ContentType="image/jpeg"/>
  <Override PartName="/ppt/media/image233.jpeg" ContentType="image/jpeg"/>
  <Override PartName="/ppt/media/image16.jpeg" ContentType="image/jpeg"/>
  <Override PartName="/ppt/media/image110.jpeg" ContentType="image/jpeg"/>
  <Override PartName="/ppt/media/image345.wmf" ContentType="image/x-wmf"/>
  <Override PartName="/ppt/media/image79.jpeg" ContentType="image/jpeg"/>
  <Override PartName="/ppt/media/image421.jpeg" ContentType="image/jpeg"/>
  <Override PartName="/ppt/media/image62.jpeg" ContentType="image/jpeg"/>
  <Override PartName="/ppt/media/image33.wmf" ContentType="image/x-wmf"/>
  <Override PartName="/ppt/media/image232.jpeg" ContentType="image/jpeg"/>
  <Override PartName="/ppt/media/image391.png" ContentType="image/png"/>
  <Override PartName="/ppt/media/image159.jpeg" ContentType="image/jpeg"/>
  <Override PartName="/ppt/media/image254.png" ContentType="image/png"/>
  <Override PartName="/ppt/media/image297.wmf" ContentType="image/x-wmf"/>
  <Override PartName="/ppt/media/image335.wmf" ContentType="image/x-wmf"/>
  <Override PartName="/ppt/media/image78.jpeg" ContentType="image/jpeg"/>
  <Override PartName="/ppt/media/image248.jpeg" ContentType="image/jpeg"/>
  <Override PartName="/ppt/media/image287.wmf" ContentType="image/x-wmf"/>
  <Override PartName="/ppt/media/image319.png" ContentType="image/png"/>
  <Override PartName="/ppt/media/image77.jpeg" ContentType="image/jpeg"/>
  <Override PartName="/ppt/media/image247.jpeg" ContentType="image/jpeg"/>
  <Override PartName="/ppt/media/image117.jpeg" ContentType="image/jpeg"/>
  <Override PartName="/ppt/media/image96.jpeg" ContentType="image/jpeg"/>
  <Override PartName="/ppt/media/image190.jpeg" ContentType="image/jpeg"/>
  <Override PartName="/ppt/media/image21.jpeg" ContentType="image/jpeg"/>
  <Override PartName="/ppt/media/image364.png" ContentType="image/png"/>
  <Override PartName="/ppt/media/image116.jpeg" ContentType="image/jpeg"/>
  <Override PartName="/ppt/media/image109.jpeg" ContentType="image/jpeg"/>
  <Override PartName="/ppt/media/image182.jpeg" ContentType="image/jpeg"/>
  <Override PartName="/ppt/media/image14.jpeg" ContentType="image/jpeg"/>
  <Override PartName="/ppt/media/image120.jpeg" ContentType="image/jpeg"/>
  <Override PartName="/ppt/media/image41.jpeg" ContentType="image/jpeg"/>
  <Override PartName="/ppt/media/image211.jpeg" ContentType="image/jpeg"/>
  <Override PartName="/ppt/media/image118.jpeg" ContentType="image/jpeg"/>
  <Override PartName="/ppt/media/image327.wmf" ContentType="image/x-wmf"/>
  <Override PartName="/ppt/media/image81.jpeg" ContentType="image/jpeg"/>
  <Override PartName="/ppt/media/image32.wmf" ContentType="image/x-wmf"/>
  <Override PartName="/ppt/media/image352.png" ContentType="image/png"/>
  <Override PartName="/ppt/media/image374.png" ContentType="image/png"/>
  <Override PartName="/ppt/media/image22.jpeg" ContentType="image/jpeg"/>
  <Override PartName="/ppt/media/image184.jpeg" ContentType="image/jpeg"/>
  <Override PartName="/ppt/media/image271.jpeg" ContentType="image/jpeg"/>
  <Override PartName="/ppt/media/image1.jpeg" ContentType="image/jpeg"/>
  <Override PartName="/ppt/media/image102.jpeg" ContentType="image/jpeg"/>
  <Override PartName="/ppt/media/image299.wmf" ContentType="image/x-wmf"/>
  <Override PartName="/ppt/media/image337.wmf" ContentType="image/x-wmf"/>
  <Override PartName="/ppt/media/image82.jpeg" ContentType="image/jpeg"/>
  <Override PartName="/ppt/media/image252.jpeg" ContentType="image/jpeg"/>
  <Override PartName="/ppt/media/image23.jpeg" ContentType="image/jpeg"/>
  <Override PartName="/ppt/media/image185.jpeg" ContentType="image/jpeg"/>
  <Override PartName="/ppt/media/image272.jpeg" ContentType="image/jpeg"/>
  <Override PartName="/ppt/media/image2.jpeg" ContentType="image/jpeg"/>
  <Override PartName="/ppt/media/image36.jpeg" ContentType="image/jpeg"/>
  <Override PartName="/ppt/media/image206.jpeg" ContentType="image/jpeg"/>
  <Override PartName="/ppt/media/image103.jpeg" ContentType="image/jpeg"/>
  <Override PartName="/ppt/media/image83.jpeg" ContentType="image/jpeg"/>
  <Override PartName="/ppt/media/image253.jpeg" ContentType="image/jpeg"/>
  <Override PartName="/ppt/media/image24.jpeg" ContentType="image/jpeg"/>
  <Override PartName="/ppt/media/image186.jpeg" ContentType="image/jpeg"/>
  <Override PartName="/ppt/media/image3.jpeg" ContentType="image/jpeg"/>
  <Override PartName="/ppt/media/image273.jpeg" ContentType="image/jpeg"/>
  <Override PartName="/ppt/slideLayouts/slideLayout2354.xml" ContentType="application/vnd.openxmlformats-officedocument.presentationml.slideLayout+xml"/>
  <Override PartName="/ppt/slideLayouts/slideLayout2353.xml" ContentType="application/vnd.openxmlformats-officedocument.presentationml.slideLayout+xml"/>
  <Override PartName="/ppt/slideLayouts/slideLayout2352.xml" ContentType="application/vnd.openxmlformats-officedocument.presentationml.slideLayout+xml"/>
  <Override PartName="/ppt/slideLayouts/slideLayout2351.xml" ContentType="application/vnd.openxmlformats-officedocument.presentationml.slideLayout+xml"/>
  <Override PartName="/ppt/slideLayouts/slideLayout2350.xml" ContentType="application/vnd.openxmlformats-officedocument.presentationml.slideLayout+xml"/>
  <Override PartName="/ppt/slideLayouts/slideLayout2340.xml" ContentType="application/vnd.openxmlformats-officedocument.presentationml.slideLayout+xml"/>
  <Override PartName="/ppt/slideLayouts/slideLayout2330.xml" ContentType="application/vnd.openxmlformats-officedocument.presentationml.slideLayout+xml"/>
  <Override PartName="/ppt/slideLayouts/slideLayout2320.xml" ContentType="application/vnd.openxmlformats-officedocument.presentationml.slideLayout+xml"/>
  <Override PartName="/ppt/slideLayouts/slideLayout2310.xml" ContentType="application/vnd.openxmlformats-officedocument.presentationml.slideLayout+xml"/>
  <Override PartName="/ppt/slideLayouts/slideLayout2300.xml" ContentType="application/vnd.openxmlformats-officedocument.presentationml.slideLayout+xml"/>
  <Override PartName="/ppt/slideLayouts/slideLayout2282.xml" ContentType="application/vnd.openxmlformats-officedocument.presentationml.slideLayout+xml"/>
  <Override PartName="/ppt/slideLayouts/slideLayout2281.xml" ContentType="application/vnd.openxmlformats-officedocument.presentationml.slideLayout+xml"/>
  <Override PartName="/ppt/slideLayouts/slideLayout2280.xml" ContentType="application/vnd.openxmlformats-officedocument.presentationml.slideLayout+xml"/>
  <Override PartName="/ppt/slideLayouts/slideLayout2272.xml" ContentType="application/vnd.openxmlformats-officedocument.presentationml.slideLayout+xml"/>
  <Override PartName="/ppt/slideLayouts/slideLayout2271.xml" ContentType="application/vnd.openxmlformats-officedocument.presentationml.slideLayout+xml"/>
  <Override PartName="/ppt/slideLayouts/slideLayout2270.xml" ContentType="application/vnd.openxmlformats-officedocument.presentationml.slideLayout+xml"/>
  <Override PartName="/ppt/slideLayouts/slideLayout2262.xml" ContentType="application/vnd.openxmlformats-officedocument.presentationml.slideLayout+xml"/>
  <Override PartName="/ppt/slideLayouts/slideLayout2261.xml" ContentType="application/vnd.openxmlformats-officedocument.presentationml.slideLayout+xml"/>
  <Override PartName="/ppt/slideLayouts/slideLayout2260.xml" ContentType="application/vnd.openxmlformats-officedocument.presentationml.slideLayout+xml"/>
  <Override PartName="/ppt/slideLayouts/slideLayout2252.xml" ContentType="application/vnd.openxmlformats-officedocument.presentationml.slideLayout+xml"/>
  <Override PartName="/ppt/slideLayouts/slideLayout2242.xml" ContentType="application/vnd.openxmlformats-officedocument.presentationml.slideLayout+xml"/>
  <Override PartName="/ppt/slideLayouts/slideLayout2241.xml" ContentType="application/vnd.openxmlformats-officedocument.presentationml.slideLayout+xml"/>
  <Override PartName="/ppt/slideLayouts/slideLayout2240.xml" ContentType="application/vnd.openxmlformats-officedocument.presentationml.slideLayout+xml"/>
  <Override PartName="/ppt/slideLayouts/slideLayout2232.xml" ContentType="application/vnd.openxmlformats-officedocument.presentationml.slideLayout+xml"/>
  <Override PartName="/ppt/slideLayouts/slideLayout2231.xml" ContentType="application/vnd.openxmlformats-officedocument.presentationml.slideLayout+xml"/>
  <Override PartName="/ppt/slideLayouts/slideLayout2230.xml" ContentType="application/vnd.openxmlformats-officedocument.presentationml.slideLayout+xml"/>
  <Override PartName="/ppt/slideLayouts/slideLayout2222.xml" ContentType="application/vnd.openxmlformats-officedocument.presentationml.slideLayout+xml"/>
  <Override PartName="/ppt/slideLayouts/slideLayout2221.xml" ContentType="application/vnd.openxmlformats-officedocument.presentationml.slideLayout+xml"/>
  <Override PartName="/ppt/slideLayouts/slideLayout2220.xml" ContentType="application/vnd.openxmlformats-officedocument.presentationml.slideLayout+xml"/>
  <Override PartName="/ppt/slideLayouts/slideLayout2212.xml" ContentType="application/vnd.openxmlformats-officedocument.presentationml.slideLayout+xml"/>
  <Override PartName="/ppt/slideLayouts/slideLayout2211.xml" ContentType="application/vnd.openxmlformats-officedocument.presentationml.slideLayout+xml"/>
  <Override PartName="/ppt/slideLayouts/slideLayout2210.xml" ContentType="application/vnd.openxmlformats-officedocument.presentationml.slideLayout+xml"/>
  <Override PartName="/ppt/slideLayouts/slideLayout2202.xml" ContentType="application/vnd.openxmlformats-officedocument.presentationml.slideLayout+xml"/>
  <Override PartName="/ppt/slideLayouts/slideLayout2201.xml" ContentType="application/vnd.openxmlformats-officedocument.presentationml.slideLayout+xml"/>
  <Override PartName="/ppt/slideLayouts/slideLayout2200.xml" ContentType="application/vnd.openxmlformats-officedocument.presentationml.slideLayout+xml"/>
  <Override PartName="/ppt/slideLayouts/slideLayout2192.xml" ContentType="application/vnd.openxmlformats-officedocument.presentationml.slideLayout+xml"/>
  <Override PartName="/ppt/slideLayouts/slideLayout2191.xml" ContentType="application/vnd.openxmlformats-officedocument.presentationml.slideLayout+xml"/>
  <Override PartName="/ppt/slideLayouts/slideLayout2190.xml" ContentType="application/vnd.openxmlformats-officedocument.presentationml.slideLayout+xml"/>
  <Override PartName="/ppt/slideLayouts/slideLayout2182.xml" ContentType="application/vnd.openxmlformats-officedocument.presentationml.slideLayout+xml"/>
  <Override PartName="/ppt/slideLayouts/slideLayout2181.xml" ContentType="application/vnd.openxmlformats-officedocument.presentationml.slideLayout+xml"/>
  <Override PartName="/ppt/slideLayouts/slideLayout2180.xml" ContentType="application/vnd.openxmlformats-officedocument.presentationml.slideLayout+xml"/>
  <Override PartName="/ppt/slideLayouts/slideLayout2172.xml" ContentType="application/vnd.openxmlformats-officedocument.presentationml.slideLayout+xml"/>
  <Override PartName="/ppt/slideLayouts/slideLayout2171.xml" ContentType="application/vnd.openxmlformats-officedocument.presentationml.slideLayout+xml"/>
  <Override PartName="/ppt/slideLayouts/slideLayout2170.xml" ContentType="application/vnd.openxmlformats-officedocument.presentationml.slideLayout+xml"/>
  <Override PartName="/ppt/slideLayouts/slideLayout2162.xml" ContentType="application/vnd.openxmlformats-officedocument.presentationml.slideLayout+xml"/>
  <Override PartName="/ppt/slideLayouts/slideLayout2161.xml" ContentType="application/vnd.openxmlformats-officedocument.presentationml.slideLayout+xml"/>
  <Override PartName="/ppt/slideLayouts/slideLayout2160.xml" ContentType="application/vnd.openxmlformats-officedocument.presentationml.slideLayout+xml"/>
  <Override PartName="/ppt/slideLayouts/slideLayout2152.xml" ContentType="application/vnd.openxmlformats-officedocument.presentationml.slideLayout+xml"/>
  <Override PartName="/ppt/slideLayouts/slideLayout2151.xml" ContentType="application/vnd.openxmlformats-officedocument.presentationml.slideLayout+xml"/>
  <Override PartName="/ppt/slideLayouts/slideLayout2150.xml" ContentType="application/vnd.openxmlformats-officedocument.presentationml.slideLayout+xml"/>
  <Override PartName="/ppt/slideLayouts/slideLayout2142.xml" ContentType="application/vnd.openxmlformats-officedocument.presentationml.slideLayout+xml"/>
  <Override PartName="/ppt/slideLayouts/slideLayout2141.xml" ContentType="application/vnd.openxmlformats-officedocument.presentationml.slideLayout+xml"/>
  <Override PartName="/ppt/slideLayouts/slideLayout2140.xml" ContentType="application/vnd.openxmlformats-officedocument.presentationml.slideLayout+xml"/>
  <Override PartName="/ppt/slideLayouts/slideLayout2132.xml" ContentType="application/vnd.openxmlformats-officedocument.presentationml.slideLayout+xml"/>
  <Override PartName="/ppt/slideLayouts/slideLayout2131.xml" ContentType="application/vnd.openxmlformats-officedocument.presentationml.slideLayout+xml"/>
  <Override PartName="/ppt/slideLayouts/slideLayout2130.xml" ContentType="application/vnd.openxmlformats-officedocument.presentationml.slideLayout+xml"/>
  <Override PartName="/ppt/slideLayouts/slideLayout2122.xml" ContentType="application/vnd.openxmlformats-officedocument.presentationml.slideLayout+xml"/>
  <Override PartName="/ppt/slideLayouts/slideLayout2121.xml" ContentType="application/vnd.openxmlformats-officedocument.presentationml.slideLayout+xml"/>
  <Override PartName="/ppt/slideLayouts/slideLayout2120.xml" ContentType="application/vnd.openxmlformats-officedocument.presentationml.slideLayout+xml"/>
  <Override PartName="/ppt/slideLayouts/slideLayout2112.xml" ContentType="application/vnd.openxmlformats-officedocument.presentationml.slideLayout+xml"/>
  <Override PartName="/ppt/slideLayouts/slideLayout2111.xml" ContentType="application/vnd.openxmlformats-officedocument.presentationml.slideLayout+xml"/>
  <Override PartName="/ppt/slideLayouts/slideLayout2110.xml" ContentType="application/vnd.openxmlformats-officedocument.presentationml.slideLayout+xml"/>
  <Override PartName="/ppt/slideLayouts/slideLayout2102.xml" ContentType="application/vnd.openxmlformats-officedocument.presentationml.slideLayout+xml"/>
  <Override PartName="/ppt/slideLayouts/slideLayout2101.xml" ContentType="application/vnd.openxmlformats-officedocument.presentationml.slideLayout+xml"/>
  <Override PartName="/ppt/slideLayouts/slideLayout2100.xml" ContentType="application/vnd.openxmlformats-officedocument.presentationml.slideLayout+xml"/>
  <Override PartName="/ppt/slideLayouts/slideLayout2082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2072.xml" ContentType="application/vnd.openxmlformats-officedocument.presentationml.slideLayout+xml"/>
  <Override PartName="/ppt/slideLayouts/slideLayout2062.xml" ContentType="application/vnd.openxmlformats-officedocument.presentationml.slideLayout+xml"/>
  <Override PartName="/ppt/slideLayouts/slideLayout2052.xml" ContentType="application/vnd.openxmlformats-officedocument.presentationml.slideLayout+xml"/>
  <Override PartName="/ppt/slideLayouts/slideLayout2042.xml" ContentType="application/vnd.openxmlformats-officedocument.presentationml.slideLayout+xml"/>
  <Override PartName="/ppt/slideLayouts/slideLayout2041.xml" ContentType="application/vnd.openxmlformats-officedocument.presentationml.slideLayout+xml"/>
  <Override PartName="/ppt/slideLayouts/slideLayout2040.xml" ContentType="application/vnd.openxmlformats-officedocument.presentationml.slideLayout+xml"/>
  <Override PartName="/ppt/slideLayouts/slideLayout2034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2033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2032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2031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2030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2024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2023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2022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2021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2020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2014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2013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2012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2011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2010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2096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004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2095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003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2094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002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2093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001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2092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000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2286.xml" ContentType="application/vnd.openxmlformats-officedocument.presentationml.slideLayout+xml"/>
  <Override PartName="/ppt/slideLayouts/slideLayout1993.xml" ContentType="application/vnd.openxmlformats-officedocument.presentationml.slideLayout+xml"/>
  <Override PartName="/ppt/slideLayouts/slideLayout3482.xml" ContentType="application/vnd.openxmlformats-officedocument.presentationml.slideLayout+xml"/>
  <Override PartName="/ppt/slideLayouts/slideLayout2285.xml" ContentType="application/vnd.openxmlformats-officedocument.presentationml.slideLayout+xml"/>
  <Override PartName="/ppt/slideLayouts/slideLayout1992.xml" ContentType="application/vnd.openxmlformats-officedocument.presentationml.slideLayout+xml"/>
  <Override PartName="/ppt/slideLayouts/slideLayout3481.xml" ContentType="application/vnd.openxmlformats-officedocument.presentationml.slideLayout+xml"/>
  <Override PartName="/ppt/slideLayouts/slideLayout2284.xml" ContentType="application/vnd.openxmlformats-officedocument.presentationml.slideLayout+xml"/>
  <Override PartName="/ppt/slideLayouts/slideLayout1991.xml" ContentType="application/vnd.openxmlformats-officedocument.presentationml.slideLayout+xml"/>
  <Override PartName="/ppt/slideLayouts/slideLayout3480.xml" ContentType="application/vnd.openxmlformats-officedocument.presentationml.slideLayout+xml"/>
  <Override PartName="/ppt/slideLayouts/slideLayout2283.xml" ContentType="application/vnd.openxmlformats-officedocument.presentationml.slideLayout+xml"/>
  <Override PartName="/ppt/slideLayouts/slideLayout1990.xml" ContentType="application/vnd.openxmlformats-officedocument.presentationml.slideLayout+xml"/>
  <Override PartName="/ppt/slideLayouts/slideLayout1948.xml" ContentType="application/vnd.openxmlformats-officedocument.presentationml.slideLayout+xml"/>
  <Override PartName="/ppt/slideLayouts/slideLayout1947.xml" ContentType="application/vnd.openxmlformats-officedocument.presentationml.slideLayout+xml"/>
  <Override PartName="/ppt/slideLayouts/slideLayout2239.xml" ContentType="application/vnd.openxmlformats-officedocument.presentationml.slideLayout+xml"/>
  <Override PartName="/ppt/slideLayouts/slideLayout1946.xml" ContentType="application/vnd.openxmlformats-officedocument.presentationml.slideLayout+xml"/>
  <Override PartName="/ppt/slideLayouts/slideLayout2238.xml" ContentType="application/vnd.openxmlformats-officedocument.presentationml.slideLayout+xml"/>
  <Override PartName="/ppt/slideLayouts/slideLayout1945.xml" ContentType="application/vnd.openxmlformats-officedocument.presentationml.slideLayout+xml"/>
  <Override PartName="/ppt/slideLayouts/slideLayout2237.xml" ContentType="application/vnd.openxmlformats-officedocument.presentationml.slideLayout+xml"/>
  <Override PartName="/ppt/slideLayouts/slideLayout1944.xml" ContentType="application/vnd.openxmlformats-officedocument.presentationml.slideLayout+xml"/>
  <Override PartName="/ppt/slideLayouts/slideLayout2236.xml" ContentType="application/vnd.openxmlformats-officedocument.presentationml.slideLayout+xml"/>
  <Override PartName="/ppt/slideLayouts/slideLayout1943.xml" ContentType="application/vnd.openxmlformats-officedocument.presentationml.slideLayout+xml"/>
  <Override PartName="/ppt/slideLayouts/slideLayout2235.xml" ContentType="application/vnd.openxmlformats-officedocument.presentationml.slideLayout+xml"/>
  <Override PartName="/ppt/slideLayouts/slideLayout1942.xml" ContentType="application/vnd.openxmlformats-officedocument.presentationml.slideLayout+xml"/>
  <Override PartName="/ppt/slideLayouts/slideLayout2234.xml" ContentType="application/vnd.openxmlformats-officedocument.presentationml.slideLayout+xml"/>
  <Override PartName="/ppt/slideLayouts/slideLayout1941.xml" ContentType="application/vnd.openxmlformats-officedocument.presentationml.slideLayout+xml"/>
  <Override PartName="/ppt/slideLayouts/slideLayout2233.xml" ContentType="application/vnd.openxmlformats-officedocument.presentationml.slideLayout+xml"/>
  <Override PartName="/ppt/slideLayouts/slideLayout1940.xml" ContentType="application/vnd.openxmlformats-officedocument.presentationml.slideLayout+xml"/>
  <Override PartName="/ppt/slideLayouts/slideLayout1938.xml" ContentType="application/vnd.openxmlformats-officedocument.presentationml.slideLayout+xml"/>
  <Override PartName="/ppt/slideLayouts/slideLayout1937.xml" ContentType="application/vnd.openxmlformats-officedocument.presentationml.slideLayout+xml"/>
  <Override PartName="/ppt/slideLayouts/slideLayout2229.xml" ContentType="application/vnd.openxmlformats-officedocument.presentationml.slideLayout+xml"/>
  <Override PartName="/ppt/slideLayouts/slideLayout1936.xml" ContentType="application/vnd.openxmlformats-officedocument.presentationml.slideLayout+xml"/>
  <Override PartName="/ppt/slideLayouts/slideLayout2228.xml" ContentType="application/vnd.openxmlformats-officedocument.presentationml.slideLayout+xml"/>
  <Override PartName="/ppt/slideLayouts/slideLayout1935.xml" ContentType="application/vnd.openxmlformats-officedocument.presentationml.slideLayout+xml"/>
  <Override PartName="/ppt/slideLayouts/slideLayout2227.xml" ContentType="application/vnd.openxmlformats-officedocument.presentationml.slideLayout+xml"/>
  <Override PartName="/ppt/slideLayouts/slideLayout1934.xml" ContentType="application/vnd.openxmlformats-officedocument.presentationml.slideLayout+xml"/>
  <Override PartName="/ppt/slideLayouts/slideLayout2226.xml" ContentType="application/vnd.openxmlformats-officedocument.presentationml.slideLayout+xml"/>
  <Override PartName="/ppt/slideLayouts/slideLayout1933.xml" ContentType="application/vnd.openxmlformats-officedocument.presentationml.slideLayout+xml"/>
  <Override PartName="/ppt/slideLayouts/slideLayout2225.xml" ContentType="application/vnd.openxmlformats-officedocument.presentationml.slideLayout+xml"/>
  <Override PartName="/ppt/slideLayouts/slideLayout1932.xml" ContentType="application/vnd.openxmlformats-officedocument.presentationml.slideLayout+xml"/>
  <Override PartName="/ppt/slideLayouts/slideLayout2224.xml" ContentType="application/vnd.openxmlformats-officedocument.presentationml.slideLayout+xml"/>
  <Override PartName="/ppt/slideLayouts/slideLayout1931.xml" ContentType="application/vnd.openxmlformats-officedocument.presentationml.slideLayout+xml"/>
  <Override PartName="/ppt/slideLayouts/slideLayout2223.xml" ContentType="application/vnd.openxmlformats-officedocument.presentationml.slideLayout+xml"/>
  <Override PartName="/ppt/slideLayouts/slideLayout1930.xml" ContentType="application/vnd.openxmlformats-officedocument.presentationml.slideLayout+xml"/>
  <Override PartName="/ppt/slideLayouts/slideLayout2217.xml" ContentType="application/vnd.openxmlformats-officedocument.presentationml.slideLayout+xml"/>
  <Override PartName="/ppt/slideLayouts/slideLayout1924.xml" ContentType="application/vnd.openxmlformats-officedocument.presentationml.slideLayout+xml"/>
  <Override PartName="/ppt/slideLayouts/slideLayout2216.xml" ContentType="application/vnd.openxmlformats-officedocument.presentationml.slideLayout+xml"/>
  <Override PartName="/ppt/slideLayouts/slideLayout1923.xml" ContentType="application/vnd.openxmlformats-officedocument.presentationml.slideLayout+xml"/>
  <Override PartName="/ppt/slideLayouts/slideLayout2215.xml" ContentType="application/vnd.openxmlformats-officedocument.presentationml.slideLayout+xml"/>
  <Override PartName="/ppt/slideLayouts/slideLayout1922.xml" ContentType="application/vnd.openxmlformats-officedocument.presentationml.slideLayout+xml"/>
  <Override PartName="/ppt/slideLayouts/slideLayout2214.xml" ContentType="application/vnd.openxmlformats-officedocument.presentationml.slideLayout+xml"/>
  <Override PartName="/ppt/slideLayouts/slideLayout1921.xml" ContentType="application/vnd.openxmlformats-officedocument.presentationml.slideLayout+xml"/>
  <Override PartName="/ppt/slideLayouts/slideLayout2213.xml" ContentType="application/vnd.openxmlformats-officedocument.presentationml.slideLayout+xml"/>
  <Override PartName="/ppt/slideLayouts/slideLayout1920.xml" ContentType="application/vnd.openxmlformats-officedocument.presentationml.slideLayout+xml"/>
  <Override PartName="/ppt/slideLayouts/slideLayout2207.xml" ContentType="application/vnd.openxmlformats-officedocument.presentationml.slideLayout+xml"/>
  <Override PartName="/ppt/slideLayouts/slideLayout1914.xml" ContentType="application/vnd.openxmlformats-officedocument.presentationml.slideLayout+xml"/>
  <Override PartName="/ppt/slideLayouts/slideLayout1398.xml" ContentType="application/vnd.openxmlformats-officedocument.presentationml.slideLayout+xml"/>
  <Override PartName="/ppt/slideLayouts/slideLayout2206.xml" ContentType="application/vnd.openxmlformats-officedocument.presentationml.slideLayout+xml"/>
  <Override PartName="/ppt/slideLayouts/slideLayout1913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slideLayouts/slideLayout2205.xml" ContentType="application/vnd.openxmlformats-officedocument.presentationml.slideLayout+xml"/>
  <Override PartName="/ppt/slideLayouts/slideLayout1912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2204.xml" ContentType="application/vnd.openxmlformats-officedocument.presentationml.slideLayout+xml"/>
  <Override PartName="/ppt/slideLayouts/slideLayout1911.xml" ContentType="application/vnd.openxmlformats-officedocument.presentationml.slideLayout+xml"/>
  <Override PartName="/ppt/slideLayouts/slideLayout1395.xml" ContentType="application/vnd.openxmlformats-officedocument.presentationml.slideLayout+xml"/>
  <Override PartName="/ppt/slideLayouts/slideLayout2203.xml" ContentType="application/vnd.openxmlformats-officedocument.presentationml.slideLayout+xml"/>
  <Override PartName="/ppt/slideLayouts/slideLayout1910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slideLayouts/slideLayout1904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slideLayouts/slideLayout1903.xml" ContentType="application/vnd.openxmlformats-officedocument.presentationml.slideLayout+xml"/>
  <Override PartName="/ppt/slideLayouts/slideLayout1387.xml" ContentType="application/vnd.openxmlformats-officedocument.presentationml.slideLayout+xml"/>
  <Override PartName="/ppt/slideLayouts/slideLayout1902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slideLayouts/slideLayout1901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900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849.xml" ContentType="application/vnd.openxmlformats-officedocument.presentationml.slideLayout+xml"/>
  <Override PartName="/ppt/slideLayouts/slideLayout1848.xml" ContentType="application/vnd.openxmlformats-officedocument.presentationml.slideLayout+xml"/>
  <Override PartName="/ppt/slideLayouts/slideLayout1847.xml" ContentType="application/vnd.openxmlformats-officedocument.presentationml.slideLayout+xml"/>
  <Override PartName="/ppt/slideLayouts/slideLayout2139.xml" ContentType="application/vnd.openxmlformats-officedocument.presentationml.slideLayout+xml"/>
  <Override PartName="/ppt/slideLayouts/slideLayout1846.xml" ContentType="application/vnd.openxmlformats-officedocument.presentationml.slideLayout+xml"/>
  <Override PartName="/ppt/slideLayouts/slideLayout2138.xml" ContentType="application/vnd.openxmlformats-officedocument.presentationml.slideLayout+xml"/>
  <Override PartName="/ppt/slideLayouts/slideLayout1845.xml" ContentType="application/vnd.openxmlformats-officedocument.presentationml.slideLayout+xml"/>
  <Override PartName="/ppt/slideLayouts/slideLayout2137.xml" ContentType="application/vnd.openxmlformats-officedocument.presentationml.slideLayout+xml"/>
  <Override PartName="/ppt/slideLayouts/slideLayout1844.xml" ContentType="application/vnd.openxmlformats-officedocument.presentationml.slideLayout+xml"/>
  <Override PartName="/ppt/slideLayouts/slideLayout2136.xml" ContentType="application/vnd.openxmlformats-officedocument.presentationml.slideLayout+xml"/>
  <Override PartName="/ppt/slideLayouts/slideLayout1843.xml" ContentType="application/vnd.openxmlformats-officedocument.presentationml.slideLayout+xml"/>
  <Override PartName="/ppt/slideLayouts/slideLayout2135.xml" ContentType="application/vnd.openxmlformats-officedocument.presentationml.slideLayout+xml"/>
  <Override PartName="/ppt/slideLayouts/slideLayout1842.xml" ContentType="application/vnd.openxmlformats-officedocument.presentationml.slideLayout+xml"/>
  <Override PartName="/ppt/slideLayouts/slideLayout2134.xml" ContentType="application/vnd.openxmlformats-officedocument.presentationml.slideLayout+xml"/>
  <Override PartName="/ppt/slideLayouts/slideLayout1841.xml" ContentType="application/vnd.openxmlformats-officedocument.presentationml.slideLayout+xml"/>
  <Override PartName="/ppt/slideLayouts/slideLayout2133.xml" ContentType="application/vnd.openxmlformats-officedocument.presentationml.slideLayout+xml"/>
  <Override PartName="/ppt/slideLayouts/slideLayout1840.xml" ContentType="application/vnd.openxmlformats-officedocument.presentationml.slideLayout+xml"/>
  <Override PartName="/ppt/slideLayouts/slideLayout1839.xml" ContentType="application/vnd.openxmlformats-officedocument.presentationml.slideLayout+xml"/>
  <Override PartName="/ppt/slideLayouts/slideLayout1838.xml" ContentType="application/vnd.openxmlformats-officedocument.presentationml.slideLayout+xml"/>
  <Override PartName="/ppt/slideLayouts/slideLayout1837.xml" ContentType="application/vnd.openxmlformats-officedocument.presentationml.slideLayout+xml"/>
  <Override PartName="/ppt/slideLayouts/slideLayout2129.xml" ContentType="application/vnd.openxmlformats-officedocument.presentationml.slideLayout+xml"/>
  <Override PartName="/ppt/slideLayouts/slideLayout1836.xml" ContentType="application/vnd.openxmlformats-officedocument.presentationml.slideLayout+xml"/>
  <Override PartName="/ppt/slideLayouts/slideLayout2128.xml" ContentType="application/vnd.openxmlformats-officedocument.presentationml.slideLayout+xml"/>
  <Override PartName="/ppt/slideLayouts/slideLayout1835.xml" ContentType="application/vnd.openxmlformats-officedocument.presentationml.slideLayout+xml"/>
  <Override PartName="/ppt/slideLayouts/slideLayout2127.xml" ContentType="application/vnd.openxmlformats-officedocument.presentationml.slideLayout+xml"/>
  <Override PartName="/ppt/slideLayouts/slideLayout1834.xml" ContentType="application/vnd.openxmlformats-officedocument.presentationml.slideLayout+xml"/>
  <Override PartName="/ppt/slideLayouts/slideLayout2126.xml" ContentType="application/vnd.openxmlformats-officedocument.presentationml.slideLayout+xml"/>
  <Override PartName="/ppt/slideLayouts/slideLayout1833.xml" ContentType="application/vnd.openxmlformats-officedocument.presentationml.slideLayout+xml"/>
  <Override PartName="/ppt/slideLayouts/slideLayout2125.xml" ContentType="application/vnd.openxmlformats-officedocument.presentationml.slideLayout+xml"/>
  <Override PartName="/ppt/slideLayouts/slideLayout1832.xml" ContentType="application/vnd.openxmlformats-officedocument.presentationml.slideLayout+xml"/>
  <Override PartName="/ppt/slideLayouts/slideLayout2124.xml" ContentType="application/vnd.openxmlformats-officedocument.presentationml.slideLayout+xml"/>
  <Override PartName="/ppt/slideLayouts/slideLayout1831.xml" ContentType="application/vnd.openxmlformats-officedocument.presentationml.slideLayout+xml"/>
  <Override PartName="/ppt/slideLayouts/slideLayout2123.xml" ContentType="application/vnd.openxmlformats-officedocument.presentationml.slideLayout+xml"/>
  <Override PartName="/ppt/slideLayouts/slideLayout1830.xml" ContentType="application/vnd.openxmlformats-officedocument.presentationml.slideLayout+xml"/>
  <Override PartName="/ppt/slideLayouts/slideLayout1829.xml" ContentType="application/vnd.openxmlformats-officedocument.presentationml.slideLayout+xml"/>
  <Override PartName="/ppt/slideLayouts/slideLayout1828.xml" ContentType="application/vnd.openxmlformats-officedocument.presentationml.slideLayout+xml"/>
  <Override PartName="/ppt/slideLayouts/slideLayout1827.xml" ContentType="application/vnd.openxmlformats-officedocument.presentationml.slideLayout+xml"/>
  <Override PartName="/ppt/slideLayouts/slideLayout2119.xml" ContentType="application/vnd.openxmlformats-officedocument.presentationml.slideLayout+xml"/>
  <Override PartName="/ppt/slideLayouts/slideLayout1826.xml" ContentType="application/vnd.openxmlformats-officedocument.presentationml.slideLayout+xml"/>
  <Override PartName="/ppt/slideLayouts/slideLayout2118.xml" ContentType="application/vnd.openxmlformats-officedocument.presentationml.slideLayout+xml"/>
  <Override PartName="/ppt/slideLayouts/slideLayout1825.xml" ContentType="application/vnd.openxmlformats-officedocument.presentationml.slideLayout+xml"/>
  <Override PartName="/ppt/slideLayouts/slideLayout2117.xml" ContentType="application/vnd.openxmlformats-officedocument.presentationml.slideLayout+xml"/>
  <Override PartName="/ppt/slideLayouts/slideLayout1824.xml" ContentType="application/vnd.openxmlformats-officedocument.presentationml.slideLayout+xml"/>
  <Override PartName="/ppt/slideLayouts/slideLayout2116.xml" ContentType="application/vnd.openxmlformats-officedocument.presentationml.slideLayout+xml"/>
  <Override PartName="/ppt/slideLayouts/slideLayout1823.xml" ContentType="application/vnd.openxmlformats-officedocument.presentationml.slideLayout+xml"/>
  <Override PartName="/ppt/slideLayouts/slideLayout2115.xml" ContentType="application/vnd.openxmlformats-officedocument.presentationml.slideLayout+xml"/>
  <Override PartName="/ppt/slideLayouts/slideLayout1822.xml" ContentType="application/vnd.openxmlformats-officedocument.presentationml.slideLayout+xml"/>
  <Override PartName="/ppt/slideLayouts/slideLayout2114.xml" ContentType="application/vnd.openxmlformats-officedocument.presentationml.slideLayout+xml"/>
  <Override PartName="/ppt/slideLayouts/slideLayout1821.xml" ContentType="application/vnd.openxmlformats-officedocument.presentationml.slideLayout+xml"/>
  <Override PartName="/ppt/slideLayouts/slideLayout2113.xml" ContentType="application/vnd.openxmlformats-officedocument.presentationml.slideLayout+xml"/>
  <Override PartName="/ppt/slideLayouts/slideLayout1820.xml" ContentType="application/vnd.openxmlformats-officedocument.presentationml.slideLayout+xml"/>
  <Override PartName="/ppt/slideLayouts/slideLayout1819.xml" ContentType="application/vnd.openxmlformats-officedocument.presentationml.slideLayout+xml"/>
  <Override PartName="/ppt/slideLayouts/slideLayout1818.xml" ContentType="application/vnd.openxmlformats-officedocument.presentationml.slideLayout+xml"/>
  <Override PartName="/ppt/slideLayouts/slideLayout1817.xml" ContentType="application/vnd.openxmlformats-officedocument.presentationml.slideLayout+xml"/>
  <Override PartName="/ppt/slideLayouts/slideLayout2109.xml" ContentType="application/vnd.openxmlformats-officedocument.presentationml.slideLayout+xml"/>
  <Override PartName="/ppt/slideLayouts/slideLayout1816.xml" ContentType="application/vnd.openxmlformats-officedocument.presentationml.slideLayout+xml"/>
  <Override PartName="/ppt/slideLayouts/slideLayout2108.xml" ContentType="application/vnd.openxmlformats-officedocument.presentationml.slideLayout+xml"/>
  <Override PartName="/ppt/slideLayouts/slideLayout1815.xml" ContentType="application/vnd.openxmlformats-officedocument.presentationml.slideLayout+xml"/>
  <Override PartName="/ppt/slideLayouts/slideLayout2107.xml" ContentType="application/vnd.openxmlformats-officedocument.presentationml.slideLayout+xml"/>
  <Override PartName="/ppt/slideLayouts/slideLayout1814.xml" ContentType="application/vnd.openxmlformats-officedocument.presentationml.slideLayout+xml"/>
  <Override PartName="/ppt/slideLayouts/slideLayout2106.xml" ContentType="application/vnd.openxmlformats-officedocument.presentationml.slideLayout+xml"/>
  <Override PartName="/ppt/slideLayouts/slideLayout1813.xml" ContentType="application/vnd.openxmlformats-officedocument.presentationml.slideLayout+xml"/>
  <Override PartName="/ppt/slideLayouts/slideLayout2105.xml" ContentType="application/vnd.openxmlformats-officedocument.presentationml.slideLayout+xml"/>
  <Override PartName="/ppt/slideLayouts/slideLayout1812.xml" ContentType="application/vnd.openxmlformats-officedocument.presentationml.slideLayout+xml"/>
  <Override PartName="/ppt/slideLayouts/slideLayout2104.xml" ContentType="application/vnd.openxmlformats-officedocument.presentationml.slideLayout+xml"/>
  <Override PartName="/ppt/slideLayouts/slideLayout1811.xml" ContentType="application/vnd.openxmlformats-officedocument.presentationml.slideLayout+xml"/>
  <Override PartName="/ppt/slideLayouts/slideLayout2103.xml" ContentType="application/vnd.openxmlformats-officedocument.presentationml.slideLayout+xml"/>
  <Override PartName="/ppt/slideLayouts/slideLayout1810.xml" ContentType="application/vnd.openxmlformats-officedocument.presentationml.slideLayout+xml"/>
  <Override PartName="/ppt/slideLayouts/slideLayout1809.xml" ContentType="application/vnd.openxmlformats-officedocument.presentationml.slideLayout+xml"/>
  <Override PartName="/ppt/slideLayouts/slideLayout1808.xml" ContentType="application/vnd.openxmlformats-officedocument.presentationml.slideLayout+xml"/>
  <Override PartName="/ppt/slideLayouts/slideLayout1807.xml" ContentType="application/vnd.openxmlformats-officedocument.presentationml.slideLayout+xml"/>
  <Override PartName="/ppt/slideLayouts/slideLayout1806.xml" ContentType="application/vnd.openxmlformats-officedocument.presentationml.slideLayout+xml"/>
  <Override PartName="/ppt/slideLayouts/slideLayout1805.xml" ContentType="application/vnd.openxmlformats-officedocument.presentationml.slideLayout+xml"/>
  <Override PartName="/ppt/slideLayouts/slideLayout1804.xml" ContentType="application/vnd.openxmlformats-officedocument.presentationml.slideLayout+xml"/>
  <Override PartName="/ppt/slideLayouts/slideLayout1803.xml" ContentType="application/vnd.openxmlformats-officedocument.presentationml.slideLayout+xml"/>
  <Override PartName="/ppt/slideLayouts/slideLayout1802.xml" ContentType="application/vnd.openxmlformats-officedocument.presentationml.slideLayout+xml"/>
  <Override PartName="/ppt/slideLayouts/slideLayout1801.xml" ContentType="application/vnd.openxmlformats-officedocument.presentationml.slideLayout+xml"/>
  <Override PartName="/ppt/slideLayouts/slideLayout1800.xml" ContentType="application/vnd.openxmlformats-officedocument.presentationml.slideLayout+xml"/>
  <Override PartName="/ppt/slideLayouts/slideLayout2086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793.xml" ContentType="application/vnd.openxmlformats-officedocument.presentationml.slideLayout+xml"/>
  <Override PartName="/ppt/slideLayouts/slideLayout2085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792.xml" ContentType="application/vnd.openxmlformats-officedocument.presentationml.slideLayout+xml"/>
  <Override PartName="/ppt/slideLayouts/slideLayout2084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91.xml" ContentType="application/vnd.openxmlformats-officedocument.presentationml.slideLayout+xml"/>
  <Override PartName="/ppt/slideLayouts/slideLayout2083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790.xml" ContentType="application/vnd.openxmlformats-officedocument.presentationml.slideLayout+xml"/>
  <Override PartName="/ppt/slideLayouts/slideLayout2076.xml" ContentType="application/vnd.openxmlformats-officedocument.presentationml.slideLayout+xml"/>
  <Override PartName="/ppt/slideLayouts/slideLayout1783.xml" ContentType="application/vnd.openxmlformats-officedocument.presentationml.slideLayout+xml"/>
  <Override PartName="/ppt/slideLayouts/slideLayout2075.xml" ContentType="application/vnd.openxmlformats-officedocument.presentationml.slideLayout+xml"/>
  <Override PartName="/ppt/slideLayouts/slideLayout1782.xml" ContentType="application/vnd.openxmlformats-officedocument.presentationml.slideLayout+xml"/>
  <Override PartName="/ppt/slideLayouts/slideLayout2074.xml" ContentType="application/vnd.openxmlformats-officedocument.presentationml.slideLayout+xml"/>
  <Override PartName="/ppt/slideLayouts/slideLayout1781.xml" ContentType="application/vnd.openxmlformats-officedocument.presentationml.slideLayout+xml"/>
  <Override PartName="/ppt/slideLayouts/slideLayout2073.xml" ContentType="application/vnd.openxmlformats-officedocument.presentationml.slideLayout+xml"/>
  <Override PartName="/ppt/slideLayouts/slideLayout1780.xml" ContentType="application/vnd.openxmlformats-officedocument.presentationml.slideLayout+xml"/>
  <Override PartName="/ppt/slideLayouts/slideLayout2066.xml" ContentType="application/vnd.openxmlformats-officedocument.presentationml.slideLayout+xml"/>
  <Override PartName="/ppt/slideLayouts/slideLayout1773.xml" ContentType="application/vnd.openxmlformats-officedocument.presentationml.slideLayout+xml"/>
  <Override PartName="/ppt/slideLayouts/slideLayout2065.xml" ContentType="application/vnd.openxmlformats-officedocument.presentationml.slideLayout+xml"/>
  <Override PartName="/ppt/slideLayouts/slideLayout1772.xml" ContentType="application/vnd.openxmlformats-officedocument.presentationml.slideLayout+xml"/>
  <Override PartName="/ppt/slideLayouts/slideLayout2064.xml" ContentType="application/vnd.openxmlformats-officedocument.presentationml.slideLayout+xml"/>
  <Override PartName="/ppt/slideLayouts/slideLayout1771.xml" ContentType="application/vnd.openxmlformats-officedocument.presentationml.slideLayout+xml"/>
  <Override PartName="/ppt/slideLayouts/slideLayout2063.xml" ContentType="application/vnd.openxmlformats-officedocument.presentationml.slideLayout+xml"/>
  <Override PartName="/ppt/slideLayouts/slideLayout1770.xml" ContentType="application/vnd.openxmlformats-officedocument.presentationml.slideLayout+xml"/>
  <Override PartName="/ppt/slideLayouts/slideLayout1769.xml" ContentType="application/vnd.openxmlformats-officedocument.presentationml.slideLayout+xml"/>
  <Override PartName="/ppt/slideLayouts/slideLayout1768.xml" ContentType="application/vnd.openxmlformats-officedocument.presentationml.slideLayout+xml"/>
  <Override PartName="/ppt/slideLayouts/slideLayout1767.xml" ContentType="application/vnd.openxmlformats-officedocument.presentationml.slideLayout+xml"/>
  <Override PartName="/ppt/slideLayouts/slideLayout2059.xml" ContentType="application/vnd.openxmlformats-officedocument.presentationml.slideLayout+xml"/>
  <Override PartName="/ppt/slideLayouts/slideLayout1766.xml" ContentType="application/vnd.openxmlformats-officedocument.presentationml.slideLayout+xml"/>
  <Override PartName="/ppt/slideLayouts/slideLayout2058.xml" ContentType="application/vnd.openxmlformats-officedocument.presentationml.slideLayout+xml"/>
  <Override PartName="/ppt/slideLayouts/slideLayout1765.xml" ContentType="application/vnd.openxmlformats-officedocument.presentationml.slideLayout+xml"/>
  <Override PartName="/ppt/slideLayouts/slideLayout2057.xml" ContentType="application/vnd.openxmlformats-officedocument.presentationml.slideLayout+xml"/>
  <Override PartName="/ppt/slideLayouts/slideLayout1764.xml" ContentType="application/vnd.openxmlformats-officedocument.presentationml.slideLayout+xml"/>
  <Override PartName="/ppt/slideLayouts/slideLayout2056.xml" ContentType="application/vnd.openxmlformats-officedocument.presentationml.slideLayout+xml"/>
  <Override PartName="/ppt/slideLayouts/slideLayout1763.xml" ContentType="application/vnd.openxmlformats-officedocument.presentationml.slideLayout+xml"/>
  <Override PartName="/ppt/slideLayouts/slideLayout2055.xml" ContentType="application/vnd.openxmlformats-officedocument.presentationml.slideLayout+xml"/>
  <Override PartName="/ppt/slideLayouts/slideLayout1762.xml" ContentType="application/vnd.openxmlformats-officedocument.presentationml.slideLayout+xml"/>
  <Override PartName="/ppt/slideLayouts/slideLayout2054.xml" ContentType="application/vnd.openxmlformats-officedocument.presentationml.slideLayout+xml"/>
  <Override PartName="/ppt/slideLayouts/slideLayout1761.xml" ContentType="application/vnd.openxmlformats-officedocument.presentationml.slideLayout+xml"/>
  <Override PartName="/ppt/slideLayouts/slideLayout2053.xml" ContentType="application/vnd.openxmlformats-officedocument.presentationml.slideLayout+xml"/>
  <Override PartName="/ppt/slideLayouts/slideLayout1760.xml" ContentType="application/vnd.openxmlformats-officedocument.presentationml.slideLayout+xml"/>
  <Override PartName="/ppt/slideLayouts/slideLayout1759.xml" ContentType="application/vnd.openxmlformats-officedocument.presentationml.slideLayout+xml"/>
  <Override PartName="/ppt/slideLayouts/slideLayout1758.xml" ContentType="application/vnd.openxmlformats-officedocument.presentationml.slideLayout+xml"/>
  <Override PartName="/ppt/slideLayouts/slideLayout1757.xml" ContentType="application/vnd.openxmlformats-officedocument.presentationml.slideLayout+xml"/>
  <Override PartName="/ppt/slideLayouts/slideLayout2049.xml" ContentType="application/vnd.openxmlformats-officedocument.presentationml.slideLayout+xml"/>
  <Override PartName="/ppt/slideLayouts/slideLayout1756.xml" ContentType="application/vnd.openxmlformats-officedocument.presentationml.slideLayout+xml"/>
  <Override PartName="/ppt/slideLayouts/slideLayout2048.xml" ContentType="application/vnd.openxmlformats-officedocument.presentationml.slideLayout+xml"/>
  <Override PartName="/ppt/slideLayouts/slideLayout1755.xml" ContentType="application/vnd.openxmlformats-officedocument.presentationml.slideLayout+xml"/>
  <Override PartName="/ppt/slideLayouts/slideLayout2047.xml" ContentType="application/vnd.openxmlformats-officedocument.presentationml.slideLayout+xml"/>
  <Override PartName="/ppt/slideLayouts/slideLayout1754.xml" ContentType="application/vnd.openxmlformats-officedocument.presentationml.slideLayout+xml"/>
  <Override PartName="/ppt/slideLayouts/slideLayout2046.xml" ContentType="application/vnd.openxmlformats-officedocument.presentationml.slideLayout+xml"/>
  <Override PartName="/ppt/slideLayouts/slideLayout1753.xml" ContentType="application/vnd.openxmlformats-officedocument.presentationml.slideLayout+xml"/>
  <Override PartName="/ppt/slideLayouts/slideLayout2045.xml" ContentType="application/vnd.openxmlformats-officedocument.presentationml.slideLayout+xml"/>
  <Override PartName="/ppt/slideLayouts/slideLayout1752.xml" ContentType="application/vnd.openxmlformats-officedocument.presentationml.slideLayout+xml"/>
  <Override PartName="/ppt/slideLayouts/slideLayout2044.xml" ContentType="application/vnd.openxmlformats-officedocument.presentationml.slideLayout+xml"/>
  <Override PartName="/ppt/slideLayouts/slideLayout1751.xml" ContentType="application/vnd.openxmlformats-officedocument.presentationml.slideLayout+xml"/>
  <Override PartName="/ppt/slideLayouts/slideLayout2043.xml" ContentType="application/vnd.openxmlformats-officedocument.presentationml.slideLayout+xml"/>
  <Override PartName="/ppt/slideLayouts/slideLayout1750.xml" ContentType="application/vnd.openxmlformats-officedocument.presentationml.slideLayout+xml"/>
  <Override PartName="/ppt/slideLayouts/slideLayout1748.xml" ContentType="application/vnd.openxmlformats-officedocument.presentationml.slideLayout+xml"/>
  <Override PartName="/ppt/slideLayouts/slideLayout1747.xml" ContentType="application/vnd.openxmlformats-officedocument.presentationml.slideLayout+xml"/>
  <Override PartName="/ppt/slideLayouts/slideLayout1746.xml" ContentType="application/vnd.openxmlformats-officedocument.presentationml.slideLayout+xml"/>
  <Override PartName="/ppt/slideLayouts/slideLayout1745.xml" ContentType="application/vnd.openxmlformats-officedocument.presentationml.slideLayout+xml"/>
  <Override PartName="/ppt/slideLayouts/slideLayout1744.xml" ContentType="application/vnd.openxmlformats-officedocument.presentationml.slideLayout+xml"/>
  <Override PartName="/ppt/slideLayouts/slideLayout1743.xml" ContentType="application/vnd.openxmlformats-officedocument.presentationml.slideLayout+xml"/>
  <Override PartName="/ppt/slideLayouts/slideLayout1742.xml" ContentType="application/vnd.openxmlformats-officedocument.presentationml.slideLayout+xml"/>
  <Override PartName="/ppt/slideLayouts/slideLayout1741.xml" ContentType="application/vnd.openxmlformats-officedocument.presentationml.slideLayout+xml"/>
  <Override PartName="/ppt/slideLayouts/slideLayout1740.xml" ContentType="application/vnd.openxmlformats-officedocument.presentationml.slideLayout+xml"/>
  <Override PartName="/ppt/slideLayouts/slideLayout1738.xml" ContentType="application/vnd.openxmlformats-officedocument.presentationml.slideLayout+xml"/>
  <Override PartName="/ppt/slideLayouts/slideLayout1737.xml" ContentType="application/vnd.openxmlformats-officedocument.presentationml.slideLayout+xml"/>
  <Override PartName="/ppt/slideLayouts/slideLayout1736.xml" ContentType="application/vnd.openxmlformats-officedocument.presentationml.slideLayout+xml"/>
  <Override PartName="/ppt/slideLayouts/slideLayout1735.xml" ContentType="application/vnd.openxmlformats-officedocument.presentationml.slideLayout+xml"/>
  <Override PartName="/ppt/slideLayouts/slideLayout1734.xml" ContentType="application/vnd.openxmlformats-officedocument.presentationml.slideLayout+xml"/>
  <Override PartName="/ppt/slideLayouts/slideLayout1733.xml" ContentType="application/vnd.openxmlformats-officedocument.presentationml.slideLayout+xml"/>
  <Override PartName="/ppt/slideLayouts/slideLayout1732.xml" ContentType="application/vnd.openxmlformats-officedocument.presentationml.slideLayout+xml"/>
  <Override PartName="/ppt/slideLayouts/slideLayout1731.xml" ContentType="application/vnd.openxmlformats-officedocument.presentationml.slideLayout+xml"/>
  <Override PartName="/ppt/slideLayouts/slideLayout1730.xml" ContentType="application/vnd.openxmlformats-officedocument.presentationml.slideLayout+xml"/>
  <Override PartName="/ppt/slideLayouts/slideLayout1724.xml" ContentType="application/vnd.openxmlformats-officedocument.presentationml.slideLayout+xml"/>
  <Override PartName="/ppt/slideLayouts/slideLayout1723.xml" ContentType="application/vnd.openxmlformats-officedocument.presentationml.slideLayout+xml"/>
  <Override PartName="/ppt/slideLayouts/slideLayout1722.xml" ContentType="application/vnd.openxmlformats-officedocument.presentationml.slideLayout+xml"/>
  <Override PartName="/ppt/slideLayouts/slideLayout1721.xml" ContentType="application/vnd.openxmlformats-officedocument.presentationml.slideLayout+xml"/>
  <Override PartName="/ppt/slideLayouts/slideLayout1720.xml" ContentType="application/vnd.openxmlformats-officedocument.presentationml.slideLayout+xml"/>
  <Override PartName="/ppt/slideLayouts/slideLayout1714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713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712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711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710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704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703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702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701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700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693.xml" ContentType="application/vnd.openxmlformats-officedocument.presentationml.slideLayout+xml"/>
  <Override PartName="/ppt/slideLayouts/slideLayout1692.xml" ContentType="application/vnd.openxmlformats-officedocument.presentationml.slideLayout+xml"/>
  <Override PartName="/ppt/slideLayouts/slideLayout1691.xml" ContentType="application/vnd.openxmlformats-officedocument.presentationml.slideLayout+xml"/>
  <Override PartName="/ppt/slideLayouts/slideLayout1690.xml" ContentType="application/vnd.openxmlformats-officedocument.presentationml.slideLayout+xml"/>
  <Override PartName="/ppt/slideLayouts/slideLayout1683.xml" ContentType="application/vnd.openxmlformats-officedocument.presentationml.slideLayout+xml"/>
  <Override PartName="/ppt/slideLayouts/slideLayout1682.xml" ContentType="application/vnd.openxmlformats-officedocument.presentationml.slideLayout+xml"/>
  <Override PartName="/ppt/slideLayouts/slideLayout1681.xml" ContentType="application/vnd.openxmlformats-officedocument.presentationml.slideLayout+xml"/>
  <Override PartName="/ppt/slideLayouts/slideLayout1680.xml" ContentType="application/vnd.openxmlformats-officedocument.presentationml.slideLayout+xml"/>
  <Override PartName="/ppt/slideLayouts/slideLayout1673.xml" ContentType="application/vnd.openxmlformats-officedocument.presentationml.slideLayout+xml"/>
  <Override PartName="/ppt/slideLayouts/slideLayout1672.xml" ContentType="application/vnd.openxmlformats-officedocument.presentationml.slideLayout+xml"/>
  <Override PartName="/ppt/slideLayouts/slideLayout1671.xml" ContentType="application/vnd.openxmlformats-officedocument.presentationml.slideLayout+xml"/>
  <Override PartName="/ppt/slideLayouts/slideLayout1670.xml" ContentType="application/vnd.openxmlformats-officedocument.presentationml.slideLayout+xml"/>
  <Override PartName="/ppt/slideLayouts/slideLayout1669.xml" ContentType="application/vnd.openxmlformats-officedocument.presentationml.slideLayout+xml"/>
  <Override PartName="/ppt/slideLayouts/slideLayout1668.xml" ContentType="application/vnd.openxmlformats-officedocument.presentationml.slideLayout+xml"/>
  <Override PartName="/ppt/slideLayouts/slideLayout1667.xml" ContentType="application/vnd.openxmlformats-officedocument.presentationml.slideLayout+xml"/>
  <Override PartName="/ppt/slideLayouts/slideLayout1666.xml" ContentType="application/vnd.openxmlformats-officedocument.presentationml.slideLayout+xml"/>
  <Override PartName="/ppt/slideLayouts/slideLayout1665.xml" ContentType="application/vnd.openxmlformats-officedocument.presentationml.slideLayout+xml"/>
  <Override PartName="/ppt/slideLayouts/slideLayout1664.xml" ContentType="application/vnd.openxmlformats-officedocument.presentationml.slideLayout+xml"/>
  <Override PartName="/ppt/slideLayouts/slideLayout1663.xml" ContentType="application/vnd.openxmlformats-officedocument.presentationml.slideLayout+xml"/>
  <Override PartName="/ppt/slideLayouts/slideLayout1662.xml" ContentType="application/vnd.openxmlformats-officedocument.presentationml.slideLayout+xml"/>
  <Override PartName="/ppt/slideLayouts/slideLayout1661.xml" ContentType="application/vnd.openxmlformats-officedocument.presentationml.slideLayout+xml"/>
  <Override PartName="/ppt/slideLayouts/slideLayout1660.xml" ContentType="application/vnd.openxmlformats-officedocument.presentationml.slideLayout+xml"/>
  <Override PartName="/ppt/slideLayouts/slideLayout165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1658.xml" ContentType="application/vnd.openxmlformats-officedocument.presentationml.slideLayout+xml"/>
  <Override PartName="/ppt/slideLayouts/slideLayout1657.xml" ContentType="application/vnd.openxmlformats-officedocument.presentationml.slideLayout+xml"/>
  <Override PartName="/ppt/slideLayouts/slideLayout1656.xml" ContentType="application/vnd.openxmlformats-officedocument.presentationml.slideLayout+xml"/>
  <Override PartName="/ppt/slideLayouts/slideLayout1655.xml" ContentType="application/vnd.openxmlformats-officedocument.presentationml.slideLayout+xml"/>
  <Override PartName="/ppt/slideLayouts/slideLayout1654.xml" ContentType="application/vnd.openxmlformats-officedocument.presentationml.slideLayout+xml"/>
  <Override PartName="/ppt/slideLayouts/slideLayout1653.xml" ContentType="application/vnd.openxmlformats-officedocument.presentationml.slideLayout+xml"/>
  <Override PartName="/ppt/slideLayouts/slideLayout1652.xml" ContentType="application/vnd.openxmlformats-officedocument.presentationml.slideLayout+xml"/>
  <Override PartName="/ppt/slideLayouts/slideLayout1651.xml" ContentType="application/vnd.openxmlformats-officedocument.presentationml.slideLayout+xml"/>
  <Override PartName="/ppt/slideLayouts/slideLayout1650.xml" ContentType="application/vnd.openxmlformats-officedocument.presentationml.slideLayout+xml"/>
  <Override PartName="/ppt/slideLayouts/slideLayout1648.xml" ContentType="application/vnd.openxmlformats-officedocument.presentationml.slideLayout+xml"/>
  <Override PartName="/ppt/slideLayouts/slideLayout3137.xml" ContentType="application/vnd.openxmlformats-officedocument.presentationml.slideLayout+xml"/>
  <Override PartName="/ppt/slideLayouts/slideLayout1647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136.xml" ContentType="application/vnd.openxmlformats-officedocument.presentationml.slideLayout+xml"/>
  <Override PartName="/ppt/slideLayouts/slideLayout1646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135.xml" ContentType="application/vnd.openxmlformats-officedocument.presentationml.slideLayout+xml"/>
  <Override PartName="/ppt/slideLayouts/slideLayout1645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134.xml" ContentType="application/vnd.openxmlformats-officedocument.presentationml.slideLayout+xml"/>
  <Override PartName="/ppt/slideLayouts/slideLayout1644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133.xml" ContentType="application/vnd.openxmlformats-officedocument.presentationml.slideLayout+xml"/>
  <Override PartName="/ppt/slideLayouts/slideLayout1643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132.xml" ContentType="application/vnd.openxmlformats-officedocument.presentationml.slideLayout+xml"/>
  <Override PartName="/ppt/slideLayouts/slideLayout1642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131.xml" ContentType="application/vnd.openxmlformats-officedocument.presentationml.slideLayout+xml"/>
  <Override PartName="/ppt/slideLayouts/slideLayout1641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130.xml" ContentType="application/vnd.openxmlformats-officedocument.presentationml.slideLayout+xml"/>
  <Override PartName="/ppt/slideLayouts/slideLayout1640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1638.xml" ContentType="application/vnd.openxmlformats-officedocument.presentationml.slideLayout+xml"/>
  <Override PartName="/ppt/slideLayouts/slideLayout3127.xml" ContentType="application/vnd.openxmlformats-officedocument.presentationml.slideLayout+xml"/>
  <Override PartName="/ppt/slideLayouts/slideLayout1637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126.xml" ContentType="application/vnd.openxmlformats-officedocument.presentationml.slideLayout+xml"/>
  <Override PartName="/ppt/slideLayouts/slideLayout1636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125.xml" ContentType="application/vnd.openxmlformats-officedocument.presentationml.slideLayout+xml"/>
  <Override PartName="/ppt/slideLayouts/slideLayout1635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124.xml" ContentType="application/vnd.openxmlformats-officedocument.presentationml.slideLayout+xml"/>
  <Override PartName="/ppt/slideLayouts/slideLayout1634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123.xml" ContentType="application/vnd.openxmlformats-officedocument.presentationml.slideLayout+xml"/>
  <Override PartName="/ppt/slideLayouts/slideLayout1633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122.xml" ContentType="application/vnd.openxmlformats-officedocument.presentationml.slideLayout+xml"/>
  <Override PartName="/ppt/slideLayouts/slideLayout1632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121.xml" ContentType="application/vnd.openxmlformats-officedocument.presentationml.slideLayout+xml"/>
  <Override PartName="/ppt/slideLayouts/slideLayout1631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120.xml" ContentType="application/vnd.openxmlformats-officedocument.presentationml.slideLayout+xml"/>
  <Override PartName="/ppt/slideLayouts/slideLayout1630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1624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113.xml" ContentType="application/vnd.openxmlformats-officedocument.presentationml.slideLayout+xml"/>
  <Override PartName="/ppt/slideLayouts/slideLayout1623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112.xml" ContentType="application/vnd.openxmlformats-officedocument.presentationml.slideLayout+xml"/>
  <Override PartName="/ppt/slideLayouts/slideLayout1622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111.xml" ContentType="application/vnd.openxmlformats-officedocument.presentationml.slideLayout+xml"/>
  <Override PartName="/ppt/slideLayouts/slideLayout1621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110.xml" ContentType="application/vnd.openxmlformats-officedocument.presentationml.slideLayout+xml"/>
  <Override PartName="/ppt/slideLayouts/slideLayout1620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1614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3103.xml" ContentType="application/vnd.openxmlformats-officedocument.presentationml.slideLayout+xml"/>
  <Override PartName="/ppt/slideLayouts/slideLayout1613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3102.xml" ContentType="application/vnd.openxmlformats-officedocument.presentationml.slideLayout+xml"/>
  <Override PartName="/ppt/slideLayouts/slideLayout1612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3101.xml" ContentType="application/vnd.openxmlformats-officedocument.presentationml.slideLayout+xml"/>
  <Override PartName="/ppt/slideLayouts/slideLayout1611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3100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604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603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slideLayouts/slideLayout1602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601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600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599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3604.xml" ContentType="application/vnd.openxmlformats-officedocument.presentationml.slideLayout+xml"/>
  <Override PartName="/ppt/slideLayouts/slideLayout1598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3603.xml" ContentType="application/vnd.openxmlformats-officedocument.presentationml.slideLayout+xml"/>
  <Override PartName="/ppt/slideLayouts/slideLayout1597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3602.xml" ContentType="application/vnd.openxmlformats-officedocument.presentationml.slideLayout+xml"/>
  <Override PartName="/ppt/slideLayouts/slideLayout1596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3601.xml" ContentType="application/vnd.openxmlformats-officedocument.presentationml.slideLayout+xml"/>
  <Override PartName="/ppt/slideLayouts/slideLayout1595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3600.xml" ContentType="application/vnd.openxmlformats-officedocument.presentationml.slideLayout+xml"/>
  <Override PartName="/ppt/slideLayouts/slideLayout1594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1593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1592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1591.xml" ContentType="application/vnd.openxmlformats-officedocument.presentationml.slideLayout+xml"/>
  <Override PartName="/ppt/slideLayouts/slideLayout1590.xml" ContentType="application/vnd.openxmlformats-officedocument.presentationml.slideLayout+xml"/>
  <Override PartName="/ppt/slideLayouts/slideLayout1589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1588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1587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1586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1585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1584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1583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1582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1581.xml" ContentType="application/vnd.openxmlformats-officedocument.presentationml.slideLayout+xml"/>
  <Override PartName="/ppt/slideLayouts/slideLayout1580.xml" ContentType="application/vnd.openxmlformats-officedocument.presentationml.slideLayout+xml"/>
  <Override PartName="/ppt/slideLayouts/slideLayout1571.xml" ContentType="application/vnd.openxmlformats-officedocument.presentationml.slideLayout+xml"/>
  <Override PartName="/ppt/slideLayouts/slideLayout157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51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480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462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460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453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443.xml" ContentType="application/vnd.openxmlformats-officedocument.presentationml.slideLayout+xml"/>
  <Override PartName="/ppt/slideLayouts/slideLayout1442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1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0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7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slideLayouts/slideLayout1415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1928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927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2219.xml" ContentType="application/vnd.openxmlformats-officedocument.presentationml.slideLayout+xml"/>
  <Override PartName="/ppt/slideLayouts/slideLayout1926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2218.xml" ContentType="application/vnd.openxmlformats-officedocument.presentationml.slideLayout+xml"/>
  <Override PartName="/ppt/slideLayouts/slideLayout1925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918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917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2209.xml" ContentType="application/vnd.openxmlformats-officedocument.presentationml.slideLayout+xml"/>
  <Override PartName="/ppt/slideLayouts/slideLayout1916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2208.xml" ContentType="application/vnd.openxmlformats-officedocument.presentationml.slideLayout+xml"/>
  <Override PartName="/ppt/slideLayouts/slideLayout1915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908.xml" ContentType="application/vnd.openxmlformats-officedocument.presentationml.slideLayout+xml"/>
  <Override PartName="/ppt/slideLayouts/slideLayout1373.xml" ContentType="application/vnd.openxmlformats-officedocument.presentationml.slideLayout+xml"/>
  <Override PartName="/ppt/slideLayouts/slideLayout1907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slideLayouts/slideLayout1906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905.xml" ContentType="application/vnd.openxmlformats-officedocument.presentationml.slideLayout+xml"/>
  <Override PartName="/ppt/slideLayouts/slideLayout1389.xml" ContentType="application/vnd.openxmlformats-officedocument.presentationml.slideLayout+xml"/>
  <Override PartName="/ppt/slideLayouts/slideLayout1370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53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slideLayouts/slideLayout1342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33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slideLayouts/slideLayout1331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slideLayouts/slideLayout1323.xml" ContentType="application/vnd.openxmlformats-officedocument.presentationml.slideLayout+xml"/>
  <Override PartName="/ppt/slideLayouts/slideLayout1322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slideLayouts/slideLayout1320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3.xml" ContentType="application/vnd.openxmlformats-officedocument.presentationml.slideLayout+xml"/>
  <Override PartName="/ppt/slideLayouts/slideLayout1312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0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1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slideLayouts/slideLayout2344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3374.xml" ContentType="application/vnd.openxmlformats-officedocument.presentationml.slideLayout+xml"/>
  <Override PartName="/ppt/slideLayouts/slideLayout2343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3373.xml" ContentType="application/vnd.openxmlformats-officedocument.presentationml.slideLayout+xml"/>
  <Override PartName="/ppt/slideLayouts/slideLayout2342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3372.xml" ContentType="application/vnd.openxmlformats-officedocument.presentationml.slideLayout+xml"/>
  <Override PartName="/ppt/slideLayouts/slideLayout2341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3371.xml" ContentType="application/vnd.openxmlformats-officedocument.presentationml.slideLayout+xml"/>
  <Override PartName="/ppt/slideLayouts/slideLayout2334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3364.xml" ContentType="application/vnd.openxmlformats-officedocument.presentationml.slideLayout+xml"/>
  <Override PartName="/ppt/slideLayouts/slideLayout2333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3363.xml" ContentType="application/vnd.openxmlformats-officedocument.presentationml.slideLayout+xml"/>
  <Override PartName="/ppt/slideLayouts/slideLayout2332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3362.xml" ContentType="application/vnd.openxmlformats-officedocument.presentationml.slideLayout+xml"/>
  <Override PartName="/ppt/slideLayouts/slideLayout2331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3361.xml" ContentType="application/vnd.openxmlformats-officedocument.presentationml.slideLayout+xml"/>
  <Override PartName="/ppt/slideLayouts/slideLayout2324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3354.xml" ContentType="application/vnd.openxmlformats-officedocument.presentationml.slideLayout+xml"/>
  <Override PartName="/ppt/slideLayouts/slideLayout2323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3353.xml" ContentType="application/vnd.openxmlformats-officedocument.presentationml.slideLayout+xml"/>
  <Override PartName="/ppt/slideLayouts/slideLayout2322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3352.xml" ContentType="application/vnd.openxmlformats-officedocument.presentationml.slideLayout+xml"/>
  <Override PartName="/ppt/slideLayouts/slideLayout2321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3351.xml" ContentType="application/vnd.openxmlformats-officedocument.presentationml.slideLayout+xml"/>
  <Override PartName="/ppt/slideLayouts/slideLayout2314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3344.xml" ContentType="application/vnd.openxmlformats-officedocument.presentationml.slideLayout+xml"/>
  <Override PartName="/ppt/slideLayouts/slideLayout2313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3343.xml" ContentType="application/vnd.openxmlformats-officedocument.presentationml.slideLayout+xml"/>
  <Override PartName="/ppt/slideLayouts/slideLayout2312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3342.xml" ContentType="application/vnd.openxmlformats-officedocument.presentationml.slideLayout+xml"/>
  <Override PartName="/ppt/slideLayouts/slideLayout2311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3341.xml" ContentType="application/vnd.openxmlformats-officedocument.presentationml.slideLayout+xml"/>
  <Override PartName="/ppt/slideLayouts/slideLayout2304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3334.xml" ContentType="application/vnd.openxmlformats-officedocument.presentationml.slideLayout+xml"/>
  <Override PartName="/ppt/slideLayouts/slideLayout2303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3333.xml" ContentType="application/vnd.openxmlformats-officedocument.presentationml.slideLayout+xml"/>
  <Override PartName="/ppt/slideLayouts/slideLayout2302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3332.xml" ContentType="application/vnd.openxmlformats-officedocument.presentationml.slideLayout+xml"/>
  <Override PartName="/ppt/slideLayouts/_rels/slideLayout2158.xml.rels" ContentType="application/vnd.openxmlformats-package.relationships+xml"/>
  <Override PartName="/ppt/slideLayouts/_rels/slideLayout1865.xml.rels" ContentType="application/vnd.openxmlformats-package.relationships+xml"/>
  <Override PartName="/ppt/slideLayouts/_rels/slideLayout1015.xml.rels" ContentType="application/vnd.openxmlformats-package.relationships+xml"/>
  <Override PartName="/ppt/slideLayouts/_rels/slideLayout2655.xml.rels" ContentType="application/vnd.openxmlformats-package.relationships+xml"/>
  <Override PartName="/ppt/slideLayouts/_rels/slideLayout2157.xml.rels" ContentType="application/vnd.openxmlformats-package.relationships+xml"/>
  <Override PartName="/ppt/slideLayouts/_rels/slideLayout1014.xml.rels" ContentType="application/vnd.openxmlformats-package.relationships+xml"/>
  <Override PartName="/ppt/slideLayouts/_rels/slideLayout2654.xml.rels" ContentType="application/vnd.openxmlformats-package.relationships+xml"/>
  <Override PartName="/ppt/slideLayouts/_rels/slideLayout2156.xml.rels" ContentType="application/vnd.openxmlformats-package.relationships+xml"/>
  <Override PartName="/ppt/slideLayouts/_rels/slideLayout1863.xml.rels" ContentType="application/vnd.openxmlformats-package.relationships+xml"/>
  <Override PartName="/ppt/slideLayouts/_rels/slideLayout2653.xml.rels" ContentType="application/vnd.openxmlformats-package.relationships+xml"/>
  <Override PartName="/ppt/slideLayouts/_rels/slideLayout394.xml.rels" ContentType="application/vnd.openxmlformats-package.relationships+xml"/>
  <Override PartName="/ppt/slideLayouts/_rels/slideLayout1862.xml.rels" ContentType="application/vnd.openxmlformats-package.relationships+xml"/>
  <Override PartName="/ppt/slideLayouts/_rels/slideLayout2652.xml.rels" ContentType="application/vnd.openxmlformats-package.relationships+xml"/>
  <Override PartName="/ppt/slideLayouts/_rels/slideLayout393.xml.rels" ContentType="application/vnd.openxmlformats-package.relationships+xml"/>
  <Override PartName="/ppt/slideLayouts/_rels/slideLayout1861.xml.rels" ContentType="application/vnd.openxmlformats-package.relationships+xml"/>
  <Override PartName="/ppt/slideLayouts/_rels/slideLayout2651.xml.rels" ContentType="application/vnd.openxmlformats-package.relationships+xml"/>
  <Override PartName="/ppt/slideLayouts/_rels/slideLayout392.xml.rels" ContentType="application/vnd.openxmlformats-package.relationships+xml"/>
  <Override PartName="/ppt/slideLayouts/_rels/slideLayout2650.xml.rels" ContentType="application/vnd.openxmlformats-package.relationships+xml"/>
  <Override PartName="/ppt/slideLayouts/_rels/slideLayout391.xml.rels" ContentType="application/vnd.openxmlformats-package.relationships+xml"/>
  <Override PartName="/ppt/slideLayouts/_rels/slideLayout379.xml.rels" ContentType="application/vnd.openxmlformats-package.relationships+xml"/>
  <Override PartName="/ppt/slideLayouts/_rels/slideLayout2638.xml.rels" ContentType="application/vnd.openxmlformats-package.relationships+xml"/>
  <Override PartName="/ppt/slideLayouts/_rels/slideLayout1008.xml.rels" ContentType="application/vnd.openxmlformats-package.relationships+xml"/>
  <Override PartName="/ppt/slideLayouts/_rels/slideLayout2648.xml.rels" ContentType="application/vnd.openxmlformats-package.relationships+xml"/>
  <Override PartName="/ppt/slideLayouts/_rels/slideLayout1007.xml.rels" ContentType="application/vnd.openxmlformats-package.relationships+xml"/>
  <Override PartName="/ppt/slideLayouts/_rels/slideLayout2647.xml.rels" ContentType="application/vnd.openxmlformats-package.relationships+xml"/>
  <Override PartName="/ppt/slideLayouts/_rels/slideLayout1006.xml.rels" ContentType="application/vnd.openxmlformats-package.relationships+xml"/>
  <Override PartName="/ppt/slideLayouts/_rels/slideLayout1990.xml.rels" ContentType="application/vnd.openxmlformats-package.relationships+xml"/>
  <Override PartName="/ppt/slideLayouts/_rels/slideLayout2646.xml.rels" ContentType="application/vnd.openxmlformats-package.relationships+xml"/>
  <Override PartName="/ppt/slideLayouts/_rels/slideLayout2148.xml.rels" ContentType="application/vnd.openxmlformats-package.relationships+xml"/>
  <Override PartName="/ppt/slideLayouts/_rels/slideLayout2645.xml.rels" ContentType="application/vnd.openxmlformats-package.relationships+xml"/>
  <Override PartName="/ppt/slideLayouts/_rels/slideLayout2147.xml.rels" ContentType="application/vnd.openxmlformats-package.relationships+xml"/>
  <Override PartName="/ppt/slideLayouts/_rels/slideLayout1854.xml.rels" ContentType="application/vnd.openxmlformats-package.relationships+xml"/>
  <Override PartName="/ppt/slideLayouts/_rels/slideLayout2644.xml.rels" ContentType="application/vnd.openxmlformats-package.relationships+xml"/>
  <Override PartName="/ppt/slideLayouts/_rels/slideLayout2146.xml.rels" ContentType="application/vnd.openxmlformats-package.relationships+xml"/>
  <Override PartName="/ppt/slideLayouts/_rels/slideLayout1853.xml.rels" ContentType="application/vnd.openxmlformats-package.relationships+xml"/>
  <Override PartName="/ppt/slideLayouts/_rels/slideLayout1003.xml.rels" ContentType="application/vnd.openxmlformats-package.relationships+xml"/>
  <Override PartName="/ppt/slideLayouts/_rels/slideLayout3469.xml.rels" ContentType="application/vnd.openxmlformats-package.relationships+xml"/>
  <Override PartName="/ppt/slideLayouts/_rels/slideLayout2643.xml.rels" ContentType="application/vnd.openxmlformats-package.relationships+xml"/>
  <Override PartName="/ppt/slideLayouts/_rels/slideLayout2081.xml.rels" ContentType="application/vnd.openxmlformats-package.relationships+xml"/>
  <Override PartName="/ppt/slideLayouts/_rels/slideLayout1758.xml.rels" ContentType="application/vnd.openxmlformats-package.relationships+xml"/>
  <Override PartName="/ppt/slideLayouts/_rels/slideLayout539.xml.rels" ContentType="application/vnd.openxmlformats-package.relationships+xml"/>
  <Override PartName="/ppt/slideLayouts/_rels/slideLayout3196.xml.rels" ContentType="application/vnd.openxmlformats-package.relationships+xml"/>
  <Override PartName="/ppt/slideLayouts/_rels/slideLayout2145.xml.rels" ContentType="application/vnd.openxmlformats-package.relationships+xml"/>
  <Override PartName="/ppt/slideLayouts/_rels/slideLayout2642.xml.rels" ContentType="application/vnd.openxmlformats-package.relationships+xml"/>
  <Override PartName="/ppt/slideLayouts/_rels/slideLayout2080.xml.rels" ContentType="application/vnd.openxmlformats-package.relationships+xml"/>
  <Override PartName="/ppt/slideLayouts/_rels/slideLayout1757.xml.rels" ContentType="application/vnd.openxmlformats-package.relationships+xml"/>
  <Override PartName="/ppt/slideLayouts/_rels/slideLayout2144.xml.rels" ContentType="application/vnd.openxmlformats-package.relationships+xml"/>
  <Override PartName="/ppt/slideLayouts/_rels/slideLayout1851.xml.rels" ContentType="application/vnd.openxmlformats-package.relationships+xml"/>
  <Override PartName="/ppt/slideLayouts/_rels/slideLayout2641.xml.rels" ContentType="application/vnd.openxmlformats-package.relationships+xml"/>
  <Override PartName="/ppt/slideLayouts/_rels/slideLayout997.xml.rels" ContentType="application/vnd.openxmlformats-package.relationships+xml"/>
  <Override PartName="/ppt/slideLayouts/_rels/slideLayout499.xml.rels" ContentType="application/vnd.openxmlformats-package.relationships+xml"/>
  <Override PartName="/ppt/slideLayouts/_rels/slideLayout2758.xml.rels" ContentType="application/vnd.openxmlformats-package.relationships+xml"/>
  <Override PartName="/ppt/slideLayouts/_rels/slideLayout2143.xml.rels" ContentType="application/vnd.openxmlformats-package.relationships+xml"/>
  <Override PartName="/ppt/slideLayouts/_rels/slideLayout1850.xml.rels" ContentType="application/vnd.openxmlformats-package.relationships+xml"/>
  <Override PartName="/ppt/slideLayouts/_rels/slideLayout2640.xml.rels" ContentType="application/vnd.openxmlformats-package.relationships+xml"/>
  <Override PartName="/ppt/slideLayouts/_rels/slideLayout381.xml.rels" ContentType="application/vnd.openxmlformats-package.relationships+xml"/>
  <Override PartName="/ppt/slideLayouts/_rels/slideLayout498.xml.rels" ContentType="application/vnd.openxmlformats-package.relationships+xml"/>
  <Override PartName="/ppt/slideLayouts/_rels/slideLayout2757.xml.rels" ContentType="application/vnd.openxmlformats-package.relationships+xml"/>
  <Override PartName="/ppt/slideLayouts/_rels/slideLayout2070.xml.rels" ContentType="application/vnd.openxmlformats-package.relationships+xml"/>
  <Override PartName="/ppt/slideLayouts/_rels/slideLayout1747.xml.rels" ContentType="application/vnd.openxmlformats-package.relationships+xml"/>
  <Override PartName="/ppt/slideLayouts/_rels/slideLayout488.xml.rels" ContentType="application/vnd.openxmlformats-package.relationships+xml"/>
  <Override PartName="/ppt/slideLayouts/_rels/slideLayout2747.xml.rels" ContentType="application/vnd.openxmlformats-package.relationships+xml"/>
  <Override PartName="/ppt/slideLayouts/_rels/slideLayout2061.xml.rels" ContentType="application/vnd.openxmlformats-package.relationships+xml"/>
  <Override PartName="/ppt/slideLayouts/_rels/slideLayout2060.xml.rels" ContentType="application/vnd.openxmlformats-package.relationships+xml"/>
  <Override PartName="/ppt/slideLayouts/_rels/slideLayout479.xml.rels" ContentType="application/vnd.openxmlformats-package.relationships+xml"/>
  <Override PartName="/ppt/slideLayouts/_rels/slideLayout2605.xml.rels" ContentType="application/vnd.openxmlformats-package.relationships+xml"/>
  <Override PartName="/ppt/slideLayouts/_rels/slideLayout1108.xml.rels" ContentType="application/vnd.openxmlformats-package.relationships+xml"/>
  <Override PartName="/ppt/slideLayouts/_rels/slideLayout351.xml.rels" ContentType="application/vnd.openxmlformats-package.relationships+xml"/>
  <Override PartName="/ppt/slideLayouts/_rels/slideLayout1107.xml.rels" ContentType="application/vnd.openxmlformats-package.relationships+xml"/>
  <Override PartName="/ppt/slideLayouts/_rels/slideLayout2051.xml.rels" ContentType="application/vnd.openxmlformats-package.relationships+xml"/>
  <Override PartName="/ppt/slideLayouts/_rels/slideLayout805.xml.rels" ContentType="application/vnd.openxmlformats-package.relationships+xml"/>
  <Override PartName="/ppt/slideLayouts/_rels/slideLayout3595.xml.rels" ContentType="application/vnd.openxmlformats-package.relationships+xml"/>
  <Override PartName="/ppt/slideLayouts/_rels/slideLayout804.xml.rels" ContentType="application/vnd.openxmlformats-package.relationships+xml"/>
  <Override PartName="/ppt/slideLayouts/_rels/slideLayout803.xml.rels" ContentType="application/vnd.openxmlformats-package.relationships+xml"/>
  <Override PartName="/ppt/slideLayouts/_rels/slideLayout469.xml.rels" ContentType="application/vnd.openxmlformats-package.relationships+xml"/>
  <Override PartName="/ppt/slideLayouts/_rels/slideLayout319.xml.rels" ContentType="application/vnd.openxmlformats-package.relationships+xml"/>
  <Override PartName="/ppt/slideLayouts/_rels/slideLayout297.xml.rels" ContentType="application/vnd.openxmlformats-package.relationships+xml"/>
  <Override PartName="/ppt/slideLayouts/_rels/slideLayout2556.xml.rels" ContentType="application/vnd.openxmlformats-package.relationships+xml"/>
  <Override PartName="/ppt/slideLayouts/_rels/slideLayout3074.xml.rels" ContentType="application/vnd.openxmlformats-package.relationships+xml"/>
  <Override PartName="/ppt/slideLayouts/_rels/slideLayout327.xml.rels" ContentType="application/vnd.openxmlformats-package.relationships+xml"/>
  <Override PartName="/ppt/slideLayouts/_rels/slideLayout3104.xml.rels" ContentType="application/vnd.openxmlformats-package.relationships+xml"/>
  <Override PartName="/ppt/slideLayouts/_rels/slideLayout289.xml.rels" ContentType="application/vnd.openxmlformats-package.relationships+xml"/>
  <Override PartName="/ppt/slideLayouts/_rels/slideLayout2415.xml.rels" ContentType="application/vnd.openxmlformats-package.relationships+xml"/>
  <Override PartName="/ppt/slideLayouts/_rels/slideLayout279.xml.rels" ContentType="application/vnd.openxmlformats-package.relationships+xml"/>
  <Override PartName="/ppt/slideLayouts/_rels/slideLayout2405.xml.rels" ContentType="application/vnd.openxmlformats-package.relationships+xml"/>
  <Override PartName="/ppt/slideLayouts/_rels/slideLayout3056.xml.rels" ContentType="application/vnd.openxmlformats-package.relationships+xml"/>
  <Override PartName="/ppt/slideLayouts/_rels/slideLayout3055.xml.rels" ContentType="application/vnd.openxmlformats-package.relationships+xml"/>
  <Override PartName="/ppt/slideLayouts/_rels/slideLayout3204.xml.rels" ContentType="application/vnd.openxmlformats-package.relationships+xml"/>
  <Override PartName="/ppt/slideLayouts/_rels/slideLayout59.xml.rels" ContentType="application/vnd.openxmlformats-package.relationships+xml"/>
  <Override PartName="/ppt/slideLayouts/_rels/slideLayout2456.xml.rels" ContentType="application/vnd.openxmlformats-package.relationships+xml"/>
  <Override PartName="/ppt/slideLayouts/_rels/slideLayout1852.xml.rels" ContentType="application/vnd.openxmlformats-package.relationships+xml"/>
  <Override PartName="/ppt/slideLayouts/_rels/slideLayout309.xml.rels" ContentType="application/vnd.openxmlformats-package.relationships+xml"/>
  <Override PartName="/ppt/slideLayouts/_rels/slideLayout3448.xml.rels" ContentType="application/vnd.openxmlformats-package.relationships+xml"/>
  <Override PartName="/ppt/slideLayouts/_rels/slideLayout3203.xml.rels" ContentType="application/vnd.openxmlformats-package.relationships+xml"/>
  <Override PartName="/ppt/slideLayouts/_rels/slideLayout1427.xml.rels" ContentType="application/vnd.openxmlformats-package.relationships+xml"/>
  <Override PartName="/ppt/slideLayouts/_rels/slideLayout58.xml.rels" ContentType="application/vnd.openxmlformats-package.relationships+xml"/>
  <Override PartName="/ppt/slideLayouts/_rels/slideLayout2455.xml.rels" ContentType="application/vnd.openxmlformats-package.relationships+xml"/>
  <Override PartName="/ppt/slideLayouts/_rels/slideLayout1542.xml.rels" ContentType="application/vnd.openxmlformats-package.relationships+xml"/>
  <Override PartName="/ppt/slideLayouts/_rels/slideLayout308.xml.rels" ContentType="application/vnd.openxmlformats-package.relationships+xml"/>
  <Override PartName="/ppt/slideLayouts/_rels/slideLayout3098.xml.rels" ContentType="application/vnd.openxmlformats-package.relationships+xml"/>
  <Override PartName="/ppt/slideLayouts/_rels/slideLayout1799.xml.rels" ContentType="application/vnd.openxmlformats-package.relationships+xml"/>
  <Override PartName="/ppt/slideLayouts/_rels/slideLayout918.xml.rels" ContentType="application/vnd.openxmlformats-package.relationships+xml"/>
  <Override PartName="/ppt/slideLayouts/_rels/slideLayout1013.xml.rels" ContentType="application/vnd.openxmlformats-package.relationships+xml"/>
  <Override PartName="/ppt/slideLayouts/_rels/slideLayout3202.xml.rels" ContentType="application/vnd.openxmlformats-package.relationships+xml"/>
  <Override PartName="/ppt/slideLayouts/_rels/slideLayout1079.xml.rels" ContentType="application/vnd.openxmlformats-package.relationships+xml"/>
  <Override PartName="/ppt/slideLayouts/_rels/slideLayout1012.xml.rels" ContentType="application/vnd.openxmlformats-package.relationships+xml"/>
  <Override PartName="/ppt/slideLayouts/_rels/slideLayout3201.xml.rels" ContentType="application/vnd.openxmlformats-package.relationships+xml"/>
  <Override PartName="/ppt/slideLayouts/_rels/slideLayout1078.xml.rels" ContentType="application/vnd.openxmlformats-package.relationships+xml"/>
  <Override PartName="/ppt/slideLayouts/_rels/slideLayout1011.xml.rels" ContentType="application/vnd.openxmlformats-package.relationships+xml"/>
  <Override PartName="/ppt/slideLayouts/_rels/slideLayout3200.xml.rels" ContentType="application/vnd.openxmlformats-package.relationships+xml"/>
  <Override PartName="/ppt/slideLayouts/_rels/slideLayout1077.xml.rels" ContentType="application/vnd.openxmlformats-package.relationships+xml"/>
  <Override PartName="/ppt/slideLayouts/_rels/slideLayout423.xml.rels" ContentType="application/vnd.openxmlformats-package.relationships+xml"/>
  <Override PartName="/ppt/slideLayouts/_rels/slideLayout1627.xml.rels" ContentType="application/vnd.openxmlformats-package.relationships+xml"/>
  <Override PartName="/ppt/slideLayouts/_rels/slideLayout3116.xml.rels" ContentType="application/vnd.openxmlformats-package.relationships+xml"/>
  <Override PartName="/ppt/slideLayouts/_rels/slideLayout1626.xml.rels" ContentType="application/vnd.openxmlformats-package.relationships+xml"/>
  <Override PartName="/ppt/slideLayouts/_rels/slideLayout3115.xml.rels" ContentType="application/vnd.openxmlformats-package.relationships+xml"/>
  <Override PartName="/ppt/slideLayouts/_rels/slideLayout1339.xml.rels" ContentType="application/vnd.openxmlformats-package.relationships+xml"/>
  <Override PartName="/ppt/slideLayouts/_rels/slideLayout1625.xml.rels" ContentType="application/vnd.openxmlformats-package.relationships+xml"/>
  <Override PartName="/ppt/slideLayouts/_rels/slideLayout3114.xml.rels" ContentType="application/vnd.openxmlformats-package.relationships+xml"/>
  <Override PartName="/ppt/slideLayouts/_rels/slideLayout1338.xml.rels" ContentType="application/vnd.openxmlformats-package.relationships+xml"/>
  <Override PartName="/ppt/slideLayouts/_rels/slideLayout3089.xml.rels" ContentType="application/vnd.openxmlformats-package.relationships+xml"/>
  <Override PartName="/ppt/slideLayouts/_rels/slideLayout3075.xml.rels" ContentType="application/vnd.openxmlformats-package.relationships+xml"/>
  <Override PartName="/ppt/slideLayouts/_rels/slideLayout36.xml.rels" ContentType="application/vnd.openxmlformats-package.relationships+xml"/>
  <Override PartName="/ppt/slideLayouts/_rels/slideLayout35.xml.rels" ContentType="application/vnd.openxmlformats-package.relationships+xml"/>
  <Override PartName="/ppt/slideLayouts/_rels/slideLayout882.xml.rels" ContentType="application/vnd.openxmlformats-package.relationships+xml"/>
  <Override PartName="/ppt/slideLayouts/_rels/slideLayout47.xml.rels" ContentType="application/vnd.openxmlformats-package.relationships+xml"/>
  <Override PartName="/ppt/slideLayouts/_rels/slideLayout2444.xml.rels" ContentType="application/vnd.openxmlformats-package.relationships+xml"/>
  <Override PartName="/ppt/slideLayouts/_rels/slideLayout591.xml.rels" ContentType="application/vnd.openxmlformats-package.relationships+xml"/>
  <Override PartName="/ppt/slideLayouts/_rels/slideLayout1524.xml.rels" ContentType="application/vnd.openxmlformats-package.relationships+xml"/>
  <Override PartName="/ppt/slideLayouts/_rels/slideLayout1229.xml.rels" ContentType="application/vnd.openxmlformats-package.relationships+xml"/>
  <Override PartName="/ppt/slideLayouts/_rels/slideLayout3046.xml.rels" ContentType="application/vnd.openxmlformats-package.relationships+xml"/>
  <Override PartName="/ppt/slideLayouts/_rels/slideLayout96.xml.rels" ContentType="application/vnd.openxmlformats-package.relationships+xml"/>
  <Override PartName="/ppt/slideLayouts/_rels/slideLayout2493.xml.rels" ContentType="application/vnd.openxmlformats-package.relationships+xml"/>
  <Override PartName="/ppt/slideLayouts/_rels/slideLayout2039.xml.rels" ContentType="application/vnd.openxmlformats-package.relationships+xml"/>
  <Override PartName="/ppt/slideLayouts/_rels/slideLayout1788.xml.rels" ContentType="application/vnd.openxmlformats-package.relationships+xml"/>
  <Override PartName="/ppt/slideLayouts/_rels/slideLayout3564.xml.rels" ContentType="application/vnd.openxmlformats-package.relationships+xml"/>
  <Override PartName="/ppt/slideLayouts/_rels/slideLayout907.xml.rels" ContentType="application/vnd.openxmlformats-package.relationships+xml"/>
  <Override PartName="/ppt/slideLayouts/_rels/slideLayout46.xml.rels" ContentType="application/vnd.openxmlformats-package.relationships+xml"/>
  <Override PartName="/ppt/slideLayouts/_rels/slideLayout2443.xml.rels" ContentType="application/vnd.openxmlformats-package.relationships+xml"/>
  <Override PartName="/ppt/slideLayouts/_rels/slideLayout590.xml.rels" ContentType="application/vnd.openxmlformats-package.relationships+xml"/>
  <Override PartName="/ppt/slideLayouts/_rels/slideLayout1543.xml.rels" ContentType="application/vnd.openxmlformats-package.relationships+xml"/>
  <Override PartName="/ppt/slideLayouts/_rels/slideLayout3360.xml.rels" ContentType="application/vnd.openxmlformats-package.relationships+xml"/>
  <Override PartName="/ppt/slideLayouts/_rels/slideLayout703.xml.rels" ContentType="application/vnd.openxmlformats-package.relationships+xml"/>
  <Override PartName="/ppt/slideLayouts/_rels/slideLayout1584.xml.rels" ContentType="application/vnd.openxmlformats-package.relationships+xml"/>
  <Override PartName="/ppt/slideLayouts/_rels/slideLayout1523.xml.rels" ContentType="application/vnd.openxmlformats-package.relationships+xml"/>
  <Override PartName="/ppt/slideLayouts/_rels/slideLayout95.xml.rels" ContentType="application/vnd.openxmlformats-package.relationships+xml"/>
  <Override PartName="/ppt/slideLayouts/_rels/slideLayout2038.xml.rels" ContentType="application/vnd.openxmlformats-package.relationships+xml"/>
  <Override PartName="/ppt/slideLayouts/_rels/slideLayout583.xml.rels" ContentType="application/vnd.openxmlformats-package.relationships+xml"/>
  <Override PartName="/ppt/slideLayouts/_rels/slideLayout2842.xml.rels" ContentType="application/vnd.openxmlformats-package.relationships+xml"/>
  <Override PartName="/ppt/slideLayouts/_rels/slideLayout1787.xml.rels" ContentType="application/vnd.openxmlformats-package.relationships+xml"/>
  <Override PartName="/ppt/slideLayouts/_rels/slideLayout3563.xml.rels" ContentType="application/vnd.openxmlformats-package.relationships+xml"/>
  <Override PartName="/ppt/slideLayouts/_rels/slideLayout906.xml.rels" ContentType="application/vnd.openxmlformats-package.relationships+xml"/>
  <Override PartName="/ppt/slideLayouts/_rels/slideLayout892.xml.rels" ContentType="application/vnd.openxmlformats-package.relationships+xml"/>
  <Override PartName="/ppt/slideLayouts/_rels/slideLayout582.xml.rels" ContentType="application/vnd.openxmlformats-package.relationships+xml"/>
  <Override PartName="/ppt/slideLayouts/_rels/slideLayout2841.xml.rels" ContentType="application/vnd.openxmlformats-package.relationships+xml"/>
  <Override PartName="/ppt/slideLayouts/_rels/slideLayout2250.xml.rels" ContentType="application/vnd.openxmlformats-package.relationships+xml"/>
  <Override PartName="/ppt/slideLayouts/_rels/slideLayout259.xml.rels" ContentType="application/vnd.openxmlformats-package.relationships+xml"/>
  <Override PartName="/ppt/slideLayouts/_rels/slideLayout2518.xml.rels" ContentType="application/vnd.openxmlformats-package.relationships+xml"/>
  <Override PartName="/ppt/slideLayouts/_rels/slideLayout3036.xml.rels" ContentType="application/vnd.openxmlformats-package.relationships+xml"/>
  <Override PartName="/ppt/slideLayouts/_rels/slideLayout86.xml.rels" ContentType="application/vnd.openxmlformats-package.relationships+xml"/>
  <Override PartName="/ppt/slideLayouts/_rels/slideLayout2029.xml.rels" ContentType="application/vnd.openxmlformats-package.relationships+xml"/>
  <Override PartName="/ppt/slideLayouts/_rels/slideLayout3035.xml.rels" ContentType="application/vnd.openxmlformats-package.relationships+xml"/>
  <Override PartName="/ppt/slideLayouts/_rels/slideLayout85.xml.rels" ContentType="application/vnd.openxmlformats-package.relationships+xml"/>
  <Override PartName="/ppt/slideLayouts/_rels/slideLayout2482.xml.rels" ContentType="application/vnd.openxmlformats-package.relationships+xml"/>
  <Override PartName="/ppt/slideLayouts/_rels/slideLayout2028.xml.rels" ContentType="application/vnd.openxmlformats-package.relationships+xml"/>
  <Override PartName="/ppt/slideLayouts/_rels/slideLayout3230.xml.rels" ContentType="application/vnd.openxmlformats-package.relationships+xml"/>
  <Override PartName="/ppt/slideLayouts/_rels/slideLayout2296.xml.rels" ContentType="application/vnd.openxmlformats-package.relationships+xml"/>
  <Override PartName="/ppt/slideLayouts/_rels/slideLayout1512.xml.rels" ContentType="application/vnd.openxmlformats-package.relationships+xml"/>
  <Override PartName="/ppt/slideLayouts/_rels/slideLayout1504.xml.rels" ContentType="application/vnd.openxmlformats-package.relationships+xml"/>
  <Override PartName="/ppt/slideLayouts/_rels/slideLayout1526.xml.rels" ContentType="application/vnd.openxmlformats-package.relationships+xml"/>
  <Override PartName="/ppt/slideLayouts/_rels/slideLayout3021.xml.rels" ContentType="application/vnd.openxmlformats-package.relationships+xml"/>
  <Override PartName="/ppt/slideLayouts/_rels/slideLayout71.xml.rels" ContentType="application/vnd.openxmlformats-package.relationships+xml"/>
  <Override PartName="/ppt/slideLayouts/_rels/slideLayout2628.xml.rels" ContentType="application/vnd.openxmlformats-package.relationships+xml"/>
  <Override PartName="/ppt/slideLayouts/_rels/slideLayout369.xml.rels" ContentType="application/vnd.openxmlformats-package.relationships+xml"/>
  <Override PartName="/ppt/slideLayouts/_rels/slideLayout3020.xml.rels" ContentType="application/vnd.openxmlformats-package.relationships+xml"/>
  <Override PartName="/ppt/slideLayouts/_rels/slideLayout70.xml.rels" ContentType="application/vnd.openxmlformats-package.relationships+xml"/>
  <Override PartName="/ppt/slideLayouts/_rels/slideLayout2627.xml.rels" ContentType="application/vnd.openxmlformats-package.relationships+xml"/>
  <Override PartName="/ppt/slideLayouts/_rels/slideLayout368.xml.rels" ContentType="application/vnd.openxmlformats-package.relationships+xml"/>
  <Override PartName="/ppt/slideLayouts/_rels/slideLayout437.xml.rels" ContentType="application/vnd.openxmlformats-package.relationships+xml"/>
  <Override PartName="/ppt/slideLayouts/_rels/slideLayout3213.xml.rels" ContentType="application/vnd.openxmlformats-package.relationships+xml"/>
  <Override PartName="/ppt/slideLayouts/_rels/slideLayout807.xml.rels" ContentType="application/vnd.openxmlformats-package.relationships+xml"/>
  <Override PartName="/ppt/slideLayouts/_rels/slideLayout3597.xml.rels" ContentType="application/vnd.openxmlformats-package.relationships+xml"/>
  <Override PartName="/ppt/slideLayouts/_rels/slideLayout1639.xml.rels" ContentType="application/vnd.openxmlformats-package.relationships+xml"/>
  <Override PartName="/ppt/slideLayouts/_rels/slideLayout435.xml.rels" ContentType="application/vnd.openxmlformats-package.relationships+xml"/>
  <Override PartName="/ppt/slideLayouts/_rels/slideLayout3212.xml.rels" ContentType="application/vnd.openxmlformats-package.relationships+xml"/>
  <Override PartName="/ppt/slideLayouts/_rels/slideLayout1059.xml.rels" ContentType="application/vnd.openxmlformats-package.relationships+xml"/>
  <Override PartName="/ppt/slideLayouts/_rels/slideLayout2699.xml.rels" ContentType="application/vnd.openxmlformats-package.relationships+xml"/>
  <Override PartName="/ppt/slideLayouts/_rels/slideLayout1058.xml.rels" ContentType="application/vnd.openxmlformats-package.relationships+xml"/>
  <Override PartName="/ppt/slideLayouts/_rels/slideLayout3316.xml.rels" ContentType="application/vnd.openxmlformats-package.relationships+xml"/>
  <Override PartName="/ppt/slideLayouts/_rels/slideLayout2698.xml.rels" ContentType="application/vnd.openxmlformats-package.relationships+xml"/>
  <Override PartName="/ppt/slideLayouts/_rels/slideLayout231.xml.rels" ContentType="application/vnd.openxmlformats-package.relationships+xml"/>
  <Override PartName="/ppt/slideLayouts/_rels/slideLayout1516.xml.rels" ContentType="application/vnd.openxmlformats-package.relationships+xml"/>
  <Override PartName="/ppt/slideLayouts/_rels/slideLayout61.xml.rels" ContentType="application/vnd.openxmlformats-package.relationships+xml"/>
  <Override PartName="/ppt/slideLayouts/_rels/slideLayout2618.xml.rels" ContentType="application/vnd.openxmlformats-package.relationships+xml"/>
  <Override PartName="/ppt/slideLayouts/_rels/slideLayout3010.xml.rels" ContentType="application/vnd.openxmlformats-package.relationships+xml"/>
  <Override PartName="/ppt/slideLayouts/_rels/slideLayout872.xml.rels" ContentType="application/vnd.openxmlformats-package.relationships+xml"/>
  <Override PartName="/ppt/slideLayouts/_rels/slideLayout3027.xml.rels" ContentType="application/vnd.openxmlformats-package.relationships+xml"/>
  <Override PartName="/ppt/slideLayouts/_rels/slideLayout2292.xml.rels" ContentType="application/vnd.openxmlformats-package.relationships+xml"/>
  <Override PartName="/ppt/slideLayouts/_rels/slideLayout491.xml.rels" ContentType="application/vnd.openxmlformats-package.relationships+xml"/>
  <Override PartName="/ppt/slideLayouts/_rels/slideLayout2295.xml.rels" ContentType="application/vnd.openxmlformats-package.relationships+xml"/>
  <Override PartName="/ppt/slideLayouts/_rels/slideLayout2291.xml.rels" ContentType="application/vnd.openxmlformats-package.relationships+xml"/>
  <Override PartName="/ppt/slideLayouts/_rels/slideLayout599.xml.rels" ContentType="application/vnd.openxmlformats-package.relationships+xml"/>
  <Override PartName="/ppt/slideLayouts/_rels/slideLayout2376.xml.rels" ContentType="application/vnd.openxmlformats-package.relationships+xml"/>
  <Override PartName="/ppt/slideLayouts/_rels/slideLayout1559.xml.rels" ContentType="application/vnd.openxmlformats-package.relationships+xml"/>
  <Override PartName="/ppt/slideLayouts/_rels/slideLayout3335.xml.rels" ContentType="application/vnd.openxmlformats-package.relationships+xml"/>
  <Override PartName="/ppt/slideLayouts/_rels/slideLayout3376.xml.rels" ContentType="application/vnd.openxmlformats-package.relationships+xml"/>
  <Override PartName="/ppt/slideLayouts/_rels/slideLayout719.xml.rels" ContentType="application/vnd.openxmlformats-package.relationships+xml"/>
  <Override PartName="/ppt/slideLayouts/_rels/slideLayout861.xml.rels" ContentType="application/vnd.openxmlformats-package.relationships+xml"/>
  <Override PartName="/ppt/slideLayouts/_rels/slideLayout3016.xml.rels" ContentType="application/vnd.openxmlformats-package.relationships+xml"/>
  <Override PartName="/ppt/slideLayouts/_rels/slideLayout3205.xml.rels" ContentType="application/vnd.openxmlformats-package.relationships+xml"/>
  <Override PartName="/ppt/slideLayouts/_rels/slideLayout300.xml.rels" ContentType="application/vnd.openxmlformats-package.relationships+xml"/>
  <Override PartName="/ppt/slideLayouts/_rels/slideLayout1072.xml.rels" ContentType="application/vnd.openxmlformats-package.relationships+xml"/>
  <Override PartName="/ppt/slideLayouts/_rels/slideLayout106.xml.rels" ContentType="application/vnd.openxmlformats-package.relationships+xml"/>
  <Override PartName="/ppt/slideLayouts/_rels/slideLayout3245.xml.rels" ContentType="application/vnd.openxmlformats-package.relationships+xml"/>
  <Override PartName="/ppt/slideLayouts/_rels/slideLayout3223.xml.rels" ContentType="application/vnd.openxmlformats-package.relationships+xml"/>
  <Override PartName="/ppt/slideLayouts/_rels/slideLayout202.xml.rels" ContentType="application/vnd.openxmlformats-package.relationships+xml"/>
  <Override PartName="/ppt/slideLayouts/_rels/slideLayout1083.xml.rels" ContentType="application/vnd.openxmlformats-package.relationships+xml"/>
  <Override PartName="/ppt/slideLayouts/_rels/slideLayout3341.xml.rels" ContentType="application/vnd.openxmlformats-package.relationships+xml"/>
  <Override PartName="/ppt/slideLayouts/_rels/slideLayout429.xml.rels" ContentType="application/vnd.openxmlformats-package.relationships+xml"/>
  <Override PartName="/ppt/slideLayouts/_rels/slideLayout3568.xml.rels" ContentType="application/vnd.openxmlformats-package.relationships+xml"/>
  <Override PartName="/ppt/slideLayouts/_rels/slideLayout3206.xml.rels" ContentType="application/vnd.openxmlformats-package.relationships+xml"/>
  <Override PartName="/ppt/slideLayouts/_rels/slideLayout301.xml.rels" ContentType="application/vnd.openxmlformats-package.relationships+xml"/>
  <Override PartName="/ppt/slideLayouts/_rels/slideLayout2768.xml.rels" ContentType="application/vnd.openxmlformats-package.relationships+xml"/>
  <Override PartName="/ppt/slideLayouts/_rels/slideLayout3128.xml.rels" ContentType="application/vnd.openxmlformats-package.relationships+xml"/>
  <Override PartName="/ppt/slideLayouts/_rels/slideLayout840.xml.rels" ContentType="application/vnd.openxmlformats-package.relationships+xml"/>
  <Override PartName="/ppt/slideLayouts/_rels/slideLayout107.xml.rels" ContentType="application/vnd.openxmlformats-package.relationships+xml"/>
  <Override PartName="/ppt/slideLayouts/_rels/slideLayout3246.xml.rels" ContentType="application/vnd.openxmlformats-package.relationships+xml"/>
  <Override PartName="/ppt/slideLayouts/_rels/slideLayout1789.xml.rels" ContentType="application/vnd.openxmlformats-package.relationships+xml"/>
  <Override PartName="/ppt/slideLayouts/_rels/slideLayout957.xml.rels" ContentType="application/vnd.openxmlformats-package.relationships+xml"/>
  <Override PartName="/ppt/slideLayouts/_rels/slideLayout3040.xml.rels" ContentType="application/vnd.openxmlformats-package.relationships+xml"/>
  <Override PartName="/ppt/slideLayouts/_rels/slideLayout23.xml.rels" ContentType="application/vnd.openxmlformats-package.relationships+xml"/>
  <Override PartName="/ppt/slideLayouts/_rels/slideLayout294.xml.rels" ContentType="application/vnd.openxmlformats-package.relationships+xml"/>
  <Override PartName="/ppt/slideLayouts/_rels/slideLayout1929.xml.rels" ContentType="application/vnd.openxmlformats-package.relationships+xml"/>
  <Override PartName="/ppt/slideLayouts/_rels/slideLayout1546.xml.rels" ContentType="application/vnd.openxmlformats-package.relationships+xml"/>
  <Override PartName="/ppt/slideLayouts/_rels/slideLayout3041.xml.rels" ContentType="application/vnd.openxmlformats-package.relationships+xml"/>
  <Override PartName="/ppt/slideLayouts/_rels/slideLayout871.xml.rels" ContentType="application/vnd.openxmlformats-package.relationships+xml"/>
  <Override PartName="/ppt/slideLayouts/_rels/slideLayout2018.xml.rels" ContentType="application/vnd.openxmlformats-package.relationships+xml"/>
  <Override PartName="/ppt/slideLayouts/_rels/slideLayout3025.xml.rels" ContentType="application/vnd.openxmlformats-package.relationships+xml"/>
  <Override PartName="/ppt/slideLayouts/_rels/slideLayout1249.xml.rels" ContentType="application/vnd.openxmlformats-package.relationships+xml"/>
  <Override PartName="/ppt/slideLayouts/_rels/slideLayout2290.xml.rels" ContentType="application/vnd.openxmlformats-package.relationships+xml"/>
  <Override PartName="/ppt/slideLayouts/_rels/slideLayout598.xml.rels" ContentType="application/vnd.openxmlformats-package.relationships+xml"/>
  <Override PartName="/ppt/slideLayouts/_rels/slideLayout2375.xml.rels" ContentType="application/vnd.openxmlformats-package.relationships+xml"/>
  <Override PartName="/ppt/slideLayouts/_rels/slideLayout3224.xml.rels" ContentType="application/vnd.openxmlformats-package.relationships+xml"/>
  <Override PartName="/ppt/slideLayouts/_rels/slideLayout203.xml.rels" ContentType="application/vnd.openxmlformats-package.relationships+xml"/>
  <Override PartName="/ppt/slideLayouts/_rels/slideLayout1084.xml.rels" ContentType="application/vnd.openxmlformats-package.relationships+xml"/>
  <Override PartName="/ppt/slideLayouts/_rels/slideLayout592.xml.rels" ContentType="application/vnd.openxmlformats-package.relationships+xml"/>
  <Override PartName="/ppt/slideLayouts/_rels/slideLayout4.xml.rels" ContentType="application/vnd.openxmlformats-package.relationships+xml"/>
  <Override PartName="/ppt/slideLayouts/_rels/slideLayout2394.xml.rels" ContentType="application/vnd.openxmlformats-package.relationships+xml"/>
  <Override PartName="/ppt/slideLayouts/_rels/slideLayout5.xml.rels" ContentType="application/vnd.openxmlformats-package.relationships+xml"/>
  <Override PartName="/ppt/slideLayouts/_rels/slideLayout2395.xml.rels" ContentType="application/vnd.openxmlformats-package.relationships+xml"/>
  <Override PartName="/ppt/slideLayouts/_rels/slideLayout3390.xml.rels" ContentType="application/vnd.openxmlformats-package.relationships+xml"/>
  <Override PartName="/ppt/slideLayouts/_rels/slideLayout251.xml.rels" ContentType="application/vnd.openxmlformats-package.relationships+xml"/>
  <Override PartName="/ppt/slideLayouts/_rels/slideLayout149.xml.rels" ContentType="application/vnd.openxmlformats-package.relationships+xml"/>
  <Override PartName="/ppt/slideLayouts/_rels/slideLayout958.xml.rels" ContentType="application/vnd.openxmlformats-package.relationships+xml"/>
  <Override PartName="/ppt/slideLayouts/_rels/slideLayout1527.xml.rels" ContentType="application/vnd.openxmlformats-package.relationships+xml"/>
  <Override PartName="/ppt/slideLayouts/_rels/slideLayout3022.xml.rels" ContentType="application/vnd.openxmlformats-package.relationships+xml"/>
  <Override PartName="/ppt/slideLayouts/_rels/slideLayout588.xml.rels" ContentType="application/vnd.openxmlformats-package.relationships+xml"/>
  <Override PartName="/ppt/slideLayouts/_rels/slideLayout2714.xml.rels" ContentType="application/vnd.openxmlformats-package.relationships+xml"/>
  <Override PartName="/ppt/slideLayouts/_rels/slideLayout3023.xml.rels" ContentType="application/vnd.openxmlformats-package.relationships+xml"/>
  <Override PartName="/ppt/slideLayouts/_rels/slideLayout3024.xml.rels" ContentType="application/vnd.openxmlformats-package.relationships+xml"/>
  <Override PartName="/ppt/slideLayouts/_rels/slideLayout1505.xml.rels" ContentType="application/vnd.openxmlformats-package.relationships+xml"/>
  <Override PartName="/ppt/slideLayouts/_rels/slideLayout3000.xml.rels" ContentType="application/vnd.openxmlformats-package.relationships+xml"/>
  <Override PartName="/ppt/slideLayouts/_rels/slideLayout1224.xml.rels" ContentType="application/vnd.openxmlformats-package.relationships+xml"/>
  <Override PartName="/ppt/slideLayouts/_rels/slideLayout2607.xml.rels" ContentType="application/vnd.openxmlformats-package.relationships+xml"/>
  <Override PartName="/ppt/slideLayouts/_rels/slideLayout302.xml.rels" ContentType="application/vnd.openxmlformats-package.relationships+xml"/>
  <Override PartName="/ppt/slideLayouts/_rels/slideLayout3574.xml.rels" ContentType="application/vnd.openxmlformats-package.relationships+xml"/>
  <Override PartName="/ppt/slideLayouts/_rels/slideLayout1506.xml.rels" ContentType="application/vnd.openxmlformats-package.relationships+xml"/>
  <Override PartName="/ppt/slideLayouts/_rels/slideLayout3001.xml.rels" ContentType="application/vnd.openxmlformats-package.relationships+xml"/>
  <Override PartName="/ppt/slideLayouts/_rels/slideLayout1225.xml.rels" ContentType="application/vnd.openxmlformats-package.relationships+xml"/>
  <Override PartName="/ppt/slideLayouts/_rels/slideLayout2608.xml.rels" ContentType="application/vnd.openxmlformats-package.relationships+xml"/>
  <Override PartName="/ppt/slideLayouts/_rels/slideLayout870.xml.rels" ContentType="application/vnd.openxmlformats-package.relationships+xml"/>
  <Override PartName="/ppt/slideLayouts/_rels/slideLayout159.xml.rels" ContentType="application/vnd.openxmlformats-package.relationships+xml"/>
  <Override PartName="/ppt/slideLayouts/_rels/slideLayout3222.xml.rels" ContentType="application/vnd.openxmlformats-package.relationships+xml"/>
  <Override PartName="/ppt/slideLayouts/_rels/slideLayout1446.xml.rels" ContentType="application/vnd.openxmlformats-package.relationships+xml"/>
  <Override PartName="/ppt/slideLayouts/_rels/slideLayout201.xml.rels" ContentType="application/vnd.openxmlformats-package.relationships+xml"/>
  <Override PartName="/ppt/slideLayouts/_rels/slideLayout1082.xml.rels" ContentType="application/vnd.openxmlformats-package.relationships+xml"/>
  <Override PartName="/ppt/slideLayouts/_rels/slideLayout3340.xml.rels" ContentType="application/vnd.openxmlformats-package.relationships+xml"/>
  <Override PartName="/ppt/slideLayouts/_rels/slideLayout1899.xml.rels" ContentType="application/vnd.openxmlformats-package.relationships+xml"/>
  <Override PartName="/ppt/slideLayouts/_rels/slideLayout2689.xml.rels" ContentType="application/vnd.openxmlformats-package.relationships+xml"/>
  <Override PartName="/ppt/slideLayouts/_rels/slideLayout243.xml.rels" ContentType="application/vnd.openxmlformats-package.relationships+xml"/>
  <Override PartName="/ppt/slideLayouts/_rels/slideLayout1075.xml.rels" ContentType="application/vnd.openxmlformats-package.relationships+xml"/>
  <Override PartName="/ppt/slideLayouts/_rels/slideLayout3333.xml.rels" ContentType="application/vnd.openxmlformats-package.relationships+xml"/>
  <Override PartName="/ppt/slideLayouts/_rels/slideLayout109.xml.rels" ContentType="application/vnd.openxmlformats-package.relationships+xml"/>
  <Override PartName="/ppt/slideLayouts/_rels/slideLayout959.xml.rels" ContentType="application/vnd.openxmlformats-package.relationships+xml"/>
  <Override PartName="/ppt/slideLayouts/_rels/slideLayout1547.xml.rels" ContentType="application/vnd.openxmlformats-package.relationships+xml"/>
  <Override PartName="/ppt/slideLayouts/_rels/slideLayout3323.xml.rels" ContentType="application/vnd.openxmlformats-package.relationships+xml"/>
  <Override PartName="/ppt/slideLayouts/_rels/slideLayout3042.xml.rels" ContentType="application/vnd.openxmlformats-package.relationships+xml"/>
  <Override PartName="/ppt/slideLayouts/_rels/slideLayout196.xml.rels" ContentType="application/vnd.openxmlformats-package.relationships+xml"/>
  <Override PartName="/ppt/slideLayouts/_rels/slideLayout2322.xml.rels" ContentType="application/vnd.openxmlformats-package.relationships+xml"/>
  <Override PartName="/ppt/slideLayouts/_rels/slideLayout340.xml.rels" ContentType="application/vnd.openxmlformats-package.relationships+xml"/>
  <Override PartName="/ppt/slideLayouts/_rels/slideLayout1544.xml.rels" ContentType="application/vnd.openxmlformats-package.relationships+xml"/>
  <Override PartName="/ppt/slideLayouts/_rels/slideLayout712.xml.rels" ContentType="application/vnd.openxmlformats-package.relationships+xml"/>
  <Override PartName="/ppt/slideLayouts/_rels/slideLayout3265.xml.rels" ContentType="application/vnd.openxmlformats-package.relationships+xml"/>
  <Override PartName="/ppt/slideLayouts/_rels/slideLayout244.xml.rels" ContentType="application/vnd.openxmlformats-package.relationships+xml"/>
  <Override PartName="/ppt/slideLayouts/_rels/slideLayout1076.xml.rels" ContentType="application/vnd.openxmlformats-package.relationships+xml"/>
  <Override PartName="/ppt/slideLayouts/_rels/slideLayout3334.xml.rels" ContentType="application/vnd.openxmlformats-package.relationships+xml"/>
  <Override PartName="/ppt/slideLayouts/_rels/slideLayout3365.xml.rels" ContentType="application/vnd.openxmlformats-package.relationships+xml"/>
  <Override PartName="/ppt/slideLayouts/_rels/slideLayout226.xml.rels" ContentType="application/vnd.openxmlformats-package.relationships+xml"/>
  <Override PartName="/ppt/slideLayouts/_rels/slideLayout1548.xml.rels" ContentType="application/vnd.openxmlformats-package.relationships+xml"/>
  <Override PartName="/ppt/slideLayouts/_rels/slideLayout3324.xml.rels" ContentType="application/vnd.openxmlformats-package.relationships+xml"/>
  <Override PartName="/ppt/slideLayouts/_rels/slideLayout3043.xml.rels" ContentType="application/vnd.openxmlformats-package.relationships+xml"/>
  <Override PartName="/ppt/slideLayouts/_rels/slideLayout341.xml.rels" ContentType="application/vnd.openxmlformats-package.relationships+xml"/>
  <Override PartName="/ppt/slideLayouts/_rels/slideLayout2600.xml.rels" ContentType="application/vnd.openxmlformats-package.relationships+xml"/>
  <Override PartName="/ppt/slideLayouts/_rels/slideLayout1545.xml.rels" ContentType="application/vnd.openxmlformats-package.relationships+xml"/>
  <Override PartName="/ppt/slideLayouts/_rels/slideLayout713.xml.rels" ContentType="application/vnd.openxmlformats-package.relationships+xml"/>
  <Override PartName="/ppt/slideLayouts/_rels/slideLayout2009.xml.rels" ContentType="application/vnd.openxmlformats-package.relationships+xml"/>
  <Override PartName="/ppt/slideLayouts/_rels/slideLayout2993.xml.rels" ContentType="application/vnd.openxmlformats-package.relationships+xml"/>
  <Override PartName="/ppt/slideLayouts/_rels/slideLayout3211.xml.rels" ContentType="application/vnd.openxmlformats-package.relationships+xml"/>
  <Override PartName="/ppt/slideLayouts/_rels/slideLayout1552.xml.rels" ContentType="application/vnd.openxmlformats-package.relationships+xml"/>
  <Override PartName="/ppt/slideLayouts/_rels/slideLayout3370.xml.rels" ContentType="application/vnd.openxmlformats-package.relationships+xml"/>
  <Override PartName="/ppt/slideLayouts/_rels/slideLayout1553.xml.rels" ContentType="application/vnd.openxmlformats-package.relationships+xml"/>
  <Override PartName="/ppt/slideLayouts/_rels/slideLayout3215.xml.rels" ContentType="application/vnd.openxmlformats-package.relationships+xml"/>
  <Override PartName="/ppt/slideLayouts/_rels/slideLayout1439.xml.rels" ContentType="application/vnd.openxmlformats-package.relationships+xml"/>
  <Override PartName="/ppt/slideLayouts/_rels/slideLayout1514.xml.rels" ContentType="application/vnd.openxmlformats-package.relationships+xml"/>
  <Override PartName="/ppt/slideLayouts/_rels/slideLayout310.xml.rels" ContentType="application/vnd.openxmlformats-package.relationships+xml"/>
  <Override PartName="/ppt/slideLayouts/_rels/slideLayout1191.xml.rels" ContentType="application/vnd.openxmlformats-package.relationships+xml"/>
  <Override PartName="/ppt/slideLayouts/_rels/slideLayout3271.xml.rels" ContentType="application/vnd.openxmlformats-package.relationships+xml"/>
  <Override PartName="/ppt/slideLayouts/_rels/slideLayout132.xml.rels" ContentType="application/vnd.openxmlformats-package.relationships+xml"/>
  <Override PartName="/ppt/slideLayouts/_rels/slideLayout250.xml.rels" ContentType="application/vnd.openxmlformats-package.relationships+xml"/>
  <Override PartName="/ppt/slideLayouts/_rels/slideLayout350.xml.rels" ContentType="application/vnd.openxmlformats-package.relationships+xml"/>
  <Override PartName="/ppt/slideLayouts/_rels/slideLayout1554.xml.rels" ContentType="application/vnd.openxmlformats-package.relationships+xml"/>
  <Override PartName="/ppt/slideLayouts/_rels/slideLayout3330.xml.rels" ContentType="application/vnd.openxmlformats-package.relationships+xml"/>
  <Override PartName="/ppt/slideLayouts/_rels/slideLayout3088.xml.rels" ContentType="application/vnd.openxmlformats-package.relationships+xml"/>
  <Override PartName="/ppt/slideLayouts/_rels/slideLayout439.xml.rels" ContentType="application/vnd.openxmlformats-package.relationships+xml"/>
  <Override PartName="/ppt/slideLayouts/_rels/slideLayout3216.xml.rels" ContentType="application/vnd.openxmlformats-package.relationships+xml"/>
  <Override PartName="/ppt/slideLayouts/_rels/slideLayout1685.xml.rels" ContentType="application/vnd.openxmlformats-package.relationships+xml"/>
  <Override PartName="/ppt/slideLayouts/_rels/slideLayout1515.xml.rels" ContentType="application/vnd.openxmlformats-package.relationships+xml"/>
  <Override PartName="/ppt/slideLayouts/_rels/slideLayout311.xml.rels" ContentType="application/vnd.openxmlformats-package.relationships+xml"/>
  <Override PartName="/ppt/slideLayouts/_rels/slideLayout1192.xml.rels" ContentType="application/vnd.openxmlformats-package.relationships+xml"/>
  <Override PartName="/ppt/slideLayouts/_rels/slideLayout118.xml.rels" ContentType="application/vnd.openxmlformats-package.relationships+xml"/>
  <Override PartName="/ppt/slideLayouts/_rels/slideLayout1235.xml.rels" ContentType="application/vnd.openxmlformats-package.relationships+xml"/>
  <Override PartName="/ppt/slideLayouts/_rels/slideLayout403.xml.rels" ContentType="application/vnd.openxmlformats-package.relationships+xml"/>
  <Override PartName="/ppt/slideLayouts/_rels/slideLayout3193.xml.rels" ContentType="application/vnd.openxmlformats-package.relationships+xml"/>
  <Override PartName="/ppt/slideLayouts/_rels/slideLayout3052.xml.rels" ContentType="application/vnd.openxmlformats-package.relationships+xml"/>
  <Override PartName="/ppt/slideLayouts/_rels/slideLayout3221.xml.rels" ContentType="application/vnd.openxmlformats-package.relationships+xml"/>
  <Override PartName="/ppt/slideLayouts/_rels/slideLayout1445.xml.rels" ContentType="application/vnd.openxmlformats-package.relationships+xml"/>
  <Override PartName="/ppt/slideLayouts/_rels/slideLayout1484.xml.rels" ContentType="application/vnd.openxmlformats-package.relationships+xml"/>
  <Override PartName="/ppt/slideLayouts/_rels/slideLayout3260.xml.rels" ContentType="application/vnd.openxmlformats-package.relationships+xml"/>
  <Override PartName="/ppt/slideLayouts/_rels/slideLayout280.xml.rels" ContentType="application/vnd.openxmlformats-package.relationships+xml"/>
  <Override PartName="/ppt/slideLayouts/_rels/slideLayout3105.xml.rels" ContentType="application/vnd.openxmlformats-package.relationships+xml"/>
  <Override PartName="/ppt/slideLayouts/_rels/slideLayout281.xml.rels" ContentType="application/vnd.openxmlformats-package.relationships+xml"/>
  <Override PartName="/ppt/slideLayouts/_rels/slideLayout10.xml.rels" ContentType="application/vnd.openxmlformats-package.relationships+xml"/>
  <Override PartName="/ppt/slideLayouts/_rels/slideLayout329.xml.rels" ContentType="application/vnd.openxmlformats-package.relationships+xml"/>
  <Override PartName="/ppt/slideLayouts/_rels/slideLayout3106.xml.rels" ContentType="application/vnd.openxmlformats-package.relationships+xml"/>
  <Override PartName="/ppt/slideLayouts/_rels/slideLayout862.xml.rels" ContentType="application/vnd.openxmlformats-package.relationships+xml"/>
  <Override PartName="/ppt/slideLayouts/_rels/slideLayout3017.xml.rels" ContentType="application/vnd.openxmlformats-package.relationships+xml"/>
  <Override PartName="/ppt/slideLayouts/_rels/slideLayout1694.xml.rels" ContentType="application/vnd.openxmlformats-package.relationships+xml"/>
  <Override PartName="/ppt/slideLayouts/_rels/slideLayout320.xml.rels" ContentType="application/vnd.openxmlformats-package.relationships+xml"/>
  <Override PartName="/ppt/slideLayouts/_rels/slideLayout2787.xml.rels" ContentType="application/vnd.openxmlformats-package.relationships+xml"/>
  <Override PartName="/ppt/slideLayouts/_rels/slideLayout976.xml.rels" ContentType="application/vnd.openxmlformats-package.relationships+xml"/>
  <Override PartName="/ppt/slideLayouts/_rels/slideLayout449.xml.rels" ContentType="application/vnd.openxmlformats-package.relationships+xml"/>
  <Override PartName="/ppt/slideLayouts/_rels/slideLayout2708.xml.rels" ContentType="application/vnd.openxmlformats-package.relationships+xml"/>
  <Override PartName="/ppt/slideLayouts/_rels/slideLayout1695.xml.rels" ContentType="application/vnd.openxmlformats-package.relationships+xml"/>
  <Override PartName="/ppt/slideLayouts/_rels/slideLayout1525.xml.rels" ContentType="application/vnd.openxmlformats-package.relationships+xml"/>
  <Override PartName="/ppt/slideLayouts/_rels/slideLayout321.xml.rels" ContentType="application/vnd.openxmlformats-package.relationships+xml"/>
  <Override PartName="/ppt/slideLayouts/_rels/slideLayout3460.xml.rels" ContentType="application/vnd.openxmlformats-package.relationships+xml"/>
  <Override PartName="/ppt/slideLayouts/_rels/slideLayout977.xml.rels" ContentType="application/vnd.openxmlformats-package.relationships+xml"/>
  <Override PartName="/ppt/slideLayouts/_rels/slideLayout3060.xml.rels" ContentType="application/vnd.openxmlformats-package.relationships+xml"/>
  <Override PartName="/ppt/slideLayouts/_rels/slideLayout2737.xml.rels" ContentType="application/vnd.openxmlformats-package.relationships+xml"/>
  <Override PartName="/ppt/slideLayouts/_rels/slideLayout996.xml.rels" ContentType="application/vnd.openxmlformats-package.relationships+xml"/>
  <Override PartName="/ppt/slideLayouts/_rels/slideLayout492.xml.rels" ContentType="application/vnd.openxmlformats-package.relationships+xml"/>
  <Override PartName="/ppt/slideLayouts/_rels/slideLayout1696.xml.rels" ContentType="application/vnd.openxmlformats-package.relationships+xml"/>
  <Override PartName="/ppt/slideLayouts/_rels/slideLayout978.xml.rels" ContentType="application/vnd.openxmlformats-package.relationships+xml"/>
  <Override PartName="/ppt/slideLayouts/_rels/slideLayout2755.xml.rels" ContentType="application/vnd.openxmlformats-package.relationships+xml"/>
  <Override PartName="/ppt/slideLayouts/_rels/slideLayout3061.xml.rels" ContentType="application/vnd.openxmlformats-package.relationships+xml"/>
  <Override PartName="/ppt/slideLayouts/_rels/slideLayout2738.xml.rels" ContentType="application/vnd.openxmlformats-package.relationships+xml"/>
  <Override PartName="/ppt/slideLayouts/_rels/slideLayout493.xml.rels" ContentType="application/vnd.openxmlformats-package.relationships+xml"/>
  <Override PartName="/ppt/slideLayouts/_rels/slideLayout1697.xml.rels" ContentType="application/vnd.openxmlformats-package.relationships+xml"/>
  <Override PartName="/ppt/slideLayouts/_rels/slideLayout860.xml.rels" ContentType="application/vnd.openxmlformats-package.relationships+xml"/>
  <Override PartName="/ppt/slideLayouts/_rels/slideLayout3015.xml.rels" ContentType="application/vnd.openxmlformats-package.relationships+xml"/>
  <Override PartName="/ppt/slideLayouts/_rels/slideLayout129.xml.rels" ContentType="application/vnd.openxmlformats-package.relationships+xml"/>
  <Override PartName="/ppt/slideLayouts/_rels/slideLayout2890.xml.rels" ContentType="application/vnd.openxmlformats-package.relationships+xml"/>
  <Override PartName="/ppt/slideLayouts/_rels/slideLayout979.xml.rels" ContentType="application/vnd.openxmlformats-package.relationships+xml"/>
  <Override PartName="/ppt/slideLayouts/_rels/slideLayout2756.xml.rels" ContentType="application/vnd.openxmlformats-package.relationships+xml"/>
  <Override PartName="/ppt/slideLayouts/_rels/slideLayout3062.xml.rels" ContentType="application/vnd.openxmlformats-package.relationships+xml"/>
  <Override PartName="/ppt/slideLayouts/_rels/slideLayout2739.xml.rels" ContentType="application/vnd.openxmlformats-package.relationships+xml"/>
  <Override PartName="/ppt/slideLayouts/_rels/slideLayout494.xml.rels" ContentType="application/vnd.openxmlformats-package.relationships+xml"/>
  <Override PartName="/ppt/slideLayouts/_rels/slideLayout2620.xml.rels" ContentType="application/vnd.openxmlformats-package.relationships+xml"/>
  <Override PartName="/ppt/slideLayouts/_rels/slideLayout1698.xml.rels" ContentType="application/vnd.openxmlformats-package.relationships+xml"/>
  <Override PartName="/ppt/slideLayouts/_rels/slideLayout3474.xml.rels" ContentType="application/vnd.openxmlformats-package.relationships+xml"/>
  <Override PartName="/ppt/slideLayouts/_rels/slideLayout1534.xml.rels" ContentType="application/vnd.openxmlformats-package.relationships+xml"/>
  <Override PartName="/ppt/slideLayouts/_rels/slideLayout3310.xml.rels" ContentType="application/vnd.openxmlformats-package.relationships+xml"/>
  <Override PartName="/ppt/slideLayouts/_rels/slideLayout330.xml.rels" ContentType="application/vnd.openxmlformats-package.relationships+xml"/>
  <Override PartName="/ppt/slideLayouts/_rels/slideLayout155.xml.rels" ContentType="application/vnd.openxmlformats-package.relationships+xml"/>
  <Override PartName="/ppt/slideLayouts/_rels/slideLayout17.xml.rels" ContentType="application/vnd.openxmlformats-package.relationships+xml"/>
  <Override PartName="/ppt/slideLayouts/_rels/slideLayout459.xml.rels" ContentType="application/vnd.openxmlformats-package.relationships+xml"/>
  <Override PartName="/ppt/slideLayouts/_rels/slideLayout2103.xml.rels" ContentType="application/vnd.openxmlformats-package.relationships+xml"/>
  <Override PartName="/ppt/slideLayouts/_rels/slideLayout137.xml.rels" ContentType="application/vnd.openxmlformats-package.relationships+xml"/>
  <Override PartName="/ppt/slideLayouts/_rels/slideLayout139.xml.rels" ContentType="application/vnd.openxmlformats-package.relationships+xml"/>
  <Override PartName="/ppt/slideLayouts/_rels/slideLayout989.xml.rels" ContentType="application/vnd.openxmlformats-package.relationships+xml"/>
  <Override PartName="/ppt/slideLayouts/_rels/slideLayout1180.xml.rels" ContentType="application/vnd.openxmlformats-package.relationships+xml"/>
  <Override PartName="/ppt/slideLayouts/_rels/slideLayout806.xml.rels" ContentType="application/vnd.openxmlformats-package.relationships+xml"/>
  <Override PartName="/ppt/slideLayouts/_rels/slideLayout3596.xml.rels" ContentType="application/vnd.openxmlformats-package.relationships+xml"/>
  <Override PartName="/ppt/slideLayouts/_rels/slideLayout2168.xml.rels" ContentType="application/vnd.openxmlformats-package.relationships+xml"/>
  <Override PartName="/ppt/slideLayouts/_rels/slideLayout3214.xml.rels" ContentType="application/vnd.openxmlformats-package.relationships+xml"/>
  <Override PartName="/ppt/slideLayouts/_rels/slideLayout1025.xml.rels" ContentType="application/vnd.openxmlformats-package.relationships+xml"/>
  <Override PartName="/ppt/slideLayouts/_rels/slideLayout2293.xml.rels" ContentType="application/vnd.openxmlformats-package.relationships+xml"/>
  <Override PartName="/ppt/slideLayouts/_rels/slideLayout2665.xml.rels" ContentType="application/vnd.openxmlformats-package.relationships+xml"/>
  <Override PartName="/ppt/slideLayouts/_rels/slideLayout3009.xml.rels" ContentType="application/vnd.openxmlformats-package.relationships+xml"/>
  <Override PartName="/ppt/slideLayouts/_rels/slideLayout721.xml.rels" ContentType="application/vnd.openxmlformats-package.relationships+xml"/>
  <Override PartName="/ppt/slideLayouts/_rels/slideLayout2169.xml.rels" ContentType="application/vnd.openxmlformats-package.relationships+xml"/>
  <Override PartName="/ppt/slideLayouts/_rels/slideLayout1876.xml.rels" ContentType="application/vnd.openxmlformats-package.relationships+xml"/>
  <Override PartName="/ppt/slideLayouts/_rels/slideLayout1026.xml.rels" ContentType="application/vnd.openxmlformats-package.relationships+xml"/>
  <Override PartName="/ppt/slideLayouts/_rels/slideLayout2294.xml.rels" ContentType="application/vnd.openxmlformats-package.relationships+xml"/>
  <Override PartName="/ppt/slideLayouts/_rels/slideLayout2666.xml.rels" ContentType="application/vnd.openxmlformats-package.relationships+xml"/>
  <Override PartName="/ppt/slideLayouts/_rels/slideLayout1090.xml.rels" ContentType="application/vnd.openxmlformats-package.relationships+xml"/>
  <Override PartName="/ppt/slideLayouts/_rels/slideLayout899.xml.rels" ContentType="application/vnd.openxmlformats-package.relationships+xml"/>
  <Override PartName="/ppt/slideLayouts/_rels/slideLayout3418.xml.rels" ContentType="application/vnd.openxmlformats-package.relationships+xml"/>
  <Override PartName="/ppt/slideLayouts/_rels/slideLayout1091.xml.rels" ContentType="application/vnd.openxmlformats-package.relationships+xml"/>
  <Override PartName="/ppt/slideLayouts/_rels/slideLayout3419.xml.rels" ContentType="application/vnd.openxmlformats-package.relationships+xml"/>
  <Override PartName="/ppt/slideLayouts/_rels/slideLayout169.xml.rels" ContentType="application/vnd.openxmlformats-package.relationships+xml"/>
  <Override PartName="/ppt/slideLayouts/_rels/slideLayout2617.xml.rels" ContentType="application/vnd.openxmlformats-package.relationships+xml"/>
  <Override PartName="/ppt/slideLayouts/_rels/slideLayout179.xml.rels" ContentType="application/vnd.openxmlformats-package.relationships+xml"/>
  <Override PartName="/ppt/slideLayouts/_rels/slideLayout2438.xml.rels" ContentType="application/vnd.openxmlformats-package.relationships+xml"/>
  <Override PartName="/ppt/slideLayouts/_rels/slideLayout188.xml.rels" ContentType="application/vnd.openxmlformats-package.relationships+xml"/>
  <Override PartName="/ppt/slideLayouts/_rels/slideLayout2447.xml.rels" ContentType="application/vnd.openxmlformats-package.relationships+xml"/>
  <Override PartName="/ppt/slideLayouts/_rels/slideLayout189.xml.rels" ContentType="application/vnd.openxmlformats-package.relationships+xml"/>
  <Override PartName="/ppt/slideLayouts/_rels/slideLayout2448.xml.rels" ContentType="application/vnd.openxmlformats-package.relationships+xml"/>
  <Override PartName="/ppt/slideLayouts/_rels/slideLayout714.xml.rels" ContentType="application/vnd.openxmlformats-package.relationships+xml"/>
  <Override PartName="/ppt/slideLayouts/_rels/slideLayout1595.xml.rels" ContentType="application/vnd.openxmlformats-package.relationships+xml"/>
  <Override PartName="/ppt/slideLayouts/_rels/slideLayout1877.xml.rels" ContentType="application/vnd.openxmlformats-package.relationships+xml"/>
  <Override PartName="/ppt/slideLayouts/_rels/slideLayout1027.xml.rels" ContentType="application/vnd.openxmlformats-package.relationships+xml"/>
  <Override PartName="/ppt/slideLayouts/_rels/slideLayout2667.xml.rels" ContentType="application/vnd.openxmlformats-package.relationships+xml"/>
  <Override PartName="/ppt/slideLayouts/_rels/slideLayout200.xml.rels" ContentType="application/vnd.openxmlformats-package.relationships+xml"/>
  <Override PartName="/ppt/slideLayouts/_rels/slideLayout1919.xml.rels" ContentType="application/vnd.openxmlformats-package.relationships+xml"/>
  <Override PartName="/ppt/slideLayouts/_rels/slideLayout715.xml.rels" ContentType="application/vnd.openxmlformats-package.relationships+xml"/>
  <Override PartName="/ppt/slideLayouts/_rels/slideLayout1596.xml.rels" ContentType="application/vnd.openxmlformats-package.relationships+xml"/>
  <Override PartName="/ppt/slideLayouts/_rels/slideLayout686.xml.rels" ContentType="application/vnd.openxmlformats-package.relationships+xml"/>
  <Override PartName="/ppt/slideLayouts/_rels/slideLayout3463.xml.rels" ContentType="application/vnd.openxmlformats-package.relationships+xml"/>
  <Override PartName="/ppt/slideLayouts/_rels/slideLayout1687.xml.rels" ContentType="application/vnd.openxmlformats-package.relationships+xml"/>
  <Override PartName="/ppt/slideLayouts/_rels/slideLayout1009.xml.rels" ContentType="application/vnd.openxmlformats-package.relationships+xml"/>
  <Override PartName="/ppt/slideLayouts/_rels/slideLayout2649.xml.rels" ContentType="application/vnd.openxmlformats-package.relationships+xml"/>
  <Override PartName="/ppt/slideLayouts/_rels/slideLayout687.xml.rels" ContentType="application/vnd.openxmlformats-package.relationships+xml"/>
  <Override PartName="/ppt/slideLayouts/_rels/slideLayout2331.xml.rels" ContentType="application/vnd.openxmlformats-package.relationships+xml"/>
  <Override PartName="/ppt/slideLayouts/_rels/slideLayout443.xml.rels" ContentType="application/vnd.openxmlformats-package.relationships+xml"/>
  <Override PartName="/ppt/slideLayouts/_rels/slideLayout3464.xml.rels" ContentType="application/vnd.openxmlformats-package.relationships+xml"/>
  <Override PartName="/ppt/slideLayouts/_rels/slideLayout209.xml.rels" ContentType="application/vnd.openxmlformats-package.relationships+xml"/>
  <Override PartName="/ppt/slideLayouts/_rels/slideLayout2970.xml.rels" ContentType="application/vnd.openxmlformats-package.relationships+xml"/>
  <Override PartName="/ppt/slideLayouts/_rels/slideLayout688.xml.rels" ContentType="application/vnd.openxmlformats-package.relationships+xml"/>
  <Override PartName="/ppt/slideLayouts/_rels/slideLayout2947.xml.rels" ContentType="application/vnd.openxmlformats-package.relationships+xml"/>
  <Override PartName="/ppt/slideLayouts/_rels/slideLayout1419.xml.rels" ContentType="application/vnd.openxmlformats-package.relationships+xml"/>
  <Override PartName="/ppt/slideLayouts/_rels/slideLayout3236.xml.rels" ContentType="application/vnd.openxmlformats-package.relationships+xml"/>
  <Override PartName="/ppt/slideLayouts/_rels/slideLayout215.xml.rels" ContentType="application/vnd.openxmlformats-package.relationships+xml"/>
  <Override PartName="/ppt/slideLayouts/_rels/slideLayout1096.xml.rels" ContentType="application/vnd.openxmlformats-package.relationships+xml"/>
  <Override PartName="/ppt/slideLayouts/_rels/slideLayout696.xml.rels" ContentType="application/vnd.openxmlformats-package.relationships+xml"/>
  <Override PartName="/ppt/slideLayouts/_rels/slideLayout2822.xml.rels" ContentType="application/vnd.openxmlformats-package.relationships+xml"/>
  <Override PartName="/ppt/slideLayouts/_rels/slideLayout1284.xml.rels" ContentType="application/vnd.openxmlformats-package.relationships+xml"/>
  <Override PartName="/ppt/slideLayouts/_rels/slideLayout3542.xml.rels" ContentType="application/vnd.openxmlformats-package.relationships+xml"/>
  <Override PartName="/ppt/slideLayouts/_rels/slideLayout3473.xml.rels" ContentType="application/vnd.openxmlformats-package.relationships+xml"/>
  <Override PartName="/ppt/slideLayouts/_rels/slideLayout334.xml.rels" ContentType="application/vnd.openxmlformats-package.relationships+xml"/>
  <Override PartName="/ppt/slideLayouts/_rels/slideLayout697.xml.rels" ContentType="application/vnd.openxmlformats-package.relationships+xml"/>
  <Override PartName="/ppt/slideLayouts/_rels/slideLayout2823.xml.rels" ContentType="application/vnd.openxmlformats-package.relationships+xml"/>
  <Override PartName="/ppt/slideLayouts/_rels/slideLayout1985.xml.rels" ContentType="application/vnd.openxmlformats-package.relationships+xml"/>
  <Override PartName="/ppt/slideLayouts/_rels/slideLayout219.xml.rels" ContentType="application/vnd.openxmlformats-package.relationships+xml"/>
  <Override PartName="/ppt/slideLayouts/_rels/slideLayout698.xml.rels" ContentType="application/vnd.openxmlformats-package.relationships+xml"/>
  <Override PartName="/ppt/slideLayouts/_rels/slideLayout2824.xml.rels" ContentType="application/vnd.openxmlformats-package.relationships+xml"/>
  <Override PartName="/ppt/slideLayouts/_rels/slideLayout1986.xml.rels" ContentType="application/vnd.openxmlformats-package.relationships+xml"/>
  <Override PartName="/ppt/slideLayouts/_rels/slideLayout454.xml.rels" ContentType="application/vnd.openxmlformats-package.relationships+xml"/>
  <Override PartName="/ppt/slideLayouts/_rels/slideLayout3593.xml.rels" ContentType="application/vnd.openxmlformats-package.relationships+xml"/>
  <Override PartName="/ppt/slideLayouts/_rels/slideLayout3475.xml.rels" ContentType="application/vnd.openxmlformats-package.relationships+xml"/>
  <Override PartName="/ppt/slideLayouts/_rels/slideLayout1699.xml.rels" ContentType="application/vnd.openxmlformats-package.relationships+xml"/>
  <Override PartName="/ppt/slideLayouts/_rels/slideLayout303.xml.rels" ContentType="application/vnd.openxmlformats-package.relationships+xml"/>
  <Override PartName="/ppt/slideLayouts/_rels/slideLayout3575.xml.rels" ContentType="application/vnd.openxmlformats-package.relationships+xml"/>
  <Override PartName="/ppt/slideLayouts/_rels/slideLayout1507.xml.rels" ContentType="application/vnd.openxmlformats-package.relationships+xml"/>
  <Override PartName="/ppt/slideLayouts/_rels/slideLayout3002.xml.rels" ContentType="application/vnd.openxmlformats-package.relationships+xml"/>
  <Override PartName="/ppt/slideLayouts/_rels/slideLayout3003.xml.rels" ContentType="application/vnd.openxmlformats-package.relationships+xml"/>
  <Override PartName="/ppt/slideLayouts/_rels/slideLayout3004.xml.rels" ContentType="application/vnd.openxmlformats-package.relationships+xml"/>
  <Override PartName="/ppt/slideLayouts/_rels/slideLayout3005.xml.rels" ContentType="application/vnd.openxmlformats-package.relationships+xml"/>
  <Override PartName="/ppt/slideLayouts/_rels/slideLayout850.xml.rels" ContentType="application/vnd.openxmlformats-package.relationships+xml"/>
  <Override PartName="/ppt/slideLayouts/_rels/slideLayout3006.xml.rels" ContentType="application/vnd.openxmlformats-package.relationships+xml"/>
  <Override PartName="/ppt/slideLayouts/_rels/slideLayout1517.xml.rels" ContentType="application/vnd.openxmlformats-package.relationships+xml"/>
  <Override PartName="/ppt/slideLayouts/_rels/slideLayout3013.xml.rels" ContentType="application/vnd.openxmlformats-package.relationships+xml"/>
  <Override PartName="/ppt/slideLayouts/_rels/slideLayout1237.xml.rels" ContentType="application/vnd.openxmlformats-package.relationships+xml"/>
  <Override PartName="/ppt/slideLayouts/_rels/slideLayout3014.xml.rels" ContentType="application/vnd.openxmlformats-package.relationships+xml"/>
  <Override PartName="/ppt/slideLayouts/_rels/slideLayout3026.xml.rels" ContentType="application/vnd.openxmlformats-package.relationships+xml"/>
  <Override PartName="/ppt/slideLayouts/_rels/slideLayout419.xml.rels" ContentType="application/vnd.openxmlformats-package.relationships+xml"/>
  <Override PartName="/ppt/slideLayouts/_rels/slideLayout3076.xml.rels" ContentType="application/vnd.openxmlformats-package.relationships+xml"/>
  <Override PartName="/ppt/slideLayouts/_rels/slideLayout199.xml.rels" ContentType="application/vnd.openxmlformats-package.relationships+xml"/>
  <Override PartName="/ppt/slideLayouts/_rels/slideLayout2637.xml.rels" ContentType="application/vnd.openxmlformats-package.relationships+xml"/>
  <Override PartName="/ppt/slideLayouts/_rels/slideLayout378.xml.rels" ContentType="application/vnd.openxmlformats-package.relationships+xml"/>
  <Override PartName="/ppt/slideLayouts/_rels/slideLayout1798.xml.rels" ContentType="application/vnd.openxmlformats-package.relationships+xml"/>
  <Override PartName="/ppt/slideLayouts/_rels/slideLayout917.xml.rels" ContentType="application/vnd.openxmlformats-package.relationships+xml"/>
  <Override PartName="/ppt/slideLayouts/_rels/slideLayout966.xml.rels" ContentType="application/vnd.openxmlformats-package.relationships+xml"/>
  <Override PartName="/ppt/slideLayouts/_rels/slideLayout2743.xml.rels" ContentType="application/vnd.openxmlformats-package.relationships+xml"/>
  <Override PartName="/ppt/slideLayouts/_rels/slideLayout116.xml.rels" ContentType="application/vnd.openxmlformats-package.relationships+xml"/>
  <Override PartName="/ppt/slideLayouts/_rels/slideLayout331.xml.rels" ContentType="application/vnd.openxmlformats-package.relationships+xml"/>
  <Override PartName="/ppt/slideLayouts/_rels/slideLayout1535.xml.rels" ContentType="application/vnd.openxmlformats-package.relationships+xml"/>
  <Override PartName="/ppt/slideLayouts/_rels/slideLayout3311.xml.rels" ContentType="application/vnd.openxmlformats-package.relationships+xml"/>
  <Override PartName="/ppt/slideLayouts/_rels/slideLayout1457.xml.rels" ContentType="application/vnd.openxmlformats-package.relationships+xml"/>
  <Override PartName="/ppt/slideLayouts/_rels/slideLayout253.xml.rels" ContentType="application/vnd.openxmlformats-package.relationships+xml"/>
  <Override PartName="/ppt/slideLayouts/_rels/slideLayout3030.xml.rels" ContentType="application/vnd.openxmlformats-package.relationships+xml"/>
  <Override PartName="/ppt/slideLayouts/_rels/slideLayout3138.xml.rels" ContentType="application/vnd.openxmlformats-package.relationships+xml"/>
  <Override PartName="/ppt/slideLayouts/_rels/slideLayout983.xml.rels" ContentType="application/vnd.openxmlformats-package.relationships+xml"/>
  <Override PartName="/ppt/slideLayouts/_rels/slideLayout117.xml.rels" ContentType="application/vnd.openxmlformats-package.relationships+xml"/>
  <Override PartName="/ppt/slideLayouts/_rels/slideLayout1536.xml.rels" ContentType="application/vnd.openxmlformats-package.relationships+xml"/>
  <Override PartName="/ppt/slideLayouts/_rels/slideLayout3033.xml.rels" ContentType="application/vnd.openxmlformats-package.relationships+xml"/>
  <Override PartName="/ppt/slideLayouts/_rels/slideLayout1089.xml.rels" ContentType="application/vnd.openxmlformats-package.relationships+xml"/>
  <Override PartName="/ppt/slideLayouts/_rels/slideLayout3347.xml.rels" ContentType="application/vnd.openxmlformats-package.relationships+xml"/>
  <Override PartName="/ppt/slideLayouts/_rels/slideLayout257.xml.rels" ContentType="application/vnd.openxmlformats-package.relationships+xml"/>
  <Override PartName="/ppt/slideLayouts/_rels/slideLayout3034.xml.rels" ContentType="application/vnd.openxmlformats-package.relationships+xml"/>
  <Override PartName="/ppt/slideLayouts/_rels/slideLayout304.xml.rels" ContentType="application/vnd.openxmlformats-package.relationships+xml"/>
  <Override PartName="/ppt/slideLayouts/_rels/slideLayout3094.xml.rels" ContentType="application/vnd.openxmlformats-package.relationships+xml"/>
  <Override PartName="/ppt/slideLayouts/_rels/slideLayout1508.xml.rels" ContentType="application/vnd.openxmlformats-package.relationships+xml"/>
  <Override PartName="/ppt/slideLayouts/_rels/slideLayout3325.xml.rels" ContentType="application/vnd.openxmlformats-package.relationships+xml"/>
  <Override PartName="/ppt/slideLayouts/_rels/slideLayout1067.xml.rels" ContentType="application/vnd.openxmlformats-package.relationships+xml"/>
  <Override PartName="/ppt/slideLayouts/_rels/slideLayout549.xml.rels" ContentType="application/vnd.openxmlformats-package.relationships+xml"/>
  <Override PartName="/ppt/slideLayouts/_rels/slideLayout3071.xml.rels" ContentType="application/vnd.openxmlformats-package.relationships+xml"/>
  <Override PartName="/ppt/slideLayouts/_rels/slideLayout1254.xml.rels" ContentType="application/vnd.openxmlformats-package.relationships+xml"/>
  <Override PartName="/ppt/slideLayouts/_rels/slideLayout3512.xml.rels" ContentType="application/vnd.openxmlformats-package.relationships+xml"/>
  <Override PartName="/ppt/slideLayouts/_rels/slideLayout1518.xml.rels" ContentType="application/vnd.openxmlformats-package.relationships+xml"/>
  <Override PartName="/ppt/slideLayouts/_rels/slideLayout559.xml.rels" ContentType="application/vnd.openxmlformats-package.relationships+xml"/>
  <Override PartName="/ppt/slideLayouts/_rels/slideLayout2818.xml.rels" ContentType="application/vnd.openxmlformats-package.relationships+xml"/>
  <Override PartName="/ppt/slideLayouts/_rels/slideLayout3072.xml.rels" ContentType="application/vnd.openxmlformats-package.relationships+xml"/>
  <Override PartName="/ppt/slideLayouts/_rels/slideLayout2749.xml.rels" ContentType="application/vnd.openxmlformats-package.relationships+xml"/>
  <Override PartName="/ppt/slideLayouts/_rels/slideLayout1255.xml.rels" ContentType="application/vnd.openxmlformats-package.relationships+xml"/>
  <Override PartName="/ppt/slideLayouts/_rels/slideLayout3031.xml.rels" ContentType="application/vnd.openxmlformats-package.relationships+xml"/>
  <Override PartName="/ppt/slideLayouts/_rels/slideLayout1519.xml.rels" ContentType="application/vnd.openxmlformats-package.relationships+xml"/>
  <Override PartName="/ppt/slideLayouts/_rels/slideLayout3336.xml.rels" ContentType="application/vnd.openxmlformats-package.relationships+xml"/>
  <Override PartName="/ppt/slideLayouts/_rels/slideLayout1264.xml.rels" ContentType="application/vnd.openxmlformats-package.relationships+xml"/>
  <Override PartName="/ppt/slideLayouts/_rels/slideLayout3522.xml.rels" ContentType="application/vnd.openxmlformats-package.relationships+xml"/>
  <Override PartName="/ppt/slideLayouts/_rels/slideLayout1528.xml.rels" ContentType="application/vnd.openxmlformats-package.relationships+xml"/>
  <Override PartName="/ppt/slideLayouts/_rels/slideLayout3304.xml.rels" ContentType="application/vnd.openxmlformats-package.relationships+xml"/>
  <Override PartName="/ppt/slideLayouts/_rels/slideLayout3345.xml.rels" ContentType="application/vnd.openxmlformats-package.relationships+xml"/>
  <Override PartName="/ppt/slideLayouts/_rels/slideLayout1087.xml.rels" ContentType="application/vnd.openxmlformats-package.relationships+xml"/>
  <Override PartName="/ppt/slideLayouts/_rels/slideLayout569.xml.rels" ContentType="application/vnd.openxmlformats-package.relationships+xml"/>
  <Override PartName="/ppt/slideLayouts/_rels/slideLayout2828.xml.rels" ContentType="application/vnd.openxmlformats-package.relationships+xml"/>
  <Override PartName="/ppt/slideLayouts/_rels/slideLayout1529.xml.rels" ContentType="application/vnd.openxmlformats-package.relationships+xml"/>
  <Override PartName="/ppt/slideLayouts/_rels/slideLayout3305.xml.rels" ContentType="application/vnd.openxmlformats-package.relationships+xml"/>
  <Override PartName="/ppt/slideLayouts/_rels/slideLayout3346.xml.rels" ContentType="application/vnd.openxmlformats-package.relationships+xml"/>
  <Override PartName="/ppt/slideLayouts/_rels/slideLayout1088.xml.rels" ContentType="application/vnd.openxmlformats-package.relationships+xml"/>
  <Override PartName="/ppt/slideLayouts/_rels/slideLayout1538.xml.rels" ContentType="application/vnd.openxmlformats-package.relationships+xml"/>
  <Override PartName="/ppt/slideLayouts/_rels/slideLayout3355.xml.rels" ContentType="application/vnd.openxmlformats-package.relationships+xml"/>
  <Override PartName="/ppt/slideLayouts/_rels/slideLayout1579.xml.rels" ContentType="application/vnd.openxmlformats-package.relationships+xml"/>
  <Override PartName="/ppt/slideLayouts/_rels/slideLayout579.xml.rels" ContentType="application/vnd.openxmlformats-package.relationships+xml"/>
  <Override PartName="/ppt/slideLayouts/_rels/slideLayout1539.xml.rels" ContentType="application/vnd.openxmlformats-package.relationships+xml"/>
  <Override PartName="/ppt/slideLayouts/_rels/slideLayout3356.xml.rels" ContentType="application/vnd.openxmlformats-package.relationships+xml"/>
  <Override PartName="/ppt/slideLayouts/_rels/slideLayout2153.xml.rels" ContentType="application/vnd.openxmlformats-package.relationships+xml"/>
  <Override PartName="/ppt/slideLayouts/_rels/slideLayout589.xml.rels" ContentType="application/vnd.openxmlformats-package.relationships+xml"/>
  <Override PartName="/ppt/slideLayouts/_rels/slideLayout2715.xml.rels" ContentType="application/vnd.openxmlformats-package.relationships+xml"/>
  <Override PartName="/ppt/slideLayouts/_rels/slideLayout453.xml.rels" ContentType="application/vnd.openxmlformats-package.relationships+xml"/>
  <Override PartName="/ppt/slideLayouts/_rels/slideLayout2230.xml.rels" ContentType="application/vnd.openxmlformats-package.relationships+xml"/>
  <Override PartName="/ppt/slideLayouts/_rels/slideLayout1285.xml.rels" ContentType="application/vnd.openxmlformats-package.relationships+xml"/>
  <Override PartName="/ppt/slideLayouts/_rels/slideLayout404.xml.rels" ContentType="application/vnd.openxmlformats-package.relationships+xml"/>
  <Override PartName="/ppt/slideLayouts/_rels/slideLayout3543.xml.rels" ContentType="application/vnd.openxmlformats-package.relationships+xml"/>
  <Override PartName="/ppt/slideLayouts/_rels/slideLayout3366.xml.rels" ContentType="application/vnd.openxmlformats-package.relationships+xml"/>
  <Override PartName="/ppt/slideLayouts/_rels/slideLayout227.xml.rels" ContentType="application/vnd.openxmlformats-package.relationships+xml"/>
  <Override PartName="/ppt/slideLayouts/_rels/slideLayout1124.xml.rels" ContentType="application/vnd.openxmlformats-package.relationships+xml"/>
  <Override PartName="/ppt/slideLayouts/_rels/slideLayout2764.xml.rels" ContentType="application/vnd.openxmlformats-package.relationships+xml"/>
  <Override PartName="/ppt/slideLayouts/_rels/slideLayout2268.xml.rels" ContentType="application/vnd.openxmlformats-package.relationships+xml"/>
  <Override PartName="/ppt/slideLayouts/_rels/slideLayout1125.xml.rels" ContentType="application/vnd.openxmlformats-package.relationships+xml"/>
  <Override PartName="/ppt/slideLayouts/_rels/slideLayout2765.xml.rels" ContentType="application/vnd.openxmlformats-package.relationships+xml"/>
  <Override PartName="/ppt/slideLayouts/_rels/slideLayout3315.xml.rels" ContentType="application/vnd.openxmlformats-package.relationships+xml"/>
  <Override PartName="/ppt/slideLayouts/_rels/slideLayout1057.xml.rels" ContentType="application/vnd.openxmlformats-package.relationships+xml"/>
  <Override PartName="/ppt/slideLayouts/_rels/slideLayout1126.xml.rels" ContentType="application/vnd.openxmlformats-package.relationships+xml"/>
  <Override PartName="/ppt/slideLayouts/_rels/slideLayout689.xml.rels" ContentType="application/vnd.openxmlformats-package.relationships+xml"/>
  <Override PartName="/ppt/slideLayouts/_rels/slideLayout2948.xml.rels" ContentType="application/vnd.openxmlformats-package.relationships+xml"/>
  <Override PartName="/ppt/slideLayouts/_rels/slideLayout1127.xml.rels" ContentType="application/vnd.openxmlformats-package.relationships+xml"/>
  <Override PartName="/ppt/slideLayouts/_rels/slideLayout1128.xml.rels" ContentType="application/vnd.openxmlformats-package.relationships+xml"/>
  <Override PartName="/ppt/slideLayouts/_rels/slideLayout1979.xml.rels" ContentType="application/vnd.openxmlformats-package.relationships+xml"/>
  <Override PartName="/ppt/slideLayouts/_rels/slideLayout1860.xml.rels" ContentType="application/vnd.openxmlformats-package.relationships+xml"/>
  <Override PartName="/ppt/slideLayouts/_rels/slideLayout1129.xml.rels" ContentType="application/vnd.openxmlformats-package.relationships+xml"/>
  <Override PartName="/ppt/slideLayouts/_rels/slideLayout2769.xml.rels" ContentType="application/vnd.openxmlformats-package.relationships+xml"/>
  <Override PartName="/ppt/slideLayouts/_rels/slideLayout609.xml.rels" ContentType="application/vnd.openxmlformats-package.relationships+xml"/>
  <Override PartName="/ppt/slideLayouts/_rels/slideLayout3266.xml.rels" ContentType="application/vnd.openxmlformats-package.relationships+xml"/>
  <Override PartName="/ppt/slideLayouts/_rels/slideLayout2277.xml.rels" ContentType="application/vnd.openxmlformats-package.relationships+xml"/>
  <Override PartName="/ppt/slideLayouts/_rels/slideLayout1134.xml.rels" ContentType="application/vnd.openxmlformats-package.relationships+xml"/>
  <Override PartName="/ppt/slideLayouts/_rels/slideLayout2774.xml.rels" ContentType="application/vnd.openxmlformats-package.relationships+xml"/>
  <Override PartName="/ppt/slideLayouts/_rels/slideLayout2278.xml.rels" ContentType="application/vnd.openxmlformats-package.relationships+xml"/>
  <Override PartName="/ppt/slideLayouts/_rels/slideLayout1135.xml.rels" ContentType="application/vnd.openxmlformats-package.relationships+xml"/>
  <Override PartName="/ppt/slideLayouts/_rels/slideLayout2775.xml.rels" ContentType="application/vnd.openxmlformats-package.relationships+xml"/>
  <Override PartName="/ppt/slideLayouts/_rels/slideLayout1136.xml.rels" ContentType="application/vnd.openxmlformats-package.relationships+xml"/>
  <Override PartName="/ppt/slideLayouts/_rels/slideLayout2776.xml.rels" ContentType="application/vnd.openxmlformats-package.relationships+xml"/>
  <Override PartName="/ppt/slideLayouts/_rels/slideLayout699.xml.rels" ContentType="application/vnd.openxmlformats-package.relationships+xml"/>
  <Override PartName="/ppt/slideLayouts/_rels/slideLayout455.xml.rels" ContentType="application/vnd.openxmlformats-package.relationships+xml"/>
  <Override PartName="/ppt/slideLayouts/_rels/slideLayout3594.xml.rels" ContentType="application/vnd.openxmlformats-package.relationships+xml"/>
  <Override PartName="/ppt/slideLayouts/_rels/slideLayout3476.xml.rels" ContentType="application/vnd.openxmlformats-package.relationships+xml"/>
  <Override PartName="/ppt/slideLayouts/_rels/slideLayout305.xml.rels" ContentType="application/vnd.openxmlformats-package.relationships+xml"/>
  <Override PartName="/ppt/slideLayouts/_rels/slideLayout3095.xml.rels" ContentType="application/vnd.openxmlformats-package.relationships+xml"/>
  <Override PartName="/ppt/slideLayouts/_rels/slideLayout1509.xml.rels" ContentType="application/vnd.openxmlformats-package.relationships+xml"/>
  <Override PartName="/ppt/slideLayouts/_rels/slideLayout3326.xml.rels" ContentType="application/vnd.openxmlformats-package.relationships+xml"/>
  <Override PartName="/ppt/slideLayouts/_rels/slideLayout1068.xml.rels" ContentType="application/vnd.openxmlformats-package.relationships+xml"/>
  <Override PartName="/ppt/slideLayouts/_rels/slideLayout1137.xml.rels" ContentType="application/vnd.openxmlformats-package.relationships+xml"/>
  <Override PartName="/ppt/slideLayouts/_rels/slideLayout2777.xml.rels" ContentType="application/vnd.openxmlformats-package.relationships+xml"/>
  <Override PartName="/ppt/slideLayouts/_rels/slideLayout456.xml.rels" ContentType="application/vnd.openxmlformats-package.relationships+xml"/>
  <Override PartName="/ppt/slideLayouts/_rels/slideLayout3477.xml.rels" ContentType="application/vnd.openxmlformats-package.relationships+xml"/>
  <Override PartName="/ppt/slideLayouts/_rels/slideLayout2778.xml.rels" ContentType="application/vnd.openxmlformats-package.relationships+xml"/>
  <Override PartName="/ppt/slideLayouts/_rels/slideLayout2779.xml.rels" ContentType="application/vnd.openxmlformats-package.relationships+xml"/>
  <Override PartName="/ppt/slideLayouts/_rels/slideLayout619.xml.rels" ContentType="application/vnd.openxmlformats-package.relationships+xml"/>
  <Override PartName="/ppt/slideLayouts/_rels/slideLayout3483.xml.rels" ContentType="application/vnd.openxmlformats-package.relationships+xml"/>
  <Override PartName="/ppt/slideLayouts/_rels/slideLayout826.xml.rels" ContentType="application/vnd.openxmlformats-package.relationships+xml"/>
  <Override PartName="/ppt/slideLayouts/_rels/slideLayout620.xml.rels" ContentType="application/vnd.openxmlformats-package.relationships+xml"/>
  <Override PartName="/ppt/slideLayouts/_rels/slideLayout1864.xml.rels" ContentType="application/vnd.openxmlformats-package.relationships+xml"/>
  <Override PartName="/ppt/slideLayouts/_rels/slideLayout660.xml.rels" ContentType="application/vnd.openxmlformats-package.relationships+xml"/>
  <Override PartName="/ppt/slideLayouts/_rels/slideLayout2288.xml.rels" ContentType="application/vnd.openxmlformats-package.relationships+xml"/>
  <Override PartName="/ppt/slideLayouts/_rels/slideLayout621.xml.rels" ContentType="application/vnd.openxmlformats-package.relationships+xml"/>
  <Override PartName="/ppt/slideLayouts/_rels/slideLayout2289.xml.rels" ContentType="application/vnd.openxmlformats-package.relationships+xml"/>
  <Override PartName="/ppt/slideLayouts/_rels/slideLayout1454.xml.rels" ContentType="application/vnd.openxmlformats-package.relationships+xml"/>
  <Override PartName="/ppt/slideLayouts/_rels/slideLayout622.xml.rels" ContentType="application/vnd.openxmlformats-package.relationships+xml"/>
  <Override PartName="/ppt/slideLayouts/_rels/slideLayout1455.xml.rels" ContentType="application/vnd.openxmlformats-package.relationships+xml"/>
  <Override PartName="/ppt/slideLayouts/_rels/slideLayout623.xml.rels" ContentType="application/vnd.openxmlformats-package.relationships+xml"/>
  <Override PartName="/ppt/slideLayouts/_rels/slideLayout3280.xml.rels" ContentType="application/vnd.openxmlformats-package.relationships+xml"/>
  <Override PartName="/ppt/slideLayouts/_rels/slideLayout3400.xml.rels" ContentType="application/vnd.openxmlformats-package.relationships+xml"/>
  <Override PartName="/ppt/slideLayouts/_rels/slideLayout1624.xml.rels" ContentType="application/vnd.openxmlformats-package.relationships+xml"/>
  <Override PartName="/ppt/slideLayouts/_rels/slideLayout436.xml.rels" ContentType="application/vnd.openxmlformats-package.relationships+xml"/>
  <Override PartName="/ppt/slideLayouts/_rels/slideLayout808.xml.rels" ContentType="application/vnd.openxmlformats-package.relationships+xml"/>
  <Override PartName="/ppt/slideLayouts/_rels/slideLayout3598.xml.rels" ContentType="application/vnd.openxmlformats-package.relationships+xml"/>
  <Override PartName="/ppt/slideLayouts/_rels/slideLayout2019.xml.rels" ContentType="application/vnd.openxmlformats-package.relationships+xml"/>
  <Override PartName="/ppt/slideLayouts/_rels/slideLayout1998.xml.rels" ContentType="application/vnd.openxmlformats-package.relationships+xml"/>
  <Override PartName="/ppt/slideLayouts/_rels/slideLayout252.xml.rels" ContentType="application/vnd.openxmlformats-package.relationships+xml"/>
  <Override PartName="/ppt/slideLayouts/_rels/slideLayout3391.xml.rels" ContentType="application/vnd.openxmlformats-package.relationships+xml"/>
  <Override PartName="/ppt/slideLayouts/_rels/slideLayout1456.xml.rels" ContentType="application/vnd.openxmlformats-package.relationships+xml"/>
  <Override PartName="/ppt/slideLayouts/_rels/slideLayout624.xml.rels" ContentType="application/vnd.openxmlformats-package.relationships+xml"/>
  <Override PartName="/ppt/slideLayouts/_rels/slideLayout3281.xml.rels" ContentType="application/vnd.openxmlformats-package.relationships+xml"/>
  <Override PartName="/ppt/slideLayouts/_rels/slideLayout3401.xml.rels" ContentType="application/vnd.openxmlformats-package.relationships+xml"/>
  <Override PartName="/ppt/slideLayouts/_rels/slideLayout1143.xml.rels" ContentType="application/vnd.openxmlformats-package.relationships+xml"/>
  <Override PartName="/ppt/slideLayouts/_rels/slideLayout809.xml.rels" ContentType="application/vnd.openxmlformats-package.relationships+xml"/>
  <Override PartName="/ppt/slideLayouts/_rels/slideLayout1000.xml.rels" ContentType="application/vnd.openxmlformats-package.relationships+xml"/>
  <Override PartName="/ppt/slideLayouts/_rels/slideLayout1999.xml.rels" ContentType="application/vnd.openxmlformats-package.relationships+xml"/>
  <Override PartName="/ppt/slideLayouts/_rels/slideLayout625.xml.rels" ContentType="application/vnd.openxmlformats-package.relationships+xml"/>
  <Override PartName="/ppt/slideLayouts/_rels/slideLayout3402.xml.rels" ContentType="application/vnd.openxmlformats-package.relationships+xml"/>
  <Override PartName="/ppt/slideLayouts/_rels/slideLayout1144.xml.rels" ContentType="application/vnd.openxmlformats-package.relationships+xml"/>
  <Override PartName="/ppt/slideLayouts/_rels/slideLayout626.xml.rels" ContentType="application/vnd.openxmlformats-package.relationships+xml"/>
  <Override PartName="/ppt/slideLayouts/_rels/slideLayout3403.xml.rels" ContentType="application/vnd.openxmlformats-package.relationships+xml"/>
  <Override PartName="/ppt/slideLayouts/_rels/slideLayout1145.xml.rels" ContentType="application/vnd.openxmlformats-package.relationships+xml"/>
  <Override PartName="/ppt/slideLayouts/_rels/slideLayout627.xml.rels" ContentType="application/vnd.openxmlformats-package.relationships+xml"/>
  <Override PartName="/ppt/slideLayouts/_rels/slideLayout3032.xml.rels" ContentType="application/vnd.openxmlformats-package.relationships+xml"/>
  <Override PartName="/ppt/slideLayouts/_rels/slideLayout1256.xml.rels" ContentType="application/vnd.openxmlformats-package.relationships+xml"/>
  <Override PartName="/ppt/slideLayouts/_rels/slideLayout3404.xml.rels" ContentType="application/vnd.openxmlformats-package.relationships+xml"/>
  <Override PartName="/ppt/slideLayouts/_rels/slideLayout1146.xml.rels" ContentType="application/vnd.openxmlformats-package.relationships+xml"/>
  <Override PartName="/ppt/slideLayouts/_rels/slideLayout628.xml.rels" ContentType="application/vnd.openxmlformats-package.relationships+xml"/>
  <Override PartName="/ppt/slideLayouts/_rels/slideLayout3405.xml.rels" ContentType="application/vnd.openxmlformats-package.relationships+xml"/>
  <Override PartName="/ppt/slideLayouts/_rels/slideLayout1629.xml.rels" ContentType="application/vnd.openxmlformats-package.relationships+xml"/>
  <Override PartName="/ppt/slideLayouts/_rels/slideLayout3406.xml.rels" ContentType="application/vnd.openxmlformats-package.relationships+xml"/>
  <Override PartName="/ppt/slideLayouts/_rels/slideLayout2297.xml.rels" ContentType="application/vnd.openxmlformats-package.relationships+xml"/>
  <Override PartName="/ppt/slideLayouts/_rels/slideLayout630.xml.rels" ContentType="application/vnd.openxmlformats-package.relationships+xml"/>
  <Override PartName="/ppt/slideLayouts/_rels/slideLayout631.xml.rels" ContentType="application/vnd.openxmlformats-package.relationships+xml"/>
  <Override PartName="/ppt/slideLayouts/_rels/slideLayout2299.xml.rels" ContentType="application/vnd.openxmlformats-package.relationships+xml"/>
  <Override PartName="/ppt/slideLayouts/_rels/slideLayout632.xml.rels" ContentType="application/vnd.openxmlformats-package.relationships+xml"/>
  <Override PartName="/ppt/slideLayouts/_rels/slideLayout633.xml.rels" ContentType="application/vnd.openxmlformats-package.relationships+xml"/>
  <Override PartName="/ppt/slideLayouts/_rels/slideLayout3410.xml.rels" ContentType="application/vnd.openxmlformats-package.relationships+xml"/>
  <Override PartName="/ppt/slideLayouts/_rels/slideLayout1152.xml.rels" ContentType="application/vnd.openxmlformats-package.relationships+xml"/>
  <Override PartName="/ppt/slideLayouts/_rels/slideLayout818.xml.rels" ContentType="application/vnd.openxmlformats-package.relationships+xml"/>
  <Override PartName="/ppt/slideLayouts/_rels/slideLayout1466.xml.rels" ContentType="application/vnd.openxmlformats-package.relationships+xml"/>
  <Override PartName="/ppt/slideLayouts/_rels/slideLayout634.xml.rels" ContentType="application/vnd.openxmlformats-package.relationships+xml"/>
  <Override PartName="/ppt/slideLayouts/_rels/slideLayout3291.xml.rels" ContentType="application/vnd.openxmlformats-package.relationships+xml"/>
  <Override PartName="/ppt/slideLayouts/_rels/slideLayout3468.xml.rels" ContentType="application/vnd.openxmlformats-package.relationships+xml"/>
  <Override PartName="/ppt/slideLayouts/_rels/slideLayout1002.xml.rels" ContentType="application/vnd.openxmlformats-package.relationships+xml"/>
  <Override PartName="/ppt/slideLayouts/_rels/slideLayout819.xml.rels" ContentType="application/vnd.openxmlformats-package.relationships+xml"/>
  <Override PartName="/ppt/slideLayouts/_rels/slideLayout3413.xml.rels" ContentType="application/vnd.openxmlformats-package.relationships+xml"/>
  <Override PartName="/ppt/slideLayouts/_rels/slideLayout3414.xml.rels" ContentType="application/vnd.openxmlformats-package.relationships+xml"/>
  <Override PartName="/ppt/slideLayouts/_rels/slideLayout1156.xml.rels" ContentType="application/vnd.openxmlformats-package.relationships+xml"/>
  <Override PartName="/ppt/slideLayouts/_rels/slideLayout638.xml.rels" ContentType="application/vnd.openxmlformats-package.relationships+xml"/>
  <Override PartName="/ppt/slideLayouts/_rels/slideLayout3415.xml.rels" ContentType="application/vnd.openxmlformats-package.relationships+xml"/>
  <Override PartName="/ppt/slideLayouts/_rels/slideLayout1157.xml.rels" ContentType="application/vnd.openxmlformats-package.relationships+xml"/>
  <Override PartName="/ppt/slideLayouts/_rels/slideLayout639.xml.rels" ContentType="application/vnd.openxmlformats-package.relationships+xml"/>
  <Override PartName="/ppt/slideLayouts/_rels/slideLayout3044.xml.rels" ContentType="application/vnd.openxmlformats-package.relationships+xml"/>
  <Override PartName="/ppt/slideLayouts/_rels/slideLayout1268.xml.rels" ContentType="application/vnd.openxmlformats-package.relationships+xml"/>
  <Override PartName="/ppt/slideLayouts/_rels/slideLayout3416.xml.rels" ContentType="application/vnd.openxmlformats-package.relationships+xml"/>
  <Override PartName="/ppt/slideLayouts/_rels/slideLayout1158.xml.rels" ContentType="application/vnd.openxmlformats-package.relationships+xml"/>
  <Override PartName="/ppt/slideLayouts/_rels/slideLayout641.xml.rels" ContentType="application/vnd.openxmlformats-package.relationships+xml"/>
  <Override PartName="/ppt/slideLayouts/_rels/slideLayout2900.xml.rels" ContentType="application/vnd.openxmlformats-package.relationships+xml"/>
  <Override PartName="/ppt/slideLayouts/_rels/slideLayout3420.xml.rels" ContentType="application/vnd.openxmlformats-package.relationships+xml"/>
  <Override PartName="/ppt/slideLayouts/_rels/slideLayout1162.xml.rels" ContentType="application/vnd.openxmlformats-package.relationships+xml"/>
  <Override PartName="/ppt/slideLayouts/_rels/slideLayout828.xml.rels" ContentType="application/vnd.openxmlformats-package.relationships+xml"/>
  <Override PartName="/ppt/slideLayouts/_rels/slideLayout3605.xml.rels" ContentType="application/vnd.openxmlformats-package.relationships+xml"/>
  <Override PartName="/ppt/slideLayouts/_rels/slideLayout1347.xml.rels" ContentType="application/vnd.openxmlformats-package.relationships+xml"/>
  <Override PartName="/ppt/slideLayouts/_rels/slideLayout644.xml.rels" ContentType="application/vnd.openxmlformats-package.relationships+xml"/>
  <Override PartName="/ppt/slideLayouts/_rels/slideLayout3421.xml.rels" ContentType="application/vnd.openxmlformats-package.relationships+xml"/>
  <Override PartName="/ppt/slideLayouts/_rels/slideLayout1163.xml.rels" ContentType="application/vnd.openxmlformats-package.relationships+xml"/>
  <Override PartName="/ppt/slideLayouts/_rels/slideLayout829.xml.rels" ContentType="application/vnd.openxmlformats-package.relationships+xml"/>
  <Override PartName="/ppt/slideLayouts/_rels/slideLayout1020.xml.rels" ContentType="application/vnd.openxmlformats-package.relationships+xml"/>
  <Override PartName="/ppt/slideLayouts/_rels/slideLayout3234.xml.rels" ContentType="application/vnd.openxmlformats-package.relationships+xml"/>
  <Override PartName="/ppt/slideLayouts/_rels/slideLayout1458.xml.rels" ContentType="application/vnd.openxmlformats-package.relationships+xml"/>
  <Override PartName="/ppt/slideLayouts/_rels/slideLayout3606.xml.rels" ContentType="application/vnd.openxmlformats-package.relationships+xml"/>
  <Override PartName="/ppt/slideLayouts/_rels/slideLayout1348.xml.rels" ContentType="application/vnd.openxmlformats-package.relationships+xml"/>
  <Override PartName="/ppt/slideLayouts/_rels/slideLayout645.xml.rels" ContentType="application/vnd.openxmlformats-package.relationships+xml"/>
  <Override PartName="/ppt/slideLayouts/_rels/slideLayout1605.xml.rels" ContentType="application/vnd.openxmlformats-package.relationships+xml"/>
  <Override PartName="/ppt/slideLayouts/_rels/slideLayout3050.xml.rels" ContentType="application/vnd.openxmlformats-package.relationships+xml"/>
  <Override PartName="/ppt/slideLayouts/_rels/slideLayout1274.xml.rels" ContentType="application/vnd.openxmlformats-package.relationships+xml"/>
  <Override PartName="/ppt/slideLayouts/_rels/slideLayout3422.xml.rels" ContentType="application/vnd.openxmlformats-package.relationships+xml"/>
  <Override PartName="/ppt/slideLayouts/_rels/slideLayout1164.xml.rels" ContentType="application/vnd.openxmlformats-package.relationships+xml"/>
  <Override PartName="/ppt/slideLayouts/_rels/slideLayout646.xml.rels" ContentType="application/vnd.openxmlformats-package.relationships+xml"/>
  <Override PartName="/ppt/slideLayouts/_rels/slideLayout1234.xml.rels" ContentType="application/vnd.openxmlformats-package.relationships+xml"/>
  <Override PartName="/ppt/slideLayouts/_rels/slideLayout3051.xml.rels" ContentType="application/vnd.openxmlformats-package.relationships+xml"/>
  <Override PartName="/ppt/slideLayouts/_rels/slideLayout1275.xml.rels" ContentType="application/vnd.openxmlformats-package.relationships+xml"/>
  <Override PartName="/ppt/slideLayouts/_rels/slideLayout3423.xml.rels" ContentType="application/vnd.openxmlformats-package.relationships+xml"/>
  <Override PartName="/ppt/slideLayouts/_rels/slideLayout1165.xml.rels" ContentType="application/vnd.openxmlformats-package.relationships+xml"/>
  <Override PartName="/ppt/slideLayouts/_rels/slideLayout1607.xml.rels" ContentType="application/vnd.openxmlformats-package.relationships+xml"/>
  <Override PartName="/ppt/slideLayouts/_rels/slideLayout3424.xml.rels" ContentType="application/vnd.openxmlformats-package.relationships+xml"/>
  <Override PartName="/ppt/slideLayouts/_rels/slideLayout1648.xml.rels" ContentType="application/vnd.openxmlformats-package.relationships+xml"/>
  <Override PartName="/ppt/slideLayouts/_rels/slideLayout835.xml.rels" ContentType="application/vnd.openxmlformats-package.relationships+xml"/>
  <Override PartName="/ppt/slideLayouts/_rels/slideLayout3240.xml.rels" ContentType="application/vnd.openxmlformats-package.relationships+xml"/>
  <Override PartName="/ppt/slideLayouts/_rels/slideLayout1464.xml.rels" ContentType="application/vnd.openxmlformats-package.relationships+xml"/>
  <Override PartName="/ppt/slideLayouts/_rels/slideLayout3612.xml.rels" ContentType="application/vnd.openxmlformats-package.relationships+xml"/>
  <Override PartName="/ppt/slideLayouts/_rels/slideLayout1354.xml.rels" ContentType="application/vnd.openxmlformats-package.relationships+xml"/>
  <Override PartName="/ppt/slideLayouts/_rels/slideLayout39.xml.rels" ContentType="application/vnd.openxmlformats-package.relationships+xml"/>
  <Override PartName="/ppt/slideLayouts/_rels/slideLayout2436.xml.rels" ContentType="application/vnd.openxmlformats-package.relationships+xml"/>
  <Override PartName="/ppt/slideLayouts/_rels/slideLayout177.xml.rels" ContentType="application/vnd.openxmlformats-package.relationships+xml"/>
  <Override PartName="/ppt/slideLayouts/_rels/slideLayout1855.xml.rels" ContentType="application/vnd.openxmlformats-package.relationships+xml"/>
  <Override PartName="/ppt/slideLayouts/_rels/slideLayout651.xml.rels" ContentType="application/vnd.openxmlformats-package.relationships+xml"/>
  <Override PartName="/ppt/slideLayouts/_rels/slideLayout2910.xml.rels" ContentType="application/vnd.openxmlformats-package.relationships+xml"/>
  <Override PartName="/ppt/slideLayouts/_rels/slideLayout1856.xml.rels" ContentType="application/vnd.openxmlformats-package.relationships+xml"/>
  <Override PartName="/ppt/slideLayouts/_rels/slideLayout652.xml.rels" ContentType="application/vnd.openxmlformats-package.relationships+xml"/>
  <Override PartName="/ppt/slideLayouts/_rels/slideLayout2911.xml.rels" ContentType="application/vnd.openxmlformats-package.relationships+xml"/>
  <Override PartName="/ppt/slideLayouts/_rels/slideLayout837.xml.rels" ContentType="application/vnd.openxmlformats-package.relationships+xml"/>
  <Override PartName="/ppt/slideLayouts/_rels/slideLayout3494.xml.rels" ContentType="application/vnd.openxmlformats-package.relationships+xml"/>
  <Override PartName="/ppt/slideLayouts/_rels/slideLayout3614.xml.rels" ContentType="application/vnd.openxmlformats-package.relationships+xml"/>
  <Override PartName="/ppt/slideLayouts/_rels/slideLayout1838.xml.rels" ContentType="application/vnd.openxmlformats-package.relationships+xml"/>
  <Override PartName="/ppt/slideLayouts/_rels/slideLayout1857.xml.rels" ContentType="application/vnd.openxmlformats-package.relationships+xml"/>
  <Override PartName="/ppt/slideLayouts/_rels/slideLayout3633.xml.rels" ContentType="application/vnd.openxmlformats-package.relationships+xml"/>
  <Override PartName="/ppt/slideLayouts/_rels/slideLayout1485.xml.rels" ContentType="application/vnd.openxmlformats-package.relationships+xml"/>
  <Override PartName="/ppt/slideLayouts/_rels/slideLayout653.xml.rels" ContentType="application/vnd.openxmlformats-package.relationships+xml"/>
  <Override PartName="/ppt/slideLayouts/_rels/slideLayout2912.xml.rels" ContentType="application/vnd.openxmlformats-package.relationships+xml"/>
  <Override PartName="/ppt/slideLayouts/_rels/slideLayout3487.xml.rels" ContentType="application/vnd.openxmlformats-package.relationships+xml"/>
  <Override PartName="/ppt/slideLayouts/_rels/slideLayout838.xml.rels" ContentType="application/vnd.openxmlformats-package.relationships+xml"/>
  <Override PartName="/ppt/slideLayouts/_rels/slideLayout3495.xml.rels" ContentType="application/vnd.openxmlformats-package.relationships+xml"/>
  <Override PartName="/ppt/slideLayouts/_rels/slideLayout3615.xml.rels" ContentType="application/vnd.openxmlformats-package.relationships+xml"/>
  <Override PartName="/ppt/slideLayouts/_rels/slideLayout1839.xml.rels" ContentType="application/vnd.openxmlformats-package.relationships+xml"/>
  <Override PartName="/ppt/slideLayouts/_rels/slideLayout1858.xml.rels" ContentType="application/vnd.openxmlformats-package.relationships+xml"/>
  <Override PartName="/ppt/slideLayouts/_rels/slideLayout3634.xml.rels" ContentType="application/vnd.openxmlformats-package.relationships+xml"/>
  <Override PartName="/ppt/slideLayouts/_rels/slideLayout1486.xml.rels" ContentType="application/vnd.openxmlformats-package.relationships+xml"/>
  <Override PartName="/ppt/slideLayouts/_rels/slideLayout654.xml.rels" ContentType="application/vnd.openxmlformats-package.relationships+xml"/>
  <Override PartName="/ppt/slideLayouts/_rels/slideLayout2913.xml.rels" ContentType="application/vnd.openxmlformats-package.relationships+xml"/>
  <Override PartName="/ppt/slideLayouts/_rels/slideLayout3488.xml.rels" ContentType="application/vnd.openxmlformats-package.relationships+xml"/>
  <Override PartName="/ppt/slideLayouts/_rels/slideLayout839.xml.rels" ContentType="application/vnd.openxmlformats-package.relationships+xml"/>
  <Override PartName="/ppt/slideLayouts/_rels/slideLayout3496.xml.rels" ContentType="application/vnd.openxmlformats-package.relationships+xml"/>
  <Override PartName="/ppt/slideLayouts/_rels/slideLayout3616.xml.rels" ContentType="application/vnd.openxmlformats-package.relationships+xml"/>
  <Override PartName="/ppt/slideLayouts/_rels/slideLayout283.xml.rels" ContentType="application/vnd.openxmlformats-package.relationships+xml"/>
  <Override PartName="/ppt/slideLayouts/_rels/slideLayout2542.xml.rels" ContentType="application/vnd.openxmlformats-package.relationships+xml"/>
  <Override PartName="/ppt/slideLayouts/_rels/slideLayout1487.xml.rels" ContentType="application/vnd.openxmlformats-package.relationships+xml"/>
  <Override PartName="/ppt/slideLayouts/_rels/slideLayout606.xml.rels" ContentType="application/vnd.openxmlformats-package.relationships+xml"/>
  <Override PartName="/ppt/slideLayouts/_rels/slideLayout655.xml.rels" ContentType="application/vnd.openxmlformats-package.relationships+xml"/>
  <Override PartName="/ppt/slideLayouts/_rels/slideLayout2432.xml.rels" ContentType="application/vnd.openxmlformats-package.relationships+xml"/>
  <Override PartName="/ppt/slideLayouts/_rels/slideLayout1615.xml.rels" ContentType="application/vnd.openxmlformats-package.relationships+xml"/>
  <Override PartName="/ppt/slideLayouts/_rels/slideLayout3432.xml.rels" ContentType="application/vnd.openxmlformats-package.relationships+xml"/>
  <Override PartName="/ppt/slideLayouts/_rels/slideLayout1616.xml.rels" ContentType="application/vnd.openxmlformats-package.relationships+xml"/>
  <Override PartName="/ppt/slideLayouts/_rels/slideLayout1244.xml.rels" ContentType="application/vnd.openxmlformats-package.relationships+xml"/>
  <Override PartName="/ppt/slideLayouts/_rels/slideLayout3502.xml.rels" ContentType="application/vnd.openxmlformats-package.relationships+xml"/>
  <Override PartName="/ppt/slideLayouts/_rels/slideLayout3433.xml.rels" ContentType="application/vnd.openxmlformats-package.relationships+xml"/>
  <Override PartName="/ppt/slideLayouts/_rels/slideLayout1175.xml.rels" ContentType="application/vnd.openxmlformats-package.relationships+xml"/>
  <Override PartName="/ppt/slideLayouts/_rels/slideLayout657.xml.rels" ContentType="application/vnd.openxmlformats-package.relationships+xml"/>
  <Override PartName="/ppt/slideLayouts/_rels/slideLayout413.xml.rels" ContentType="application/vnd.openxmlformats-package.relationships+xml"/>
  <Override PartName="/ppt/slideLayouts/_rels/slideLayout1617.xml.rels" ContentType="application/vnd.openxmlformats-package.relationships+xml"/>
  <Override PartName="/ppt/slideLayouts/_rels/slideLayout1245.xml.rels" ContentType="application/vnd.openxmlformats-package.relationships+xml"/>
  <Override PartName="/ppt/slideLayouts/_rels/slideLayout3503.xml.rels" ContentType="application/vnd.openxmlformats-package.relationships+xml"/>
  <Override PartName="/ppt/slideLayouts/_rels/slideLayout3434.xml.rels" ContentType="application/vnd.openxmlformats-package.relationships+xml"/>
  <Override PartName="/ppt/slideLayouts/_rels/slideLayout1176.xml.rels" ContentType="application/vnd.openxmlformats-package.relationships+xml"/>
  <Override PartName="/ppt/slideLayouts/_rels/slideLayout658.xml.rels" ContentType="application/vnd.openxmlformats-package.relationships+xml"/>
  <Override PartName="/ppt/slideLayouts/_rels/slideLayout659.xml.rels" ContentType="application/vnd.openxmlformats-package.relationships+xml"/>
  <Override PartName="/ppt/slideLayouts/_rels/slideLayout48.xml.rels" ContentType="application/vnd.openxmlformats-package.relationships+xml"/>
  <Override PartName="/ppt/slideLayouts/_rels/slideLayout601.xml.rels" ContentType="application/vnd.openxmlformats-package.relationships+xml"/>
  <Override PartName="/ppt/slideLayouts/_rels/slideLayout3622.xml.rels" ContentType="application/vnd.openxmlformats-package.relationships+xml"/>
  <Override PartName="/ppt/slideLayouts/_rels/slideLayout3210.xml.rels" ContentType="application/vnd.openxmlformats-package.relationships+xml"/>
  <Override PartName="/ppt/slideLayouts/_rels/slideLayout1434.xml.rels" ContentType="application/vnd.openxmlformats-package.relationships+xml"/>
  <Override PartName="/ppt/slideLayouts/_rels/slideLayout49.xml.rels" ContentType="application/vnd.openxmlformats-package.relationships+xml"/>
  <Override PartName="/ppt/slideLayouts/_rels/slideLayout661.xml.rels" ContentType="application/vnd.openxmlformats-package.relationships+xml"/>
  <Override PartName="/ppt/slideLayouts/_rels/slideLayout602.xml.rels" ContentType="application/vnd.openxmlformats-package.relationships+xml"/>
  <Override PartName="/ppt/slideLayouts/_rels/slideLayout3392.xml.rels" ContentType="application/vnd.openxmlformats-package.relationships+xml"/>
  <Override PartName="/ppt/slideLayouts/_rels/slideLayout3623.xml.rels" ContentType="application/vnd.openxmlformats-package.relationships+xml"/>
  <Override PartName="/ppt/slideLayouts/_rels/slideLayout1365.xml.rels" ContentType="application/vnd.openxmlformats-package.relationships+xml"/>
  <Override PartName="/ppt/slideLayouts/_rels/slideLayout663.xml.rels" ContentType="application/vnd.openxmlformats-package.relationships+xml"/>
  <Override PartName="/ppt/slideLayouts/_rels/slideLayout2922.xml.rels" ContentType="application/vnd.openxmlformats-package.relationships+xml"/>
  <Override PartName="/ppt/slideLayouts/_rels/slideLayout3440.xml.rels" ContentType="application/vnd.openxmlformats-package.relationships+xml"/>
  <Override PartName="/ppt/slideLayouts/_rels/slideLayout1182.xml.rels" ContentType="application/vnd.openxmlformats-package.relationships+xml"/>
  <Override PartName="/ppt/slideLayouts/_rels/slideLayout664.xml.rels" ContentType="application/vnd.openxmlformats-package.relationships+xml"/>
  <Override PartName="/ppt/slideLayouts/_rels/slideLayout2923.xml.rels" ContentType="application/vnd.openxmlformats-package.relationships+xml"/>
  <Override PartName="/ppt/slideLayouts/_rels/slideLayout3441.xml.rels" ContentType="application/vnd.openxmlformats-package.relationships+xml"/>
  <Override PartName="/ppt/slideLayouts/_rels/slideLayout1183.xml.rels" ContentType="application/vnd.openxmlformats-package.relationships+xml"/>
  <Override PartName="/ppt/slideLayouts/_rels/slideLayout3070.xml.rels" ContentType="application/vnd.openxmlformats-package.relationships+xml"/>
  <Override PartName="/ppt/slideLayouts/_rels/slideLayout1294.xml.rels" ContentType="application/vnd.openxmlformats-package.relationships+xml"/>
  <Override PartName="/ppt/slideLayouts/_rels/slideLayout3442.xml.rels" ContentType="application/vnd.openxmlformats-package.relationships+xml"/>
  <Override PartName="/ppt/slideLayouts/_rels/slideLayout1184.xml.rels" ContentType="application/vnd.openxmlformats-package.relationships+xml"/>
  <Override PartName="/ppt/slideLayouts/_rels/slideLayout296.xml.rels" ContentType="application/vnd.openxmlformats-package.relationships+xml"/>
  <Override PartName="/ppt/slideLayouts/_rels/slideLayout2555.xml.rels" ContentType="application/vnd.openxmlformats-package.relationships+xml"/>
  <Override PartName="/ppt/slideLayouts/_rels/slideLayout668.xml.rels" ContentType="application/vnd.openxmlformats-package.relationships+xml"/>
  <Override PartName="/ppt/slideLayouts/_rels/slideLayout2445.xml.rels" ContentType="application/vnd.openxmlformats-package.relationships+xml"/>
  <Override PartName="/ppt/slideLayouts/_rels/slideLayout669.xml.rels" ContentType="application/vnd.openxmlformats-package.relationships+xml"/>
  <Override PartName="/ppt/slideLayouts/_rels/slideLayout670.xml.rels" ContentType="application/vnd.openxmlformats-package.relationships+xml"/>
  <Override PartName="/ppt/slideLayouts/_rels/slideLayout1889.xml.rels" ContentType="application/vnd.openxmlformats-package.relationships+xml"/>
  <Override PartName="/ppt/slideLayouts/_rels/slideLayout1039.xml.rels" ContentType="application/vnd.openxmlformats-package.relationships+xml"/>
  <Override PartName="/ppt/slideLayouts/_rels/slideLayout2679.xml.rels" ContentType="application/vnd.openxmlformats-package.relationships+xml"/>
  <Override PartName="/ppt/slideLayouts/_rels/slideLayout212.xml.rels" ContentType="application/vnd.openxmlformats-package.relationships+xml"/>
  <Override PartName="/ppt/slideLayouts/_rels/slideLayout1875.xml.rels" ContentType="application/vnd.openxmlformats-package.relationships+xml"/>
  <Override PartName="/ppt/slideLayouts/_rels/slideLayout671.xml.rels" ContentType="application/vnd.openxmlformats-package.relationships+xml"/>
  <Override PartName="/ppt/slideLayouts/_rels/slideLayout3053.xml.rels" ContentType="application/vnd.openxmlformats-package.relationships+xml"/>
  <Override PartName="/ppt/slideLayouts/_rels/slideLayout1236.xml.rels" ContentType="application/vnd.openxmlformats-package.relationships+xml"/>
  <Override PartName="/ppt/slideLayouts/_rels/slideLayout3317.xml.rels" ContentType="application/vnd.openxmlformats-package.relationships+xml"/>
  <Override PartName="/ppt/slideLayouts/_rels/slideLayout3054.xml.rels" ContentType="application/vnd.openxmlformats-package.relationships+xml"/>
  <Override PartName="/ppt/slideLayouts/_rels/slideLayout3318.xml.rels" ContentType="application/vnd.openxmlformats-package.relationships+xml"/>
  <Override PartName="/ppt/slideLayouts/_rels/slideLayout3319.xml.rels" ContentType="application/vnd.openxmlformats-package.relationships+xml"/>
  <Override PartName="/ppt/slideLayouts/_rels/slideLayout180.xml.rels" ContentType="application/vnd.openxmlformats-package.relationships+xml"/>
  <Override PartName="/ppt/slideLayouts/_rels/slideLayout42.xml.rels" ContentType="application/vnd.openxmlformats-package.relationships+xml"/>
  <Override PartName="/ppt/slideLayouts/_rels/slideLayout716.xml.rels" ContentType="application/vnd.openxmlformats-package.relationships+xml"/>
  <Override PartName="/ppt/slideLayouts/_rels/slideLayout3373.xml.rels" ContentType="application/vnd.openxmlformats-package.relationships+xml"/>
  <Override PartName="/ppt/slideLayouts/_rels/slideLayout1597.xml.rels" ContentType="application/vnd.openxmlformats-package.relationships+xml"/>
  <Override PartName="/ppt/slideLayouts/_rels/slideLayout284.xml.rels" ContentType="application/vnd.openxmlformats-package.relationships+xml"/>
  <Override PartName="/ppt/slideLayouts/_rels/slideLayout2543.xml.rels" ContentType="application/vnd.openxmlformats-package.relationships+xml"/>
  <Override PartName="/ppt/slideLayouts/_rels/slideLayout656.xml.rels" ContentType="application/vnd.openxmlformats-package.relationships+xml"/>
  <Override PartName="/ppt/slideLayouts/_rels/slideLayout2433.xml.rels" ContentType="application/vnd.openxmlformats-package.relationships+xml"/>
  <Override PartName="/ppt/slideLayouts/_rels/slideLayout1488.xml.rels" ContentType="application/vnd.openxmlformats-package.relationships+xml"/>
  <Override PartName="/ppt/slideLayouts/_rels/slideLayout607.xml.rels" ContentType="application/vnd.openxmlformats-package.relationships+xml"/>
  <Override PartName="/ppt/slideLayouts/_rels/slideLayout1549.xml.rels" ContentType="application/vnd.openxmlformats-package.relationships+xml"/>
  <Override PartName="/ppt/slideLayouts/_rels/slideLayout717.xml.rels" ContentType="application/vnd.openxmlformats-package.relationships+xml"/>
  <Override PartName="/ppt/slideLayouts/_rels/slideLayout3374.xml.rels" ContentType="application/vnd.openxmlformats-package.relationships+xml"/>
  <Override PartName="/ppt/slideLayouts/_rels/slideLayout1598.xml.rels" ContentType="application/vnd.openxmlformats-package.relationships+xml"/>
  <Override PartName="/ppt/slideLayouts/_rels/slideLayout285.xml.rels" ContentType="application/vnd.openxmlformats-package.relationships+xml"/>
  <Override PartName="/ppt/slideLayouts/_rels/slideLayout2544.xml.rels" ContentType="application/vnd.openxmlformats-package.relationships+xml"/>
  <Override PartName="/ppt/slideLayouts/_rels/slideLayout1489.xml.rels" ContentType="application/vnd.openxmlformats-package.relationships+xml"/>
  <Override PartName="/ppt/slideLayouts/_rels/slideLayout608.xml.rels" ContentType="application/vnd.openxmlformats-package.relationships+xml"/>
  <Override PartName="/ppt/slideLayouts/_rels/slideLayout414.xml.rels" ContentType="application/vnd.openxmlformats-package.relationships+xml"/>
  <Override PartName="/ppt/slideLayouts/_rels/slideLayout3063.xml.rels" ContentType="application/vnd.openxmlformats-package.relationships+xml"/>
  <Override PartName="/ppt/slideLayouts/_rels/slideLayout1287.xml.rels" ContentType="application/vnd.openxmlformats-package.relationships+xml"/>
  <Override PartName="/ppt/slideLayouts/_rels/slideLayout406.xml.rels" ContentType="application/vnd.openxmlformats-package.relationships+xml"/>
  <Override PartName="/ppt/slideLayouts/_rels/slideLayout3435.xml.rels" ContentType="application/vnd.openxmlformats-package.relationships+xml"/>
  <Override PartName="/ppt/slideLayouts/_rels/slideLayout1177.xml.rels" ContentType="application/vnd.openxmlformats-package.relationships+xml"/>
  <Override PartName="/ppt/slideLayouts/_rels/slideLayout1246.xml.rels" ContentType="application/vnd.openxmlformats-package.relationships+xml"/>
  <Override PartName="/ppt/slideLayouts/_rels/slideLayout3504.xml.rels" ContentType="application/vnd.openxmlformats-package.relationships+xml"/>
  <Override PartName="/ppt/slideLayouts/_rels/slideLayout306.xml.rels" ContentType="application/vnd.openxmlformats-package.relationships+xml"/>
  <Override PartName="/ppt/slideLayouts/_rels/slideLayout3096.xml.rels" ContentType="application/vnd.openxmlformats-package.relationships+xml"/>
  <Override PartName="/ppt/slideLayouts/_rels/slideLayout1138.xml.rels" ContentType="application/vnd.openxmlformats-package.relationships+xml"/>
  <Override PartName="/ppt/slideLayouts/_rels/slideLayout3327.xml.rels" ContentType="application/vnd.openxmlformats-package.relationships+xml"/>
  <Override PartName="/ppt/slideLayouts/_rels/slideLayout1069.xml.rels" ContentType="application/vnd.openxmlformats-package.relationships+xml"/>
  <Override PartName="/ppt/slideLayouts/_rels/slideLayout722.xml.rels" ContentType="application/vnd.openxmlformats-package.relationships+xml"/>
  <Override PartName="/ppt/slideLayouts/_rels/slideLayout662.xml.rels" ContentType="application/vnd.openxmlformats-package.relationships+xml"/>
  <Override PartName="/ppt/slideLayouts/_rels/slideLayout1494.xml.rels" ContentType="application/vnd.openxmlformats-package.relationships+xml"/>
  <Override PartName="/ppt/slideLayouts/_rels/slideLayout3064.xml.rels" ContentType="application/vnd.openxmlformats-package.relationships+xml"/>
  <Override PartName="/ppt/slideLayouts/_rels/slideLayout1288.xml.rels" ContentType="application/vnd.openxmlformats-package.relationships+xml"/>
  <Override PartName="/ppt/slideLayouts/_rels/slideLayout407.xml.rels" ContentType="application/vnd.openxmlformats-package.relationships+xml"/>
  <Override PartName="/ppt/slideLayouts/_rels/slideLayout415.xml.rels" ContentType="application/vnd.openxmlformats-package.relationships+xml"/>
  <Override PartName="/ppt/slideLayouts/_rels/slideLayout3436.xml.rels" ContentType="application/vnd.openxmlformats-package.relationships+xml"/>
  <Override PartName="/ppt/slideLayouts/_rels/slideLayout1178.xml.rels" ContentType="application/vnd.openxmlformats-package.relationships+xml"/>
  <Override PartName="/ppt/slideLayouts/_rels/slideLayout1247.xml.rels" ContentType="application/vnd.openxmlformats-package.relationships+xml"/>
  <Override PartName="/ppt/slideLayouts/_rels/slideLayout3505.xml.rels" ContentType="application/vnd.openxmlformats-package.relationships+xml"/>
  <Override PartName="/ppt/slideLayouts/_rels/slideLayout307.xml.rels" ContentType="application/vnd.openxmlformats-package.relationships+xml"/>
  <Override PartName="/ppt/slideLayouts/_rels/slideLayout3097.xml.rels" ContentType="application/vnd.openxmlformats-package.relationships+xml"/>
  <Override PartName="/ppt/slideLayouts/_rels/slideLayout1139.xml.rels" ContentType="application/vnd.openxmlformats-package.relationships+xml"/>
  <Override PartName="/ppt/slideLayouts/_rels/slideLayout3328.xml.rels" ContentType="application/vnd.openxmlformats-package.relationships+xml"/>
  <Override PartName="/ppt/slideLayouts/_rels/slideLayout1555.xml.rels" ContentType="application/vnd.openxmlformats-package.relationships+xml"/>
  <Override PartName="/ppt/slideLayouts/_rels/slideLayout723.xml.rels" ContentType="application/vnd.openxmlformats-package.relationships+xml"/>
  <Override PartName="/ppt/slideLayouts/_rels/slideLayout1495.xml.rels" ContentType="application/vnd.openxmlformats-package.relationships+xml"/>
  <Override PartName="/ppt/slideLayouts/_rels/slideLayout3500.xml.rels" ContentType="application/vnd.openxmlformats-package.relationships+xml"/>
  <Override PartName="/ppt/slideLayouts/_rels/slideLayout1724.xml.rels" ContentType="application/vnd.openxmlformats-package.relationships+xml"/>
  <Override PartName="/ppt/slideLayouts/_rels/slideLayout3065.xml.rels" ContentType="application/vnd.openxmlformats-package.relationships+xml"/>
  <Override PartName="/ppt/slideLayouts/_rels/slideLayout408.xml.rels" ContentType="application/vnd.openxmlformats-package.relationships+xml"/>
  <Override PartName="/ppt/slideLayouts/_rels/slideLayout1248.xml.rels" ContentType="application/vnd.openxmlformats-package.relationships+xml"/>
  <Override PartName="/ppt/slideLayouts/_rels/slideLayout3506.xml.rels" ContentType="application/vnd.openxmlformats-package.relationships+xml"/>
  <Override PartName="/ppt/slideLayouts/_rels/slideLayout3329.xml.rels" ContentType="application/vnd.openxmlformats-package.relationships+xml"/>
  <Override PartName="/ppt/slideLayouts/_rels/slideLayout1556.xml.rels" ContentType="application/vnd.openxmlformats-package.relationships+xml"/>
  <Override PartName="/ppt/slideLayouts/_rels/slideLayout724.xml.rels" ContentType="application/vnd.openxmlformats-package.relationships+xml"/>
  <Override PartName="/ppt/slideLayouts/_rels/slideLayout2267.xml.rels" ContentType="application/vnd.openxmlformats-package.relationships+xml"/>
  <Override PartName="/ppt/slideLayouts/_rels/slideLayout3501.xml.rels" ContentType="application/vnd.openxmlformats-package.relationships+xml"/>
  <Override PartName="/ppt/slideLayouts/_rels/slideLayout1725.xml.rels" ContentType="application/vnd.openxmlformats-package.relationships+xml"/>
  <Override PartName="/ppt/slideLayouts/_rels/slideLayout3066.xml.rels" ContentType="application/vnd.openxmlformats-package.relationships+xml"/>
  <Override PartName="/ppt/slideLayouts/_rels/slideLayout409.xml.rels" ContentType="application/vnd.openxmlformats-package.relationships+xml"/>
  <Override PartName="/ppt/slideLayouts/_rels/slideLayout190.xml.rels" ContentType="application/vnd.openxmlformats-package.relationships+xml"/>
  <Override PartName="/ppt/slideLayouts/_rels/slideLayout52.xml.rels" ContentType="application/vnd.openxmlformats-package.relationships+xml"/>
  <Override PartName="/ppt/slideLayouts/_rels/slideLayout1557.xml.rels" ContentType="application/vnd.openxmlformats-package.relationships+xml"/>
  <Override PartName="/ppt/slideLayouts/_rels/slideLayout725.xml.rels" ContentType="application/vnd.openxmlformats-package.relationships+xml"/>
  <Override PartName="/ppt/slideLayouts/_rels/slideLayout2502.xml.rels" ContentType="application/vnd.openxmlformats-package.relationships+xml"/>
  <Override PartName="/ppt/slideLayouts/_rels/slideLayout191.xml.rels" ContentType="application/vnd.openxmlformats-package.relationships+xml"/>
  <Override PartName="/ppt/slideLayouts/_rels/slideLayout2450.xml.rels" ContentType="application/vnd.openxmlformats-package.relationships+xml"/>
  <Override PartName="/ppt/slideLayouts/_rels/slideLayout53.xml.rels" ContentType="application/vnd.openxmlformats-package.relationships+xml"/>
  <Override PartName="/ppt/slideLayouts/_rels/slideLayout3375.xml.rels" ContentType="application/vnd.openxmlformats-package.relationships+xml"/>
  <Override PartName="/ppt/slideLayouts/_rels/slideLayout718.xml.rels" ContentType="application/vnd.openxmlformats-package.relationships+xml"/>
  <Override PartName="/ppt/slideLayouts/_rels/slideLayout1558.xml.rels" ContentType="application/vnd.openxmlformats-package.relationships+xml"/>
  <Override PartName="/ppt/slideLayouts/_rels/slideLayout726.xml.rels" ContentType="application/vnd.openxmlformats-package.relationships+xml"/>
  <Override PartName="/ppt/slideLayouts/_rels/slideLayout2503.xml.rels" ContentType="application/vnd.openxmlformats-package.relationships+xml"/>
  <Override PartName="/ppt/slideLayouts/_rels/slideLayout666.xml.rels" ContentType="application/vnd.openxmlformats-package.relationships+xml"/>
  <Override PartName="/ppt/slideLayouts/_rels/slideLayout2925.xml.rels" ContentType="application/vnd.openxmlformats-package.relationships+xml"/>
  <Override PartName="/ppt/slideLayouts/_rels/slideLayout1498.xml.rels" ContentType="application/vnd.openxmlformats-package.relationships+xml"/>
  <Override PartName="/ppt/slideLayouts/_rels/slideLayout727.xml.rels" ContentType="application/vnd.openxmlformats-package.relationships+xml"/>
  <Override PartName="/ppt/slideLayouts/_rels/slideLayout295.xml.rels" ContentType="application/vnd.openxmlformats-package.relationships+xml"/>
  <Override PartName="/ppt/slideLayouts/_rels/slideLayout2554.xml.rels" ContentType="application/vnd.openxmlformats-package.relationships+xml"/>
  <Override PartName="/ppt/slideLayouts/_rels/slideLayout667.xml.rels" ContentType="application/vnd.openxmlformats-package.relationships+xml"/>
  <Override PartName="/ppt/slideLayouts/_rels/slideLayout2926.xml.rels" ContentType="application/vnd.openxmlformats-package.relationships+xml"/>
  <Override PartName="/ppt/slideLayouts/_rels/slideLayout1499.xml.rels" ContentType="application/vnd.openxmlformats-package.relationships+xml"/>
  <Override PartName="/ppt/slideLayouts/_rels/slideLayout728.xml.rels" ContentType="application/vnd.openxmlformats-package.relationships+xml"/>
  <Override PartName="/ppt/slideLayouts/_rels/slideLayout729.xml.rels" ContentType="application/vnd.openxmlformats-package.relationships+xml"/>
  <Override PartName="/ppt/slideLayouts/_rels/slideLayout3386.xml.rels" ContentType="application/vnd.openxmlformats-package.relationships+xml"/>
  <Override PartName="/ppt/slideLayouts/_rels/slideLayout2305.xml.rels" ContentType="application/vnd.openxmlformats-package.relationships+xml"/>
  <Override PartName="/ppt/slideLayouts/_rels/slideLayout1562.xml.rels" ContentType="application/vnd.openxmlformats-package.relationships+xml"/>
  <Override PartName="/ppt/slideLayouts/_rels/slideLayout730.xml.rels" ContentType="application/vnd.openxmlformats-package.relationships+xml"/>
  <Override PartName="/ppt/slideLayouts/_rels/slideLayout3073.xml.rels" ContentType="application/vnd.openxmlformats-package.relationships+xml"/>
  <Override PartName="/ppt/slideLayouts/_rels/slideLayout3337.xml.rels" ContentType="application/vnd.openxmlformats-package.relationships+xml"/>
  <Override PartName="/ppt/slideLayouts/_rels/slideLayout2308.xml.rels" ContentType="application/vnd.openxmlformats-package.relationships+xml"/>
  <Override PartName="/ppt/slideLayouts/_rels/slideLayout317.xml.rels" ContentType="application/vnd.openxmlformats-package.relationships+xml"/>
  <Override PartName="/ppt/slideLayouts/_rels/slideLayout3338.xml.rels" ContentType="application/vnd.openxmlformats-package.relationships+xml"/>
  <Override PartName="/ppt/slideLayouts/_rels/slideLayout733.xml.rels" ContentType="application/vnd.openxmlformats-package.relationships+xml"/>
  <Override PartName="/ppt/slideLayouts/_rels/slideLayout3510.xml.rels" ContentType="application/vnd.openxmlformats-package.relationships+xml"/>
  <Override PartName="/ppt/slideLayouts/_rels/slideLayout1252.xml.rels" ContentType="application/vnd.openxmlformats-package.relationships+xml"/>
  <Override PartName="/ppt/slideLayouts/_rels/slideLayout2309.xml.rels" ContentType="application/vnd.openxmlformats-package.relationships+xml"/>
  <Override PartName="/ppt/slideLayouts/_rels/slideLayout3447.xml.rels" ContentType="application/vnd.openxmlformats-package.relationships+xml"/>
  <Override PartName="/ppt/slideLayouts/_rels/slideLayout1189.xml.rels" ContentType="application/vnd.openxmlformats-package.relationships+xml"/>
  <Override PartName="/ppt/slideLayouts/_rels/slideLayout426.xml.rels" ContentType="application/vnd.openxmlformats-package.relationships+xml"/>
  <Override PartName="/ppt/slideLayouts/_rels/slideLayout1258.xml.rels" ContentType="application/vnd.openxmlformats-package.relationships+xml"/>
  <Override PartName="/ppt/slideLayouts/_rels/slideLayout3516.xml.rels" ContentType="application/vnd.openxmlformats-package.relationships+xml"/>
  <Override PartName="/ppt/slideLayouts/_rels/slideLayout318.xml.rels" ContentType="application/vnd.openxmlformats-package.relationships+xml"/>
  <Override PartName="/ppt/slideLayouts/_rels/slideLayout3339.xml.rels" ContentType="application/vnd.openxmlformats-package.relationships+xml"/>
  <Override PartName="/ppt/slideLayouts/_rels/slideLayout734.xml.rels" ContentType="application/vnd.openxmlformats-package.relationships+xml"/>
  <Override PartName="/ppt/slideLayouts/_rels/slideLayout3511.xml.rels" ContentType="application/vnd.openxmlformats-package.relationships+xml"/>
  <Override PartName="/ppt/slideLayouts/_rels/slideLayout1253.xml.rels" ContentType="application/vnd.openxmlformats-package.relationships+xml"/>
  <Override PartName="/ppt/slideLayouts/_rels/slideLayout1567.xml.rels" ContentType="application/vnd.openxmlformats-package.relationships+xml"/>
  <Override PartName="/ppt/slideLayouts/_rels/slideLayout735.xml.rels" ContentType="application/vnd.openxmlformats-package.relationships+xml"/>
  <Override PartName="/ppt/slideLayouts/_rels/slideLayout3140.xml.rels" ContentType="application/vnd.openxmlformats-package.relationships+xml"/>
  <Override PartName="/ppt/slideLayouts/_rels/slideLayout1364.xml.rels" ContentType="application/vnd.openxmlformats-package.relationships+xml"/>
  <Override PartName="/ppt/slideLayouts/_rels/slideLayout1568.xml.rels" ContentType="application/vnd.openxmlformats-package.relationships+xml"/>
  <Override PartName="/ppt/slideLayouts/_rels/slideLayout736.xml.rels" ContentType="application/vnd.openxmlformats-package.relationships+xml"/>
  <Override PartName="/ppt/slideLayouts/_rels/slideLayout2279.xml.rels" ContentType="application/vnd.openxmlformats-package.relationships+xml"/>
  <Override PartName="/ppt/slideLayouts/_rels/slideLayout3513.xml.rels" ContentType="application/vnd.openxmlformats-package.relationships+xml"/>
  <Override PartName="/ppt/slideLayouts/_rels/slideLayout1737.xml.rels" ContentType="application/vnd.openxmlformats-package.relationships+xml"/>
  <Override PartName="/ppt/slideLayouts/_rels/slideLayout3514.xml.rels" ContentType="application/vnd.openxmlformats-package.relationships+xml"/>
  <Override PartName="/ppt/slideLayouts/_rels/slideLayout1738.xml.rels" ContentType="application/vnd.openxmlformats-package.relationships+xml"/>
  <Override PartName="/ppt/slideLayouts/_rels/slideLayout3515.xml.rels" ContentType="application/vnd.openxmlformats-package.relationships+xml"/>
  <Override PartName="/ppt/slideLayouts/_rels/slideLayout1257.xml.rels" ContentType="application/vnd.openxmlformats-package.relationships+xml"/>
  <Override PartName="/ppt/slideLayouts/_rels/slideLayout739.xml.rels" ContentType="application/vnd.openxmlformats-package.relationships+xml"/>
  <Override PartName="/ppt/slideLayouts/_rels/slideLayout2315.xml.rels" ContentType="application/vnd.openxmlformats-package.relationships+xml"/>
  <Override PartName="/ppt/slideLayouts/_rels/slideLayout740.xml.rels" ContentType="application/vnd.openxmlformats-package.relationships+xml"/>
  <Override PartName="/ppt/slideLayouts/_rels/slideLayout427.xml.rels" ContentType="application/vnd.openxmlformats-package.relationships+xml"/>
  <Override PartName="/ppt/slideLayouts/_rels/slideLayout1259.xml.rels" ContentType="application/vnd.openxmlformats-package.relationships+xml"/>
  <Override PartName="/ppt/slideLayouts/_rels/slideLayout3517.xml.rels" ContentType="application/vnd.openxmlformats-package.relationships+xml"/>
  <Override PartName="/ppt/slideLayouts/_rels/slideLayout1109.xml.rels" ContentType="application/vnd.openxmlformats-package.relationships+xml"/>
  <Override PartName="/ppt/slideLayouts/_rels/slideLayout2316.xml.rels" ContentType="application/vnd.openxmlformats-package.relationships+xml"/>
  <Override PartName="/ppt/slideLayouts/_rels/slideLayout741.xml.rels" ContentType="application/vnd.openxmlformats-package.relationships+xml"/>
  <Override PartName="/ppt/slideLayouts/_rels/slideLayout2317.xml.rels" ContentType="application/vnd.openxmlformats-package.relationships+xml"/>
  <Override PartName="/ppt/slideLayouts/_rels/slideLayout1574.xml.rels" ContentType="application/vnd.openxmlformats-package.relationships+xml"/>
  <Override PartName="/ppt/slideLayouts/_rels/slideLayout742.xml.rels" ContentType="application/vnd.openxmlformats-package.relationships+xml"/>
  <Override PartName="/ppt/slideLayouts/_rels/slideLayout2318.xml.rels" ContentType="application/vnd.openxmlformats-package.relationships+xml"/>
  <Override PartName="/ppt/slideLayouts/_rels/slideLayout3348.xml.rels" ContentType="application/vnd.openxmlformats-package.relationships+xml"/>
  <Override PartName="/ppt/slideLayouts/_rels/slideLayout3520.xml.rels" ContentType="application/vnd.openxmlformats-package.relationships+xml"/>
  <Override PartName="/ppt/slideLayouts/_rels/slideLayout1744.xml.rels" ContentType="application/vnd.openxmlformats-package.relationships+xml"/>
  <Override PartName="/ppt/slideLayouts/_rels/slideLayout328.xml.rels" ContentType="application/vnd.openxmlformats-package.relationships+xml"/>
  <Override PartName="/ppt/slideLayouts/_rels/slideLayout3349.xml.rels" ContentType="application/vnd.openxmlformats-package.relationships+xml"/>
  <Override PartName="/ppt/slideLayouts/_rels/slideLayout3521.xml.rels" ContentType="application/vnd.openxmlformats-package.relationships+xml"/>
  <Override PartName="/ppt/slideLayouts/_rels/slideLayout1263.xml.rels" ContentType="application/vnd.openxmlformats-package.relationships+xml"/>
  <Override PartName="/ppt/slideLayouts/_rels/slideLayout745.xml.rels" ContentType="application/vnd.openxmlformats-package.relationships+xml"/>
  <Override PartName="/ppt/slideLayouts/_rels/slideLayout501.xml.rels" ContentType="application/vnd.openxmlformats-package.relationships+xml"/>
  <Override PartName="/ppt/slideLayouts/_rels/slideLayout1382.xml.rels" ContentType="application/vnd.openxmlformats-package.relationships+xml"/>
  <Override PartName="/ppt/slideLayouts/_rels/slideLayout746.xml.rels" ContentType="application/vnd.openxmlformats-package.relationships+xml"/>
  <Override PartName="/ppt/slideLayouts/_rels/slideLayout747.xml.rels" ContentType="application/vnd.openxmlformats-package.relationships+xml"/>
  <Override PartName="/ppt/slideLayouts/_rels/slideLayout748.xml.rels" ContentType="application/vnd.openxmlformats-package.relationships+xml"/>
  <Override PartName="/ppt/slideLayouts/_rels/slideLayout3525.xml.rels" ContentType="application/vnd.openxmlformats-package.relationships+xml"/>
  <Override PartName="/ppt/slideLayouts/_rels/slideLayout1749.xml.rels" ContentType="application/vnd.openxmlformats-package.relationships+xml"/>
  <Override PartName="/ppt/slideLayouts/_rels/slideLayout749.xml.rels" ContentType="application/vnd.openxmlformats-package.relationships+xml"/>
  <Override PartName="/ppt/slideLayouts/_rels/slideLayout3526.xml.rels" ContentType="application/vnd.openxmlformats-package.relationships+xml"/>
  <Override PartName="/ppt/slideLayouts/_rels/slideLayout2325.xml.rels" ContentType="application/vnd.openxmlformats-package.relationships+xml"/>
  <Override PartName="/ppt/slideLayouts/_rels/slideLayout548.xml.rels" ContentType="application/vnd.openxmlformats-package.relationships+xml"/>
  <Override PartName="/ppt/slideLayouts/_rels/slideLayout750.xml.rels" ContentType="application/vnd.openxmlformats-package.relationships+xml"/>
  <Override PartName="/ppt/slideLayouts/_rels/slideLayout2326.xml.rels" ContentType="application/vnd.openxmlformats-package.relationships+xml"/>
  <Override PartName="/ppt/slideLayouts/_rels/slideLayout751.xml.rels" ContentType="application/vnd.openxmlformats-package.relationships+xml"/>
  <Override PartName="/ppt/slideLayouts/_rels/slideLayout2327.xml.rels" ContentType="application/vnd.openxmlformats-package.relationships+xml"/>
  <Override PartName="/ppt/slideLayouts/_rels/slideLayout444.xml.rels" ContentType="application/vnd.openxmlformats-package.relationships+xml"/>
  <Override PartName="/ppt/slideLayouts/_rels/slideLayout3465.xml.rels" ContentType="application/vnd.openxmlformats-package.relationships+xml"/>
  <Override PartName="/ppt/slideLayouts/_rels/slideLayout1276.xml.rels" ContentType="application/vnd.openxmlformats-package.relationships+xml"/>
  <Override PartName="/ppt/slideLayouts/_rels/slideLayout3534.xml.rels" ContentType="application/vnd.openxmlformats-package.relationships+xml"/>
  <Override PartName="/ppt/slideLayouts/_rels/slideLayout3357.xml.rels" ContentType="application/vnd.openxmlformats-package.relationships+xml"/>
  <Override PartName="/ppt/slideLayouts/_rels/slideLayout1099.xml.rels" ContentType="application/vnd.openxmlformats-package.relationships+xml"/>
  <Override PartName="/ppt/slideLayouts/_rels/slideLayout752.xml.rels" ContentType="application/vnd.openxmlformats-package.relationships+xml"/>
  <Override PartName="/ppt/slideLayouts/_rels/slideLayout2328.xml.rels" ContentType="application/vnd.openxmlformats-package.relationships+xml"/>
  <Override PartName="/ppt/slideLayouts/_rels/slideLayout1957.xml.rels" ContentType="application/vnd.openxmlformats-package.relationships+xml"/>
  <Override PartName="/ppt/slideLayouts/_rels/slideLayout753.xml.rels" ContentType="application/vnd.openxmlformats-package.relationships+xml"/>
  <Override PartName="/ppt/slideLayouts/_rels/slideLayout3530.xml.rels" ContentType="application/vnd.openxmlformats-package.relationships+xml"/>
  <Override PartName="/ppt/slideLayouts/_rels/slideLayout1272.xml.rels" ContentType="application/vnd.openxmlformats-package.relationships+xml"/>
  <Override PartName="/ppt/slideLayouts/_rels/slideLayout2329.xml.rels" ContentType="application/vnd.openxmlformats-package.relationships+xml"/>
  <Override PartName="/ppt/slideLayouts/_rels/slideLayout1958.xml.rels" ContentType="application/vnd.openxmlformats-package.relationships+xml"/>
  <Override PartName="/ppt/slideLayouts/_rels/slideLayout754.xml.rels" ContentType="application/vnd.openxmlformats-package.relationships+xml"/>
  <Override PartName="/ppt/slideLayouts/_rels/slideLayout20.xml.rels" ContentType="application/vnd.openxmlformats-package.relationships+xml"/>
  <Override PartName="/ppt/slideLayouts/_rels/slideLayout291.xml.rels" ContentType="application/vnd.openxmlformats-package.relationships+xml"/>
  <Override PartName="/ppt/slideLayouts/_rels/slideLayout1959.xml.rels" ContentType="application/vnd.openxmlformats-package.relationships+xml"/>
  <Override PartName="/ppt/slideLayouts/_rels/slideLayout755.xml.rels" ContentType="application/vnd.openxmlformats-package.relationships+xml"/>
  <Override PartName="/ppt/slideLayouts/_rels/slideLayout385.xml.rels" ContentType="application/vnd.openxmlformats-package.relationships+xml"/>
  <Override PartName="/ppt/slideLayouts/_rels/slideLayout2511.xml.rels" ContentType="application/vnd.openxmlformats-package.relationships+xml"/>
  <Override PartName="/ppt/slideLayouts/_rels/slideLayout22.xml.rels" ContentType="application/vnd.openxmlformats-package.relationships+xml"/>
  <Override PartName="/ppt/slideLayouts/_rels/slideLayout293.xml.rels" ContentType="application/vnd.openxmlformats-package.relationships+xml"/>
  <Override PartName="/ppt/slideLayouts/_rels/slideLayout757.xml.rels" ContentType="application/vnd.openxmlformats-package.relationships+xml"/>
  <Override PartName="/ppt/slideLayouts/_rels/slideLayout2401.xml.rels" ContentType="application/vnd.openxmlformats-package.relationships+xml"/>
  <Override PartName="/ppt/slideLayouts/_rels/slideLayout758.xml.rels" ContentType="application/vnd.openxmlformats-package.relationships+xml"/>
  <Override PartName="/ppt/slideLayouts/_rels/slideLayout759.xml.rels" ContentType="application/vnd.openxmlformats-package.relationships+xml"/>
  <Override PartName="/ppt/slideLayouts/_rels/slideLayout2335.xml.rels" ContentType="application/vnd.openxmlformats-package.relationships+xml"/>
  <Override PartName="/ppt/slideLayouts/_rels/slideLayout760.xml.rels" ContentType="application/vnd.openxmlformats-package.relationships+xml"/>
  <Override PartName="/ppt/slideLayouts/_rels/slideLayout3048.xml.rels" ContentType="application/vnd.openxmlformats-package.relationships+xml"/>
  <Override PartName="/ppt/slideLayouts/_rels/slideLayout2336.xml.rels" ContentType="application/vnd.openxmlformats-package.relationships+xml"/>
  <Override PartName="/ppt/slideLayouts/_rels/slideLayout761.xml.rels" ContentType="application/vnd.openxmlformats-package.relationships+xml"/>
  <Override PartName="/ppt/slideLayouts/_rels/slideLayout3049.xml.rels" ContentType="application/vnd.openxmlformats-package.relationships+xml"/>
  <Override PartName="/ppt/slideLayouts/_rels/slideLayout2337.xml.rels" ContentType="application/vnd.openxmlformats-package.relationships+xml"/>
  <Override PartName="/ppt/slideLayouts/_rels/slideLayout1286.xml.rels" ContentType="application/vnd.openxmlformats-package.relationships+xml"/>
  <Override PartName="/ppt/slideLayouts/_rels/slideLayout405.xml.rels" ContentType="application/vnd.openxmlformats-package.relationships+xml"/>
  <Override PartName="/ppt/slideLayouts/_rels/slideLayout3367.xml.rels" ContentType="application/vnd.openxmlformats-package.relationships+xml"/>
  <Override PartName="/ppt/slideLayouts/_rels/slideLayout2338.xml.rels" ContentType="application/vnd.openxmlformats-package.relationships+xml"/>
  <Override PartName="/ppt/slideLayouts/_rels/slideLayout3540.xml.rels" ContentType="application/vnd.openxmlformats-package.relationships+xml"/>
  <Override PartName="/ppt/slideLayouts/_rels/slideLayout1282.xml.rels" ContentType="application/vnd.openxmlformats-package.relationships+xml"/>
  <Override PartName="/ppt/slideLayouts/_rels/slideLayout2339.xml.rels" ContentType="application/vnd.openxmlformats-package.relationships+xml"/>
  <Override PartName="/ppt/slideLayouts/_rels/slideLayout764.xml.rels" ContentType="application/vnd.openxmlformats-package.relationships+xml"/>
  <Override PartName="/ppt/slideLayouts/_rels/slideLayout457.xml.rels" ContentType="application/vnd.openxmlformats-package.relationships+xml"/>
  <Override PartName="/ppt/slideLayouts/_rels/slideLayout3478.xml.rels" ContentType="application/vnd.openxmlformats-package.relationships+xml"/>
  <Override PartName="/ppt/slideLayouts/_rels/slideLayout1289.xml.rels" ContentType="application/vnd.openxmlformats-package.relationships+xml"/>
  <Override PartName="/ppt/slideLayouts/_rels/slideLayout3547.xml.rels" ContentType="application/vnd.openxmlformats-package.relationships+xml"/>
  <Override PartName="/ppt/slideLayouts/_rels/slideLayout765.xml.rels" ContentType="application/vnd.openxmlformats-package.relationships+xml"/>
  <Override PartName="/ppt/slideLayouts/_rels/slideLayout766.xml.rels" ContentType="application/vnd.openxmlformats-package.relationships+xml"/>
  <Override PartName="/ppt/slideLayouts/_rels/slideLayout767.xml.rels" ContentType="application/vnd.openxmlformats-package.relationships+xml"/>
  <Override PartName="/ppt/slideLayouts/_rels/slideLayout3544.xml.rels" ContentType="application/vnd.openxmlformats-package.relationships+xml"/>
  <Override PartName="/ppt/slideLayouts/_rels/slideLayout1768.xml.rels" ContentType="application/vnd.openxmlformats-package.relationships+xml"/>
  <Override PartName="/ppt/slideLayouts/_rels/slideLayout768.xml.rels" ContentType="application/vnd.openxmlformats-package.relationships+xml"/>
  <Override PartName="/ppt/slideLayouts/_rels/slideLayout3545.xml.rels" ContentType="application/vnd.openxmlformats-package.relationships+xml"/>
  <Override PartName="/ppt/slideLayouts/_rels/slideLayout1769.xml.rels" ContentType="application/vnd.openxmlformats-package.relationships+xml"/>
  <Override PartName="/ppt/slideLayouts/_rels/slideLayout769.xml.rels" ContentType="application/vnd.openxmlformats-package.relationships+xml"/>
  <Override PartName="/ppt/slideLayouts/_rels/slideLayout1729.xml.rels" ContentType="application/vnd.openxmlformats-package.relationships+xml"/>
  <Override PartName="/ppt/slideLayouts/_rels/slideLayout3546.xml.rels" ContentType="application/vnd.openxmlformats-package.relationships+xml"/>
  <Override PartName="/ppt/slideLayouts/_rels/slideLayout1974.xml.rels" ContentType="application/vnd.openxmlformats-package.relationships+xml"/>
  <Override PartName="/ppt/slideLayouts/_rels/slideLayout770.xml.rels" ContentType="application/vnd.openxmlformats-package.relationships+xml"/>
  <Override PartName="/ppt/slideLayouts/_rels/slideLayout3058.xml.rels" ContentType="application/vnd.openxmlformats-package.relationships+xml"/>
  <Override PartName="/ppt/slideLayouts/_rels/slideLayout2346.xml.rels" ContentType="application/vnd.openxmlformats-package.relationships+xml"/>
  <Override PartName="/ppt/slideLayouts/_rels/slideLayout1975.xml.rels" ContentType="application/vnd.openxmlformats-package.relationships+xml"/>
  <Override PartName="/ppt/slideLayouts/_rels/slideLayout771.xml.rels" ContentType="application/vnd.openxmlformats-package.relationships+xml"/>
  <Override PartName="/ppt/slideLayouts/_rels/slideLayout3059.xml.rels" ContentType="application/vnd.openxmlformats-package.relationships+xml"/>
  <Override PartName="/ppt/slideLayouts/_rels/slideLayout2347.xml.rels" ContentType="application/vnd.openxmlformats-package.relationships+xml"/>
  <Override PartName="/ppt/slideLayouts/_rels/slideLayout3377.xml.rels" ContentType="application/vnd.openxmlformats-package.relationships+xml"/>
  <Override PartName="/ppt/slideLayouts/_rels/slideLayout1976.xml.rels" ContentType="application/vnd.openxmlformats-package.relationships+xml"/>
  <Override PartName="/ppt/slideLayouts/_rels/slideLayout772.xml.rels" ContentType="application/vnd.openxmlformats-package.relationships+xml"/>
  <Override PartName="/ppt/slideLayouts/_rels/slideLayout2348.xml.rels" ContentType="application/vnd.openxmlformats-package.relationships+xml"/>
  <Override PartName="/ppt/slideLayouts/_rels/slideLayout3378.xml.rels" ContentType="application/vnd.openxmlformats-package.relationships+xml"/>
  <Override PartName="/ppt/slideLayouts/_rels/slideLayout239.xml.rels" ContentType="application/vnd.openxmlformats-package.relationships+xml"/>
  <Override PartName="/ppt/slideLayouts/_rels/slideLayout1977.xml.rels" ContentType="application/vnd.openxmlformats-package.relationships+xml"/>
  <Override PartName="/ppt/slideLayouts/_rels/slideLayout773.xml.rels" ContentType="application/vnd.openxmlformats-package.relationships+xml"/>
  <Override PartName="/ppt/slideLayouts/_rels/slideLayout901.xml.rels" ContentType="application/vnd.openxmlformats-package.relationships+xml"/>
  <Override PartName="/ppt/slideLayouts/_rels/slideLayout3550.xml.rels" ContentType="application/vnd.openxmlformats-package.relationships+xml"/>
  <Override PartName="/ppt/slideLayouts/_rels/slideLayout1774.xml.rels" ContentType="application/vnd.openxmlformats-package.relationships+xml"/>
  <Override PartName="/ppt/slideLayouts/_rels/slideLayout2349.xml.rels" ContentType="application/vnd.openxmlformats-package.relationships+xml"/>
  <Override PartName="/ppt/slideLayouts/_rels/slideLayout3379.xml.rels" ContentType="application/vnd.openxmlformats-package.relationships+xml"/>
  <Override PartName="/ppt/slideLayouts/_rels/slideLayout1978.xml.rels" ContentType="application/vnd.openxmlformats-package.relationships+xml"/>
  <Override PartName="/ppt/slideLayouts/_rels/slideLayout774.xml.rels" ContentType="application/vnd.openxmlformats-package.relationships+xml"/>
  <Override PartName="/ppt/slideLayouts/_rels/slideLayout775.xml.rels" ContentType="application/vnd.openxmlformats-package.relationships+xml"/>
  <Override PartName="/ppt/slideLayouts/_rels/slideLayout776.xml.rels" ContentType="application/vnd.openxmlformats-package.relationships+xml"/>
  <Override PartName="/ppt/slideLayouts/_rels/slideLayout2553.xml.rels" ContentType="application/vnd.openxmlformats-package.relationships+xml"/>
  <Override PartName="/ppt/slideLayouts/_rels/slideLayout777.xml.rels" ContentType="application/vnd.openxmlformats-package.relationships+xml"/>
  <Override PartName="/ppt/slideLayouts/_rels/slideLayout2903.xml.rels" ContentType="application/vnd.openxmlformats-package.relationships+xml"/>
  <Override PartName="/ppt/slideLayouts/_rels/slideLayout778.xml.rels" ContentType="application/vnd.openxmlformats-package.relationships+xml"/>
  <Override PartName="/ppt/slideLayouts/_rels/slideLayout2904.xml.rels" ContentType="application/vnd.openxmlformats-package.relationships+xml"/>
  <Override PartName="/ppt/slideLayouts/_rels/slideLayout779.xml.rels" ContentType="application/vnd.openxmlformats-package.relationships+xml"/>
  <Override PartName="/ppt/slideLayouts/_rels/slideLayout2905.xml.rels" ContentType="application/vnd.openxmlformats-package.relationships+xml"/>
  <Override PartName="/ppt/slideLayouts/_rels/slideLayout2355.xml.rels" ContentType="application/vnd.openxmlformats-package.relationships+xml"/>
  <Override PartName="/ppt/slideLayouts/_rels/slideLayout1984.xml.rels" ContentType="application/vnd.openxmlformats-package.relationships+xml"/>
  <Override PartName="/ppt/slideLayouts/_rels/slideLayout780.xml.rels" ContentType="application/vnd.openxmlformats-package.relationships+xml"/>
  <Override PartName="/ppt/slideLayouts/_rels/slideLayout781.xml.rels" ContentType="application/vnd.openxmlformats-package.relationships+xml"/>
  <Override PartName="/ppt/slideLayouts/_rels/slideLayout782.xml.rels" ContentType="application/vnd.openxmlformats-package.relationships+xml"/>
  <Override PartName="/ppt/slideLayouts/_rels/slideLayout2008.xml.rels" ContentType="application/vnd.openxmlformats-package.relationships+xml"/>
  <Override PartName="/ppt/slideLayouts/_rels/slideLayout1987.xml.rels" ContentType="application/vnd.openxmlformats-package.relationships+xml"/>
  <Override PartName="/ppt/slideLayouts/_rels/slideLayout783.xml.rels" ContentType="application/vnd.openxmlformats-package.relationships+xml"/>
  <Override PartName="/ppt/slideLayouts/_rels/slideLayout3560.xml.rels" ContentType="application/vnd.openxmlformats-package.relationships+xml"/>
  <Override PartName="/ppt/slideLayouts/_rels/slideLayout1988.xml.rels" ContentType="application/vnd.openxmlformats-package.relationships+xml"/>
  <Override PartName="/ppt/slideLayouts/_rels/slideLayout784.xml.rels" ContentType="application/vnd.openxmlformats-package.relationships+xml"/>
  <Override PartName="/ppt/slideLayouts/_rels/slideLayout1989.xml.rels" ContentType="application/vnd.openxmlformats-package.relationships+xml"/>
  <Override PartName="/ppt/slideLayouts/_rels/slideLayout785.xml.rels" ContentType="application/vnd.openxmlformats-package.relationships+xml"/>
  <Override PartName="/ppt/slideLayouts/_rels/slideLayout786.xml.rels" ContentType="application/vnd.openxmlformats-package.relationships+xml"/>
  <Override PartName="/ppt/slideLayouts/_rels/slideLayout787.xml.rels" ContentType="application/vnd.openxmlformats-package.relationships+xml"/>
  <Override PartName="/ppt/slideLayouts/_rels/slideLayout788.xml.rels" ContentType="application/vnd.openxmlformats-package.relationships+xml"/>
  <Override PartName="/ppt/slideLayouts/_rels/slideLayout2565.xml.rels" ContentType="application/vnd.openxmlformats-package.relationships+xml"/>
  <Override PartName="/ppt/slideLayouts/_rels/slideLayout789.xml.rels" ContentType="application/vnd.openxmlformats-package.relationships+xml"/>
  <Override PartName="/ppt/slideLayouts/_rels/slideLayout2566.xml.rels" ContentType="application/vnd.openxmlformats-package.relationships+xml"/>
  <Override PartName="/ppt/slideLayouts/_rels/slideLayout1994.xml.rels" ContentType="application/vnd.openxmlformats-package.relationships+xml"/>
  <Override PartName="/ppt/slideLayouts/_rels/slideLayout790.xml.rels" ContentType="application/vnd.openxmlformats-package.relationships+xml"/>
  <Override PartName="/ppt/slideLayouts/_rels/slideLayout1995.xml.rels" ContentType="application/vnd.openxmlformats-package.relationships+xml"/>
  <Override PartName="/ppt/slideLayouts/_rels/slideLayout791.xml.rels" ContentType="application/vnd.openxmlformats-package.relationships+xml"/>
  <Override PartName="/ppt/slideLayouts/_rels/slideLayout1532.xml.rels" ContentType="application/vnd.openxmlformats-package.relationships+xml"/>
  <Override PartName="/ppt/slideLayouts/_rels/slideLayout700.xml.rels" ContentType="application/vnd.openxmlformats-package.relationships+xml"/>
  <Override PartName="/ppt/slideLayouts/_rels/slideLayout3490.xml.rels" ContentType="application/vnd.openxmlformats-package.relationships+xml"/>
  <Override PartName="/ppt/slideLayouts/_rels/slideLayout1996.xml.rels" ContentType="application/vnd.openxmlformats-package.relationships+xml"/>
  <Override PartName="/ppt/slideLayouts/_rels/slideLayout792.xml.rels" ContentType="application/vnd.openxmlformats-package.relationships+xml"/>
  <Override PartName="/ppt/slideLayouts/_rels/slideLayout3209.xml.rels" ContentType="application/vnd.openxmlformats-package.relationships+xml"/>
  <Override PartName="/ppt/slideLayouts/_rels/slideLayout1997.xml.rels" ContentType="application/vnd.openxmlformats-package.relationships+xml"/>
  <Override PartName="/ppt/slideLayouts/_rels/slideLayout793.xml.rels" ContentType="application/vnd.openxmlformats-package.relationships+xml"/>
  <Override PartName="/ppt/slideLayouts/_rels/slideLayout701.xml.rels" ContentType="application/vnd.openxmlformats-package.relationships+xml"/>
  <Override PartName="/ppt/slideLayouts/_rels/slideLayout1582.xml.rels" ContentType="application/vnd.openxmlformats-package.relationships+xml"/>
  <Override PartName="/ppt/slideLayouts/_rels/slideLayout2488.xml.rels" ContentType="application/vnd.openxmlformats-package.relationships+xml"/>
  <Override PartName="/ppt/slideLayouts/_rels/slideLayout198.xml.rels" ContentType="application/vnd.openxmlformats-package.relationships+xml"/>
  <Override PartName="/ppt/slideLayouts/_rels/slideLayout2324.xml.rels" ContentType="application/vnd.openxmlformats-package.relationships+xml"/>
  <Override PartName="/ppt/slideLayouts/_rels/slideLayout2636.xml.rels" ContentType="application/vnd.openxmlformats-package.relationships+xml"/>
  <Override PartName="/ppt/slideLayouts/_rels/slideLayout2988.xml.rels" ContentType="application/vnd.openxmlformats-package.relationships+xml"/>
  <Override PartName="/ppt/slideLayouts/_rels/slideLayout2499.xml.rels" ContentType="application/vnd.openxmlformats-package.relationships+xml"/>
  <Override PartName="/ppt/slideLayouts/_rels/slideLayout2999.xml.rels" ContentType="application/vnd.openxmlformats-package.relationships+xml"/>
  <Override PartName="/ppt/slideLayouts/_rels/slideLayout278.xml.rels" ContentType="application/vnd.openxmlformats-package.relationships+xml"/>
  <Override PartName="/ppt/slideLayouts/_rels/slideLayout2404.xml.rels" ContentType="application/vnd.openxmlformats-package.relationships+xml"/>
  <Override PartName="/ppt/slideLayouts/_rels/slideLayout3299.xml.rels" ContentType="application/vnd.openxmlformats-package.relationships+xml"/>
  <Override PartName="/ppt/slideLayouts/_rels/slideLayout509.xml.rels" ContentType="application/vnd.openxmlformats-package.relationships+xml"/>
  <Override PartName="/ppt/slideLayouts/_rels/slideLayout3536.xml.rels" ContentType="application/vnd.openxmlformats-package.relationships+xml"/>
  <Override PartName="/ppt/slideLayouts/_rels/slideLayout1278.xml.rels" ContentType="application/vnd.openxmlformats-package.relationships+xml"/>
  <Override PartName="/ppt/slideLayouts/_rels/slideLayout3300.xml.rels" ContentType="application/vnd.openxmlformats-package.relationships+xml"/>
  <Override PartName="/ppt/slideLayouts/_rels/slideLayout1042.xml.rels" ContentType="application/vnd.openxmlformats-package.relationships+xml"/>
  <Override PartName="/ppt/slideLayouts/_rels/slideLayout2505.xml.rels" ContentType="application/vnd.openxmlformats-package.relationships+xml"/>
  <Override PartName="/ppt/slideLayouts/_rels/slideLayout246.xml.rels" ContentType="application/vnd.openxmlformats-package.relationships+xml"/>
  <Override PartName="/ppt/slideLayouts/_rels/slideLayout136.xml.rels" ContentType="application/vnd.openxmlformats-package.relationships+xml"/>
  <Override PartName="/ppt/slideLayouts/_rels/slideLayout3157.xml.rels" ContentType="application/vnd.openxmlformats-package.relationships+xml"/>
  <Override PartName="/ppt/slideLayouts/_rels/slideLayout1.xml.rels" ContentType="application/vnd.openxmlformats-package.relationships+xml"/>
  <Override PartName="/ppt/slideLayouts/_rels/slideLayout2873.xml.rels" ContentType="application/vnd.openxmlformats-package.relationships+xml"/>
  <Override PartName="/ppt/slideLayouts/_rels/slideLayout2506.xml.rels" ContentType="application/vnd.openxmlformats-package.relationships+xml"/>
  <Override PartName="/ppt/slideLayouts/_rels/slideLayout247.xml.rels" ContentType="application/vnd.openxmlformats-package.relationships+xml"/>
  <Override PartName="/ppt/slideLayouts/_rels/slideLayout2.xml.rels" ContentType="application/vnd.openxmlformats-package.relationships+xml"/>
  <Override PartName="/ppt/slideLayouts/_rels/slideLayout2874.xml.rels" ContentType="application/vnd.openxmlformats-package.relationships+xml"/>
  <Override PartName="/ppt/slideLayouts/_rels/slideLayout2507.xml.rels" ContentType="application/vnd.openxmlformats-package.relationships+xml"/>
  <Override PartName="/ppt/slideLayouts/_rels/slideLayout248.xml.rels" ContentType="application/vnd.openxmlformats-package.relationships+xml"/>
  <Override PartName="/ppt/slideLayouts/_rels/slideLayout2487.xml.rels" ContentType="application/vnd.openxmlformats-package.relationships+xml"/>
  <Override PartName="/ppt/slideLayouts/_rels/slideLayout208.xml.rels" ContentType="application/vnd.openxmlformats-package.relationships+xml"/>
  <Override PartName="/ppt/slideLayouts/_rels/slideLayout3229.xml.rels" ContentType="application/vnd.openxmlformats-package.relationships+xml"/>
  <Override PartName="/ppt/slideLayouts/_rels/slideLayout266.xml.rels" ContentType="application/vnd.openxmlformats-package.relationships+xml"/>
  <Override PartName="/ppt/slideLayouts/_rels/slideLayout3287.xml.rels" ContentType="application/vnd.openxmlformats-package.relationships+xml"/>
  <Override PartName="/ppt/slideLayouts/_rels/slideLayout197.xml.rels" ContentType="application/vnd.openxmlformats-package.relationships+xml"/>
  <Override PartName="/ppt/slideLayouts/_rels/slideLayout2323.xml.rels" ContentType="application/vnd.openxmlformats-package.relationships+xml"/>
  <Override PartName="/ppt/slideLayouts/_rels/slideLayout2635.xml.rels" ContentType="application/vnd.openxmlformats-package.relationships+xml"/>
  <Override PartName="/ppt/slideLayouts/_rels/slideLayout858.xml.rels" ContentType="application/vnd.openxmlformats-package.relationships+xml"/>
  <Override PartName="/ppt/slideLayouts/_rels/slideLayout2987.xml.rels" ContentType="application/vnd.openxmlformats-package.relationships+xml"/>
  <Override PartName="/ppt/slideLayouts/_rels/slideLayout2929.xml.rels" ContentType="application/vnd.openxmlformats-package.relationships+xml"/>
  <Override PartName="/ppt/slideLayouts/_rels/slideLayout3252.xml.rels" ContentType="application/vnd.openxmlformats-package.relationships+xml"/>
  <Override PartName="/ppt/slideLayouts/_rels/slideLayout2429.xml.rels" ContentType="application/vnd.openxmlformats-package.relationships+xml"/>
  <Override PartName="/ppt/slideLayouts/_rels/slideLayout3446.xml.rels" ContentType="application/vnd.openxmlformats-package.relationships+xml"/>
  <Override PartName="/ppt/slideLayouts/_rels/slideLayout1188.xml.rels" ContentType="application/vnd.openxmlformats-package.relationships+xml"/>
  <Override PartName="/ppt/slideLayouts/_rels/slideLayout425.xml.rels" ContentType="application/vnd.openxmlformats-package.relationships+xml"/>
  <Override PartName="/ppt/slideLayouts/_rels/slideLayout3.xml.rels" ContentType="application/vnd.openxmlformats-package.relationships+xml"/>
  <Override PartName="/ppt/slideLayouts/_rels/slideLayout2875.xml.rels" ContentType="application/vnd.openxmlformats-package.relationships+xml"/>
  <Override PartName="/ppt/slideLayouts/_rels/slideLayout2508.xml.rels" ContentType="application/vnd.openxmlformats-package.relationships+xml"/>
  <Override PartName="/ppt/slideLayouts/_rels/slideLayout249.xml.rels" ContentType="application/vnd.openxmlformats-package.relationships+xml"/>
  <Override PartName="/ppt/slideLayouts/_rels/slideLayout81.xml.rels" ContentType="application/vnd.openxmlformats-package.relationships+xml"/>
  <Override PartName="/ppt/slideLayouts/_rels/slideLayout2862.xml.rels" ContentType="application/vnd.openxmlformats-package.relationships+xml"/>
  <Override PartName="/ppt/slideLayouts/_rels/slideLayout2490.xml.rels" ContentType="application/vnd.openxmlformats-package.relationships+xml"/>
  <Override PartName="/ppt/slideLayouts/_rels/slideLayout3011.xml.rels" ContentType="application/vnd.openxmlformats-package.relationships+xml"/>
  <Override PartName="/ppt/slideLayouts/_rels/slideLayout2990.xml.rels" ContentType="application/vnd.openxmlformats-package.relationships+xml"/>
  <Override PartName="/ppt/slideLayouts/_rels/slideLayout2491.xml.rels" ContentType="application/vnd.openxmlformats-package.relationships+xml"/>
  <Override PartName="/ppt/slideLayouts/_rels/slideLayout1474.xml.rels" ContentType="application/vnd.openxmlformats-package.relationships+xml"/>
  <Override PartName="/ppt/slideLayouts/_rels/slideLayout270.xml.rels" ContentType="application/vnd.openxmlformats-package.relationships+xml"/>
  <Override PartName="/ppt/slideLayouts/_rels/slideLayout642.xml.rels" ContentType="application/vnd.openxmlformats-package.relationships+xml"/>
  <Override PartName="/ppt/slideLayouts/_rels/slideLayout3012.xml.rels" ContentType="application/vnd.openxmlformats-package.relationships+xml"/>
  <Override PartName="/ppt/slideLayouts/_rels/slideLayout2991.xml.rels" ContentType="application/vnd.openxmlformats-package.relationships+xml"/>
  <Override PartName="/ppt/slideLayouts/_rels/slideLayout2570.xml.rels" ContentType="application/vnd.openxmlformats-package.relationships+xml"/>
  <Override PartName="/ppt/slideLayouts/_rels/slideLayout2492.xml.rels" ContentType="application/vnd.openxmlformats-package.relationships+xml"/>
  <Override PartName="/ppt/slideLayouts/_rels/slideLayout1475.xml.rels" ContentType="application/vnd.openxmlformats-package.relationships+xml"/>
  <Override PartName="/ppt/slideLayouts/_rels/slideLayout271.xml.rels" ContentType="application/vnd.openxmlformats-package.relationships+xml"/>
  <Override PartName="/ppt/slideLayouts/_rels/slideLayout2530.xml.rels" ContentType="application/vnd.openxmlformats-package.relationships+xml"/>
  <Override PartName="/ppt/slideLayouts/_rels/slideLayout643.xml.rels" ContentType="application/vnd.openxmlformats-package.relationships+xml"/>
  <Override PartName="/ppt/slideLayouts/_rels/slideLayout2420.xml.rels" ContentType="application/vnd.openxmlformats-package.relationships+xml"/>
  <Override PartName="/ppt/slideLayouts/_rels/slideLayout3292.xml.rels" ContentType="application/vnd.openxmlformats-package.relationships+xml"/>
  <Override PartName="/ppt/slideLayouts/_rels/slideLayout635.xml.rels" ContentType="application/vnd.openxmlformats-package.relationships+xml"/>
  <Override PartName="/ppt/slideLayouts/_rels/slideLayout2992.xml.rels" ContentType="application/vnd.openxmlformats-package.relationships+xml"/>
  <Override PartName="/ppt/slideLayouts/_rels/slideLayout272.xml.rels" ContentType="application/vnd.openxmlformats-package.relationships+xml"/>
  <Override PartName="/ppt/slideLayouts/_rels/slideLayout2531.xml.rels" ContentType="application/vnd.openxmlformats-package.relationships+xml"/>
  <Override PartName="/ppt/slideLayouts/_rels/slideLayout1476.xml.rels" ContentType="application/vnd.openxmlformats-package.relationships+xml"/>
  <Override PartName="/ppt/slideLayouts/_rels/slideLayout3293.xml.rels" ContentType="application/vnd.openxmlformats-package.relationships+xml"/>
  <Override PartName="/ppt/slideLayouts/_rels/slideLayout636.xml.rels" ContentType="application/vnd.openxmlformats-package.relationships+xml"/>
  <Override PartName="/ppt/slideLayouts/_rels/slideLayout2514.xml.rels" ContentType="application/vnd.openxmlformats-package.relationships+xml"/>
  <Override PartName="/ppt/slideLayouts/_rels/slideLayout388.xml.rels" ContentType="application/vnd.openxmlformats-package.relationships+xml"/>
  <Override PartName="/ppt/slideLayouts/_rels/slideLayout282.xml.rels" ContentType="application/vnd.openxmlformats-package.relationships+xml"/>
  <Override PartName="/ppt/slideLayouts/_rels/slideLayout11.xml.rels" ContentType="application/vnd.openxmlformats-package.relationships+xml"/>
  <Override PartName="/ppt/slideLayouts/_rels/slideLayout2720.xml.rels" ContentType="application/vnd.openxmlformats-package.relationships+xml"/>
  <Override PartName="/ppt/slideLayouts/_rels/slideLayout461.xml.rels" ContentType="application/vnd.openxmlformats-package.relationships+xml"/>
  <Override PartName="/ppt/slideLayouts/_rels/slideLayout648.xml.rels" ContentType="application/vnd.openxmlformats-package.relationships+xml"/>
  <Override PartName="/ppt/slideLayouts/_rels/slideLayout3297.xml.rels" ContentType="application/vnd.openxmlformats-package.relationships+xml"/>
  <Override PartName="/ppt/slideLayouts/_rels/slideLayout507.xml.rels" ContentType="application/vnd.openxmlformats-package.relationships+xml"/>
  <Override PartName="/ppt/slideLayouts/_rels/slideLayout2997.xml.rels" ContentType="application/vnd.openxmlformats-package.relationships+xml"/>
  <Override PartName="/ppt/slideLayouts/_rels/slideLayout2939.xml.rels" ContentType="application/vnd.openxmlformats-package.relationships+xml"/>
  <Override PartName="/ppt/slideLayouts/_rels/slideLayout3262.xml.rels" ContentType="application/vnd.openxmlformats-package.relationships+xml"/>
  <Override PartName="/ppt/slideLayouts/_rels/slideLayout2439.xml.rels" ContentType="application/vnd.openxmlformats-package.relationships+xml"/>
  <Override PartName="/ppt/slideLayouts/_rels/slideLayout277.xml.rels" ContentType="application/vnd.openxmlformats-package.relationships+xml"/>
  <Override PartName="/ppt/slideLayouts/_rels/slideLayout2403.xml.rels" ContentType="application/vnd.openxmlformats-package.relationships+xml"/>
  <Override PartName="/ppt/slideLayouts/_rels/slideLayout649.xml.rels" ContentType="application/vnd.openxmlformats-package.relationships+xml"/>
  <Override PartName="/ppt/slideLayouts/_rels/slideLayout3298.xml.rels" ContentType="application/vnd.openxmlformats-package.relationships+xml"/>
  <Override PartName="/ppt/slideLayouts/_rels/slideLayout508.xml.rels" ContentType="application/vnd.openxmlformats-package.relationships+xml"/>
  <Override PartName="/ppt/slideLayouts/_rels/slideLayout2998.xml.rels" ContentType="application/vnd.openxmlformats-package.relationships+xml"/>
  <Override PartName="/ppt/slideLayouts/_rels/slideLayout3535.xml.rels" ContentType="application/vnd.openxmlformats-package.relationships+xml"/>
  <Override PartName="/ppt/slideLayouts/_rels/slideLayout1277.xml.rels" ContentType="application/vnd.openxmlformats-package.relationships+xml"/>
  <Override PartName="/ppt/slideLayouts/_rels/slideLayout1346.xml.rels" ContentType="application/vnd.openxmlformats-package.relationships+xml"/>
  <Override PartName="/ppt/slideLayouts/_rels/slideLayout3604.xml.rels" ContentType="application/vnd.openxmlformats-package.relationships+xml"/>
  <Override PartName="/ppt/slideLayouts/_rels/slideLayout2519.xml.rels" ContentType="application/vnd.openxmlformats-package.relationships+xml"/>
  <Override PartName="/ppt/slideLayouts/_rels/slideLayout2494.xml.rels" ContentType="application/vnd.openxmlformats-package.relationships+xml"/>
  <Override PartName="/ppt/slideLayouts/_rels/slideLayout97.xml.rels" ContentType="application/vnd.openxmlformats-package.relationships+xml"/>
  <Override PartName="/ppt/slideLayouts/_rels/slideLayout2994.xml.rels" ContentType="application/vnd.openxmlformats-package.relationships+xml"/>
  <Override PartName="/ppt/slideLayouts/_rels/slideLayout956.xml.rels" ContentType="application/vnd.openxmlformats-package.relationships+xml"/>
  <Override PartName="/ppt/slideLayouts/_rels/slideLayout2520.xml.rels" ContentType="application/vnd.openxmlformats-package.relationships+xml"/>
  <Override PartName="/ppt/slideLayouts/_rels/slideLayout261.xml.rels" ContentType="application/vnd.openxmlformats-package.relationships+xml"/>
  <Override PartName="/ppt/slideLayouts/_rels/slideLayout1503.xml.rels" ContentType="application/vnd.openxmlformats-package.relationships+xml"/>
  <Override PartName="/ppt/slideLayouts/_rels/slideLayout3320.xml.rels" ContentType="application/vnd.openxmlformats-package.relationships+xml"/>
  <Override PartName="/ppt/slideLayouts/_rels/slideLayout1062.xml.rels" ContentType="application/vnd.openxmlformats-package.relationships+xml"/>
  <Override PartName="/ppt/slideLayouts/_rels/slideLayout2524.xml.rels" ContentType="application/vnd.openxmlformats-package.relationships+xml"/>
  <Override PartName="/ppt/slideLayouts/_rels/slideLayout398.xml.rels" ContentType="application/vnd.openxmlformats-package.relationships+xml"/>
  <Override PartName="/ppt/slideLayouts/_rels/slideLayout2582.xml.rels" ContentType="application/vnd.openxmlformats-package.relationships+xml"/>
  <Override PartName="/ppt/slideLayouts/_rels/slideLayout292.xml.rels" ContentType="application/vnd.openxmlformats-package.relationships+xml"/>
  <Override PartName="/ppt/slideLayouts/_rels/slideLayout21.xml.rels" ContentType="application/vnd.openxmlformats-package.relationships+xml"/>
  <Override PartName="/ppt/slideLayouts/_rels/slideLayout1496.xml.rels" ContentType="application/vnd.openxmlformats-package.relationships+xml"/>
  <Override PartName="/ppt/slideLayouts/_rels/slideLayout3272.xml.rels" ContentType="application/vnd.openxmlformats-package.relationships+xml"/>
  <Override PartName="/ppt/slideLayouts/_rels/slideLayout2730.xml.rels" ContentType="application/vnd.openxmlformats-package.relationships+xml"/>
  <Override PartName="/ppt/slideLayouts/_rels/slideLayout953.xml.rels" ContentType="application/vnd.openxmlformats-package.relationships+xml"/>
  <Override PartName="/ppt/slideLayouts/_rels/slideLayout361.xml.rels" ContentType="application/vnd.openxmlformats-package.relationships+xml"/>
  <Override PartName="/ppt/slideLayouts/_rels/slideLayout1565.xml.rels" ContentType="application/vnd.openxmlformats-package.relationships+xml"/>
  <Override PartName="/ppt/slideLayouts/_rels/slideLayout3382.xml.rels" ContentType="application/vnd.openxmlformats-package.relationships+xml"/>
  <Override PartName="/ppt/slideLayouts/_rels/slideLayout2525.xml.rels" ContentType="application/vnd.openxmlformats-package.relationships+xml"/>
  <Override PartName="/ppt/slideLayouts/_rels/slideLayout399.xml.rels" ContentType="application/vnd.openxmlformats-package.relationships+xml"/>
  <Override PartName="/ppt/slideLayouts/_rels/slideLayout2583.xml.rels" ContentType="application/vnd.openxmlformats-package.relationships+xml"/>
  <Override PartName="/ppt/slideLayouts/_rels/slideLayout1497.xml.rels" ContentType="application/vnd.openxmlformats-package.relationships+xml"/>
  <Override PartName="/ppt/slideLayouts/_rels/slideLayout3273.xml.rels" ContentType="application/vnd.openxmlformats-package.relationships+xml"/>
  <Override PartName="/ppt/slideLayouts/_rels/slideLayout2731.xml.rels" ContentType="application/vnd.openxmlformats-package.relationships+xml"/>
  <Override PartName="/ppt/slideLayouts/_rels/slideLayout1513.xml.rels" ContentType="application/vnd.openxmlformats-package.relationships+xml"/>
  <Override PartName="/ppt/slideLayouts/_rels/slideLayout161.xml.rels" ContentType="application/vnd.openxmlformats-package.relationships+xml"/>
  <Override PartName="/ppt/slideLayouts/_rels/slideLayout3182.xml.rels" ContentType="application/vnd.openxmlformats-package.relationships+xml"/>
  <Override PartName="/ppt/slideLayouts/_rels/slideLayout2859.xml.rels" ContentType="application/vnd.openxmlformats-package.relationships+xml"/>
  <Override PartName="/ppt/slideLayouts/_rels/slideLayout2154.xml.rels" ContentType="application/vnd.openxmlformats-package.relationships+xml"/>
  <Override PartName="/ppt/slideLayouts/_rels/slideLayout2526.xml.rels" ContentType="application/vnd.openxmlformats-package.relationships+xml"/>
  <Override PartName="/ppt/slideLayouts/_rels/slideLayout2732.xml.rels" ContentType="application/vnd.openxmlformats-package.relationships+xml"/>
  <Override PartName="/ppt/slideLayouts/_rels/slideLayout473.xml.rels" ContentType="application/vnd.openxmlformats-package.relationships+xml"/>
  <Override PartName="/ppt/slideLayouts/_rels/slideLayout967.xml.rels" ContentType="application/vnd.openxmlformats-package.relationships+xml"/>
  <Override PartName="/ppt/slideLayouts/_rels/slideLayout2155.xml.rels" ContentType="application/vnd.openxmlformats-package.relationships+xml"/>
  <Override PartName="/ppt/slideLayouts/_rels/slideLayout2527.xml.rels" ContentType="application/vnd.openxmlformats-package.relationships+xml"/>
  <Override PartName="/ppt/slideLayouts/_rels/slideLayout2733.xml.rels" ContentType="application/vnd.openxmlformats-package.relationships+xml"/>
  <Override PartName="/ppt/slideLayouts/_rels/slideLayout474.xml.rels" ContentType="application/vnd.openxmlformats-package.relationships+xml"/>
  <Override PartName="/ppt/slideLayouts/_rels/slideLayout968.xml.rels" ContentType="application/vnd.openxmlformats-package.relationships+xml"/>
  <Override PartName="/ppt/slideLayouts/_rels/slideLayout2532.xml.rels" ContentType="application/vnd.openxmlformats-package.relationships+xml"/>
  <Override PartName="/ppt/slideLayouts/_rels/slideLayout273.xml.rels" ContentType="application/vnd.openxmlformats-package.relationships+xml"/>
  <Override PartName="/ppt/slideLayouts/_rels/slideLayout969.xml.rels" ContentType="application/vnd.openxmlformats-package.relationships+xml"/>
  <Override PartName="/ppt/slideLayouts/_rels/slideLayout1160.xml.rels" ContentType="application/vnd.openxmlformats-package.relationships+xml"/>
  <Override PartName="/ppt/slideLayouts/_rels/slideLayout2533.xml.rels" ContentType="application/vnd.openxmlformats-package.relationships+xml"/>
  <Override PartName="/ppt/slideLayouts/_rels/slideLayout274.xml.rels" ContentType="application/vnd.openxmlformats-package.relationships+xml"/>
  <Override PartName="/ppt/slideLayouts/_rels/slideLayout2593.xml.rels" ContentType="application/vnd.openxmlformats-package.relationships+xml"/>
  <Override PartName="/ppt/slideLayouts/_rels/slideLayout2887.xml.rels" ContentType="application/vnd.openxmlformats-package.relationships+xml"/>
  <Override PartName="/ppt/slideLayouts/_rels/slideLayout2834.xml.rels" ContentType="application/vnd.openxmlformats-package.relationships+xml"/>
  <Override PartName="/ppt/slideLayouts/_rels/slideLayout2892.xml.rels" ContentType="application/vnd.openxmlformats-package.relationships+xml"/>
  <Override PartName="/ppt/slideLayouts/_rels/slideLayout2392.xml.rels" ContentType="application/vnd.openxmlformats-package.relationships+xml"/>
  <Override PartName="/ppt/slideLayouts/_rels/slideLayout1034.xml.rels" ContentType="application/vnd.openxmlformats-package.relationships+xml"/>
  <Override PartName="/ppt/slideLayouts/_rels/slideLayout613.xml.rels" ContentType="application/vnd.openxmlformats-package.relationships+xml"/>
  <Override PartName="/ppt/slideLayouts/_rels/slideLayout2536.xml.rels" ContentType="application/vnd.openxmlformats-package.relationships+xml"/>
  <Override PartName="/ppt/slideLayouts/_rels/slideLayout2594.xml.rels" ContentType="application/vnd.openxmlformats-package.relationships+xml"/>
  <Override PartName="/ppt/slideLayouts/_rels/slideLayout2835.xml.rels" ContentType="application/vnd.openxmlformats-package.relationships+xml"/>
  <Override PartName="/ppt/slideLayouts/_rels/slideLayout2893.xml.rels" ContentType="application/vnd.openxmlformats-package.relationships+xml"/>
  <Override PartName="/ppt/slideLayouts/_rels/slideLayout2393.xml.rels" ContentType="application/vnd.openxmlformats-package.relationships+xml"/>
  <Override PartName="/ppt/slideLayouts/_rels/slideLayout1035.xml.rels" ContentType="application/vnd.openxmlformats-package.relationships+xml"/>
  <Override PartName="/ppt/slideLayouts/_rels/slideLayout614.xml.rels" ContentType="application/vnd.openxmlformats-package.relationships+xml"/>
  <Override PartName="/ppt/slideLayouts/_rels/slideLayout3635.xml.rels" ContentType="application/vnd.openxmlformats-package.relationships+xml"/>
  <Override PartName="/ppt/slideLayouts/_rels/slideLayout1377.xml.rels" ContentType="application/vnd.openxmlformats-package.relationships+xml"/>
  <Override PartName="/ppt/slideLayouts/_rels/slideLayout2537.xml.rels" ContentType="application/vnd.openxmlformats-package.relationships+xml"/>
  <Override PartName="/ppt/slideLayouts/_rels/slideLayout2595.xml.rels" ContentType="application/vnd.openxmlformats-package.relationships+xml"/>
  <Override PartName="/ppt/slideLayouts/_rels/slideLayout2539.xml.rels" ContentType="application/vnd.openxmlformats-package.relationships+xml"/>
  <Override PartName="/ppt/slideLayouts/_rels/slideLayout241.xml.rels" ContentType="application/vnd.openxmlformats-package.relationships+xml"/>
  <Override PartName="/ppt/slideLayouts/_rels/slideLayout1073.xml.rels" ContentType="application/vnd.openxmlformats-package.relationships+xml"/>
  <Override PartName="/ppt/slideLayouts/_rels/slideLayout3331.xml.rels" ContentType="application/vnd.openxmlformats-package.relationships+xml"/>
  <Override PartName="/ppt/slideLayouts/_rels/slideLayout986.xml.rels" ContentType="application/vnd.openxmlformats-package.relationships+xml"/>
  <Override PartName="/ppt/slideLayouts/_rels/slideLayout2550.xml.rels" ContentType="application/vnd.openxmlformats-package.relationships+xml"/>
  <Override PartName="/ppt/slideLayouts/_rels/slideLayout1533.xml.rels" ContentType="application/vnd.openxmlformats-package.relationships+xml"/>
  <Override PartName="/ppt/slideLayouts/_rels/slideLayout3350.xml.rels" ContentType="application/vnd.openxmlformats-package.relationships+xml"/>
  <Override PartName="/ppt/slideLayouts/_rels/slideLayout1092.xml.rels" ContentType="application/vnd.openxmlformats-package.relationships+xml"/>
  <Override PartName="/ppt/slideLayouts/_rels/slideLayout987.xml.rels" ContentType="application/vnd.openxmlformats-package.relationships+xml"/>
  <Override PartName="/ppt/slideLayouts/_rels/slideLayout2551.xml.rels" ContentType="application/vnd.openxmlformats-package.relationships+xml"/>
  <Override PartName="/ppt/slideLayouts/_rels/slideLayout988.xml.rels" ContentType="application/vnd.openxmlformats-package.relationships+xml"/>
  <Override PartName="/ppt/slideLayouts/_rels/slideLayout2552.xml.rels" ContentType="application/vnd.openxmlformats-package.relationships+xml"/>
  <Override PartName="/ppt/slideLayouts/_rels/slideLayout2549.xml.rels" ContentType="application/vnd.openxmlformats-package.relationships+xml"/>
  <Override PartName="/ppt/slideLayouts/_rels/slideLayout67.xml.rels" ContentType="application/vnd.openxmlformats-package.relationships+xml"/>
  <Override PartName="/ppt/slideLayouts/_rels/slideLayout2848.xml.rels" ContentType="application/vnd.openxmlformats-package.relationships+xml"/>
  <Override PartName="/ppt/slideLayouts/_rels/slideLayout127.xml.rels" ContentType="application/vnd.openxmlformats-package.relationships+xml"/>
  <Override PartName="/ppt/slideLayouts/_rels/slideLayout3148.xml.rels" ContentType="application/vnd.openxmlformats-package.relationships+xml"/>
  <Override PartName="/ppt/slideLayouts/_rels/slideLayout993.xml.rels" ContentType="application/vnd.openxmlformats-package.relationships+xml"/>
  <Override PartName="/ppt/slideLayouts/_rels/slideLayout128.xml.rels" ContentType="application/vnd.openxmlformats-package.relationships+xml"/>
  <Override PartName="/ppt/slideLayouts/_rels/slideLayout3149.xml.rels" ContentType="application/vnd.openxmlformats-package.relationships+xml"/>
  <Override PartName="/ppt/slideLayouts/_rels/slideLayout994.xml.rels" ContentType="application/vnd.openxmlformats-package.relationships+xml"/>
  <Override PartName="/ppt/slideLayouts/_rels/slideLayout267.xml.rels" ContentType="application/vnd.openxmlformats-package.relationships+xml"/>
  <Override PartName="/ppt/slideLayouts/_rels/slideLayout3288.xml.rels" ContentType="application/vnd.openxmlformats-package.relationships+xml"/>
  <Override PartName="/ppt/slideLayouts/_rels/slideLayout2705.xml.rels" ContentType="application/vnd.openxmlformats-package.relationships+xml"/>
  <Override PartName="/ppt/slideLayouts/_rels/slideLayout928.xml.rels" ContentType="application/vnd.openxmlformats-package.relationships+xml"/>
  <Override PartName="/ppt/slideLayouts/_rels/slideLayout2559.xml.rels" ContentType="application/vnd.openxmlformats-package.relationships+xml"/>
  <Override PartName="/ppt/slideLayouts/_rels/slideLayout2561.xml.rels" ContentType="application/vnd.openxmlformats-package.relationships+xml"/>
  <Override PartName="/ppt/slideLayouts/_rels/slideLayout998.xml.rels" ContentType="application/vnd.openxmlformats-package.relationships+xml"/>
  <Override PartName="/ppt/slideLayouts/_rels/slideLayout2562.xml.rels" ContentType="application/vnd.openxmlformats-package.relationships+xml"/>
  <Override PartName="/ppt/slideLayouts/_rels/slideLayout999.xml.rels" ContentType="application/vnd.openxmlformats-package.relationships+xml"/>
  <Override PartName="/ppt/slideLayouts/_rels/slideLayout1190.xml.rels" ContentType="application/vnd.openxmlformats-package.relationships+xml"/>
  <Override PartName="/ppt/slideLayouts/_rels/slideLayout2563.xml.rels" ContentType="application/vnd.openxmlformats-package.relationships+xml"/>
  <Override PartName="/ppt/slideLayouts/_rels/slideLayout1477.xml.rels" ContentType="application/vnd.openxmlformats-package.relationships+xml"/>
  <Override PartName="/ppt/slideLayouts/_rels/slideLayout3253.xml.rels" ContentType="application/vnd.openxmlformats-package.relationships+xml"/>
  <Override PartName="/ppt/slideLayouts/_rels/slideLayout3294.xml.rels" ContentType="application/vnd.openxmlformats-package.relationships+xml"/>
  <Override PartName="/ppt/slideLayouts/_rels/slideLayout637.xml.rels" ContentType="application/vnd.openxmlformats-package.relationships+xml"/>
  <Override PartName="/ppt/slideLayouts/_rels/slideLayout2711.xml.rels" ContentType="application/vnd.openxmlformats-package.relationships+xml"/>
  <Override PartName="/ppt/slideLayouts/_rels/slideLayout2564.xml.rels" ContentType="application/vnd.openxmlformats-package.relationships+xml"/>
  <Override PartName="/ppt/slideLayouts/_rels/slideLayout138.xml.rels" ContentType="application/vnd.openxmlformats-package.relationships+xml"/>
  <Override PartName="/ppt/slideLayouts/_rels/slideLayout3159.xml.rels" ContentType="application/vnd.openxmlformats-package.relationships+xml"/>
  <Override PartName="/ppt/slideLayouts/_rels/slideLayout2359.xml.rels" ContentType="application/vnd.openxmlformats-package.relationships+xml"/>
  <Override PartName="/ppt/slideLayouts/_rels/slideLayout2567.xml.rels" ContentType="application/vnd.openxmlformats-package.relationships+xml"/>
  <Override PartName="/ppt/slideLayouts/_rels/slideLayout2509.xml.rels" ContentType="application/vnd.openxmlformats-package.relationships+xml"/>
  <Override PartName="/ppt/slideLayouts/_rels/slideLayout2568.xml.rels" ContentType="application/vnd.openxmlformats-package.relationships+xml"/>
  <Override PartName="/ppt/slideLayouts/_rels/slideLayout947.xml.rels" ContentType="application/vnd.openxmlformats-package.relationships+xml"/>
  <Override PartName="/ppt/slideLayouts/_rels/slideLayout1779.xml.rels" ContentType="application/vnd.openxmlformats-package.relationships+xml"/>
  <Override PartName="/ppt/slideLayouts/_rels/slideLayout946.xml.rels" ContentType="application/vnd.openxmlformats-package.relationships+xml"/>
  <Override PartName="/ppt/slideLayouts/_rels/slideLayout1778.xml.rels" ContentType="application/vnd.openxmlformats-package.relationships+xml"/>
  <Override PartName="/ppt/slideLayouts/_rels/slideLayout1777.xml.rels" ContentType="application/vnd.openxmlformats-package.relationships+xml"/>
  <Override PartName="/ppt/slideLayouts/_rels/slideLayout945.xml.rels" ContentType="application/vnd.openxmlformats-package.relationships+xml"/>
  <Override PartName="/ppt/slideLayouts/_rels/slideLayout265.xml.rels" ContentType="application/vnd.openxmlformats-package.relationships+xml"/>
  <Override PartName="/ppt/slideLayouts/_rels/slideLayout1469.xml.rels" ContentType="application/vnd.openxmlformats-package.relationships+xml"/>
  <Override PartName="/ppt/slideLayouts/_rels/slideLayout3286.xml.rels" ContentType="application/vnd.openxmlformats-package.relationships+xml"/>
  <Override PartName="/ppt/slideLayouts/_rels/slideLayout944.xml.rels" ContentType="application/vnd.openxmlformats-package.relationships+xml"/>
  <Override PartName="/ppt/slideLayouts/_rels/slideLayout264.xml.rels" ContentType="application/vnd.openxmlformats-package.relationships+xml"/>
  <Override PartName="/ppt/slideLayouts/_rels/slideLayout1468.xml.rels" ContentType="application/vnd.openxmlformats-package.relationships+xml"/>
  <Override PartName="/ppt/slideLayouts/_rels/slideLayout3285.xml.rels" ContentType="application/vnd.openxmlformats-package.relationships+xml"/>
  <Override PartName="/ppt/slideLayouts/_rels/slideLayout943.xml.rels" ContentType="application/vnd.openxmlformats-package.relationships+xml"/>
  <Override PartName="/ppt/slideLayouts/_rels/slideLayout795.xml.rels" ContentType="application/vnd.openxmlformats-package.relationships+xml"/>
  <Override PartName="/ppt/slideLayouts/_rels/slideLayout60.xml.rels" ContentType="application/vnd.openxmlformats-package.relationships+xml"/>
  <Override PartName="/ppt/slideLayouts/_rels/slideLayout942.xml.rels" ContentType="application/vnd.openxmlformats-package.relationships+xml"/>
  <Override PartName="/ppt/slideLayouts/_rels/slideLayout794.xml.rels" ContentType="application/vnd.openxmlformats-package.relationships+xml"/>
  <Override PartName="/ppt/slideLayouts/_rels/slideLayout2129.xml.rels" ContentType="application/vnd.openxmlformats-package.relationships+xml"/>
  <Override PartName="/ppt/slideLayouts/_rels/slideLayout561.xml.rels" ContentType="application/vnd.openxmlformats-package.relationships+xml"/>
  <Override PartName="/ppt/slideLayouts/_rels/slideLayout1765.xml.rels" ContentType="application/vnd.openxmlformats-package.relationships+xml"/>
  <Override PartName="/ppt/slideLayouts/_rels/slideLayout3582.xml.rels" ContentType="application/vnd.openxmlformats-package.relationships+xml"/>
  <Override PartName="/ppt/slideLayouts/_rels/slideLayout941.xml.rels" ContentType="application/vnd.openxmlformats-package.relationships+xml"/>
  <Override PartName="/ppt/slideLayouts/_rels/slideLayout933.xml.rels" ContentType="application/vnd.openxmlformats-package.relationships+xml"/>
  <Override PartName="/ppt/slideLayouts/_rels/slideLayout3590.xml.rels" ContentType="application/vnd.openxmlformats-package.relationships+xml"/>
  <Override PartName="/ppt/slideLayouts/_rels/slideLayout1773.xml.rels" ContentType="application/vnd.openxmlformats-package.relationships+xml"/>
  <Override PartName="/ppt/slideLayouts/_rels/slideLayout229.xml.rels" ContentType="application/vnd.openxmlformats-package.relationships+xml"/>
  <Override PartName="/ppt/slideLayouts/_rels/slideLayout940.xml.rels" ContentType="application/vnd.openxmlformats-package.relationships+xml"/>
  <Override PartName="/ppt/slideLayouts/_rels/slideLayout1772.xml.rels" ContentType="application/vnd.openxmlformats-package.relationships+xml"/>
  <Override PartName="/ppt/slideLayouts/_rels/slideLayout562.xml.rels" ContentType="application/vnd.openxmlformats-package.relationships+xml"/>
  <Override PartName="/ppt/slideLayouts/_rels/slideLayout1766.xml.rels" ContentType="application/vnd.openxmlformats-package.relationships+xml"/>
  <Override PartName="/ppt/slideLayouts/_rels/slideLayout3583.xml.rels" ContentType="application/vnd.openxmlformats-package.relationships+xml"/>
  <Override PartName="/ppt/slideLayouts/_rels/slideLayout390.xml.rels" ContentType="application/vnd.openxmlformats-package.relationships+xml"/>
  <Override PartName="/ppt/slideLayouts/_rels/slideLayout762.xml.rels" ContentType="application/vnd.openxmlformats-package.relationships+xml"/>
  <Override PartName="/ppt/slideLayouts/_rels/slideLayout1594.xml.rels" ContentType="application/vnd.openxmlformats-package.relationships+xml"/>
  <Override PartName="/ppt/slideLayouts/_rels/slideLayout550.xml.rels" ContentType="application/vnd.openxmlformats-package.relationships+xml"/>
  <Override PartName="/ppt/slideLayouts/_rels/slideLayout922.xml.rels" ContentType="application/vnd.openxmlformats-package.relationships+xml"/>
  <Override PartName="/ppt/slideLayouts/_rels/slideLayout1754.xml.rels" ContentType="application/vnd.openxmlformats-package.relationships+xml"/>
  <Override PartName="/ppt/slideLayouts/_rels/slideLayout3571.xml.rels" ContentType="application/vnd.openxmlformats-package.relationships+xml"/>
  <Override PartName="/ppt/slideLayouts/_rels/slideLayout921.xml.rels" ContentType="application/vnd.openxmlformats-package.relationships+xml"/>
  <Override PartName="/ppt/slideLayouts/_rels/slideLayout1753.xml.rels" ContentType="application/vnd.openxmlformats-package.relationships+xml"/>
  <Override PartName="/ppt/slideLayouts/_rels/slideLayout2111.xml.rels" ContentType="application/vnd.openxmlformats-package.relationships+xml"/>
  <Override PartName="/ppt/slideLayouts/_rels/slideLayout380.xml.rels" ContentType="application/vnd.openxmlformats-package.relationships+xml"/>
  <Override PartName="/ppt/slideLayouts/_rels/slideLayout3151.xml.rels" ContentType="application/vnd.openxmlformats-package.relationships+xml"/>
  <Override PartName="/ppt/slideLayouts/_rels/slideLayout3150.xml.rels" ContentType="application/vnd.openxmlformats-package.relationships+xml"/>
  <Override PartName="/ppt/slideLayouts/_rels/slideLayout1577.xml.rels" ContentType="application/vnd.openxmlformats-package.relationships+xml"/>
  <Override PartName="/ppt/slideLayouts/_rels/slideLayout373.xml.rels" ContentType="application/vnd.openxmlformats-package.relationships+xml"/>
  <Override PartName="/ppt/slideLayouts/_rels/slideLayout1739.xml.rels" ContentType="application/vnd.openxmlformats-package.relationships+xml"/>
  <Override PartName="/ppt/slideLayouts/_rels/slideLayout744.xml.rels" ContentType="application/vnd.openxmlformats-package.relationships+xml"/>
  <Override PartName="/ppt/slideLayouts/_rels/slideLayout372.xml.rels" ContentType="application/vnd.openxmlformats-package.relationships+xml"/>
  <Override PartName="/ppt/slideLayouts/_rels/slideLayout1576.xml.rels" ContentType="application/vnd.openxmlformats-package.relationships+xml"/>
  <Override PartName="/ppt/slideLayouts/_rels/slideLayout743.xml.rels" ContentType="application/vnd.openxmlformats-package.relationships+xml"/>
  <Override PartName="/ppt/slideLayouts/_rels/slideLayout371.xml.rels" ContentType="application/vnd.openxmlformats-package.relationships+xml"/>
  <Override PartName="/ppt/slideLayouts/_rels/slideLayout1575.xml.rels" ContentType="application/vnd.openxmlformats-package.relationships+xml"/>
  <Override PartName="/ppt/slideLayouts/_rels/slideLayout370.xml.rels" ContentType="application/vnd.openxmlformats-package.relationships+xml"/>
  <Override PartName="/ppt/slideLayouts/_rels/slideLayout3618.xml.rels" ContentType="application/vnd.openxmlformats-package.relationships+xml"/>
  <Override PartName="/ppt/slideLayouts/_rels/slideLayout1429.xml.rels" ContentType="application/vnd.openxmlformats-package.relationships+xml"/>
  <Override PartName="/ppt/slideLayouts/_rels/slideLayout1428.xml.rels" ContentType="application/vnd.openxmlformats-package.relationships+xml"/>
  <Override PartName="/ppt/slideLayouts/_rels/slideLayout900.xml.rels" ContentType="application/vnd.openxmlformats-package.relationships+xml"/>
  <Override PartName="/ppt/slideLayouts/_rels/slideLayout1732.xml.rels" ContentType="application/vnd.openxmlformats-package.relationships+xml"/>
  <Override PartName="/ppt/slideLayouts/_rels/slideLayout854.xml.rels" ContentType="application/vnd.openxmlformats-package.relationships+xml"/>
  <Override PartName="/ppt/slideLayouts/_rels/slideLayout853.xml.rels" ContentType="application/vnd.openxmlformats-package.relationships+xml"/>
  <Override PartName="/ppt/slideLayouts/_rels/slideLayout1684.xml.rels" ContentType="application/vnd.openxmlformats-package.relationships+xml"/>
  <Override PartName="/ppt/slideLayouts/_rels/slideLayout480.xml.rels" ContentType="application/vnd.openxmlformats-package.relationships+xml"/>
  <Override PartName="/ppt/slideLayouts/_rels/slideLayout852.xml.rels" ContentType="application/vnd.openxmlformats-package.relationships+xml"/>
  <Override PartName="/ppt/slideLayouts/_rels/slideLayout851.xml.rels" ContentType="application/vnd.openxmlformats-package.relationships+xml"/>
  <Override PartName="/ppt/slideLayouts/_rels/slideLayout1683.xml.rels" ContentType="application/vnd.openxmlformats-package.relationships+xml"/>
  <Override PartName="/ppt/slideLayouts/_rels/slideLayout3185.xml.rels" ContentType="application/vnd.openxmlformats-package.relationships+xml"/>
  <Override PartName="/ppt/slideLayouts/_rels/slideLayout528.xml.rels" ContentType="application/vnd.openxmlformats-package.relationships+xml"/>
  <Override PartName="/ppt/slideLayouts/_rels/slideLayout3549.xml.rels" ContentType="application/vnd.openxmlformats-package.relationships+xml"/>
  <Override PartName="/ppt/slideLayouts/_rels/slideLayout3177.xml.rels" ContentType="application/vnd.openxmlformats-package.relationships+xml"/>
  <Override PartName="/ppt/slideLayouts/_rels/slideLayout1675.xml.rels" ContentType="application/vnd.openxmlformats-package.relationships+xml"/>
  <Override PartName="/ppt/slideLayouts/_rels/slideLayout843.xml.rels" ContentType="application/vnd.openxmlformats-package.relationships+xml"/>
  <Override PartName="/ppt/slideLayouts/_rels/slideLayout3548.xml.rels" ContentType="application/vnd.openxmlformats-package.relationships+xml"/>
  <Override PartName="/ppt/slideLayouts/_rels/slideLayout3617.xml.rels" ContentType="application/vnd.openxmlformats-package.relationships+xml"/>
  <Override PartName="/ppt/slideLayouts/_rels/slideLayout1359.xml.rels" ContentType="application/vnd.openxmlformats-package.relationships+xml"/>
  <Override PartName="/ppt/slideLayouts/_rels/slideLayout842.xml.rels" ContentType="application/vnd.openxmlformats-package.relationships+xml"/>
  <Override PartName="/ppt/slideLayouts/_rels/slideLayout533.xml.rels" ContentType="application/vnd.openxmlformats-package.relationships+xml"/>
  <Override PartName="/ppt/slideLayouts/_rels/slideLayout834.xml.rels" ContentType="application/vnd.openxmlformats-package.relationships+xml"/>
  <Override PartName="/ppt/slideLayouts/_rels/slideLayout1718.xml.rels" ContentType="application/vnd.openxmlformats-package.relationships+xml"/>
  <Override PartName="/ppt/slideLayouts/_rels/slideLayout522.xml.rels" ContentType="application/vnd.openxmlformats-package.relationships+xml"/>
  <Override PartName="/ppt/slideLayouts/_rels/slideLayout150.xml.rels" ContentType="application/vnd.openxmlformats-package.relationships+xml"/>
  <Override PartName="/ppt/slideLayouts/_rels/slideLayout514.xml.rels" ContentType="application/vnd.openxmlformats-package.relationships+xml"/>
  <Override PartName="/ppt/slideLayouts/_rels/slideLayout1395.xml.rels" ContentType="application/vnd.openxmlformats-package.relationships+xml"/>
  <Override PartName="/ppt/slideLayouts/_rels/slideLayout3171.xml.rels" ContentType="application/vnd.openxmlformats-package.relationships+xml"/>
  <Override PartName="/ppt/slideLayouts/_rels/slideLayout799.xml.rels" ContentType="application/vnd.openxmlformats-package.relationships+xml"/>
  <Override PartName="/ppt/slideLayouts/_rels/slideLayout798.xml.rels" ContentType="application/vnd.openxmlformats-package.relationships+xml"/>
  <Override PartName="/ppt/slideLayouts/_rels/slideLayout2362.xml.rels" ContentType="application/vnd.openxmlformats-package.relationships+xml"/>
  <Override PartName="/ppt/slideLayouts/_rels/slideLayout2361.xml.rels" ContentType="application/vnd.openxmlformats-package.relationships+xml"/>
  <Override PartName="/ppt/slideLayouts/_rels/slideLayout797.xml.rels" ContentType="application/vnd.openxmlformats-package.relationships+xml"/>
  <Override PartName="/ppt/slideLayouts/_rels/slideLayout796.xml.rels" ContentType="application/vnd.openxmlformats-package.relationships+xml"/>
  <Override PartName="/ppt/slideLayouts/_rels/slideLayout2360.xml.rels" ContentType="application/vnd.openxmlformats-package.relationships+xml"/>
  <Override PartName="/ppt/slideLayouts/_rels/slideLayout902.xml.rels" ContentType="application/vnd.openxmlformats-package.relationships+xml"/>
  <Override PartName="/ppt/slideLayouts/_rels/slideLayout1734.xml.rels" ContentType="application/vnd.openxmlformats-package.relationships+xml"/>
  <Override PartName="/ppt/slideLayouts/_rels/slideLayout530.xml.rels" ContentType="application/vnd.openxmlformats-package.relationships+xml"/>
  <Override PartName="/ppt/slideLayouts/_rels/slideLayout1016.xml.rels" ContentType="application/vnd.openxmlformats-package.relationships+xml"/>
  <Override PartName="/ppt/slideLayouts/_rels/slideLayout903.xml.rels" ContentType="application/vnd.openxmlformats-package.relationships+xml"/>
  <Override PartName="/ppt/slideLayouts/_rels/slideLayout1735.xml.rels" ContentType="application/vnd.openxmlformats-package.relationships+xml"/>
  <Override PartName="/ppt/slideLayouts/_rels/slideLayout531.xml.rels" ContentType="application/vnd.openxmlformats-package.relationships+xml"/>
  <Override PartName="/ppt/slideLayouts/_rels/slideLayout3552.xml.rels" ContentType="application/vnd.openxmlformats-package.relationships+xml"/>
  <Override PartName="/ppt/slideLayouts/_rels/slideLayout1017.xml.rels" ContentType="application/vnd.openxmlformats-package.relationships+xml"/>
  <Override PartName="/ppt/slideLayouts/_rels/slideLayout756.xml.rels" ContentType="application/vnd.openxmlformats-package.relationships+xml"/>
  <Override PartName="/ppt/slideLayouts/_rels/slideLayout1588.xml.rels" ContentType="application/vnd.openxmlformats-package.relationships+xml"/>
  <Override PartName="/ppt/slideLayouts/_rels/slideLayout1018.xml.rels" ContentType="application/vnd.openxmlformats-package.relationships+xml"/>
  <Override PartName="/ppt/slideLayouts/_rels/slideLayout3207.xml.rels" ContentType="application/vnd.openxmlformats-package.relationships+xml"/>
  <Override PartName="/ppt/slideLayouts/_rels/slideLayout1866.xml.rels" ContentType="application/vnd.openxmlformats-package.relationships+xml"/>
  <Override PartName="/ppt/slideLayouts/_rels/slideLayout2166.xml.rels" ContentType="application/vnd.openxmlformats-package.relationships+xml"/>
  <Override PartName="/ppt/slideLayouts/_rels/slideLayout2538.xml.rels" ContentType="application/vnd.openxmlformats-package.relationships+xml"/>
  <Override PartName="/ppt/slideLayouts/_rels/slideLayout1924.xml.rels" ContentType="application/vnd.openxmlformats-package.relationships+xml"/>
  <Override PartName="/ppt/slideLayouts/_rels/slideLayout2167.xml.rels" ContentType="application/vnd.openxmlformats-package.relationships+xml"/>
  <Override PartName="/ppt/slideLayouts/_rels/slideLayout1388.xml.rels" ContentType="application/vnd.openxmlformats-package.relationships+xml"/>
  <Override PartName="/ppt/slideLayouts/_rels/slideLayout3164.xml.rels" ContentType="application/vnd.openxmlformats-package.relationships+xml"/>
  <Override PartName="/ppt/slideLayouts/_rels/slideLayout1719.xml.rels" ContentType="application/vnd.openxmlformats-package.relationships+xml"/>
  <Override PartName="/ppt/slideLayouts/_rels/slideLayout1389.xml.rels" ContentType="application/vnd.openxmlformats-package.relationships+xml"/>
  <Override PartName="/ppt/slideLayouts/_rels/slideLayout3165.xml.rels" ContentType="application/vnd.openxmlformats-package.relationships+xml"/>
  <Override PartName="/ppt/slideLayouts/_rels/slideLayout3166.xml.rels" ContentType="application/vnd.openxmlformats-package.relationships+xml"/>
  <Override PartName="/ppt/slideLayouts/_rels/slideLayout145.xml.rels" ContentType="application/vnd.openxmlformats-package.relationships+xml"/>
  <Override PartName="/ppt/slideLayouts/_rels/slideLayout1868.xml.rels" ContentType="application/vnd.openxmlformats-package.relationships+xml"/>
  <Override PartName="/ppt/slideLayouts/_rels/slideLayout2668.xml.rels" ContentType="application/vnd.openxmlformats-package.relationships+xml"/>
  <Override PartName="/ppt/slideLayouts/_rels/slideLayout1211.xml.rels" ContentType="application/vnd.openxmlformats-package.relationships+xml"/>
  <Override PartName="/ppt/slideLayouts/_rels/slideLayout1028.xml.rels" ContentType="application/vnd.openxmlformats-package.relationships+xml"/>
  <Override PartName="/ppt/slideLayouts/_rels/slideLayout1878.xml.rels" ContentType="application/vnd.openxmlformats-package.relationships+xml"/>
  <Override PartName="/ppt/slideLayouts/_rels/slideLayout915.xml.rels" ContentType="application/vnd.openxmlformats-package.relationships+xml"/>
  <Override PartName="/ppt/slideLayouts/_rels/slideLayout910.xml.rels" ContentType="application/vnd.openxmlformats-package.relationships+xml"/>
  <Override PartName="/ppt/slideLayouts/_rels/slideLayout2697.xml.rels" ContentType="application/vnd.openxmlformats-package.relationships+xml"/>
  <Override PartName="/ppt/slideLayouts/_rels/slideLayout410.xml.rels" ContentType="application/vnd.openxmlformats-package.relationships+xml"/>
  <Override PartName="/ppt/slideLayouts/_rels/slideLayout1614.xml.rels" ContentType="application/vnd.openxmlformats-package.relationships+xml"/>
  <Override PartName="/ppt/slideLayouts/_rels/slideLayout2197.xml.rels" ContentType="application/vnd.openxmlformats-package.relationships+xml"/>
  <Override PartName="/ppt/slideLayouts/_rels/slideLayout911.xml.rels" ContentType="application/vnd.openxmlformats-package.relationships+xml"/>
  <Override PartName="/ppt/slideLayouts/_rels/slideLayout411.xml.rels" ContentType="application/vnd.openxmlformats-package.relationships+xml"/>
  <Override PartName="/ppt/slideLayouts/_rels/slideLayout2078.xml.rels" ContentType="application/vnd.openxmlformats-package.relationships+xml"/>
  <Override PartName="/ppt/slideLayouts/_rels/slideLayout44.xml.rels" ContentType="application/vnd.openxmlformats-package.relationships+xml"/>
  <Override PartName="/ppt/slideLayouts/_rels/slideLayout2453.xml.rels" ContentType="application/vnd.openxmlformats-package.relationships+xml"/>
  <Override PartName="/ppt/slideLayouts/_rels/slideLayout2079.xml.rels" ContentType="application/vnd.openxmlformats-package.relationships+xml"/>
  <Override PartName="/ppt/slideLayouts/_rels/slideLayout2790.xml.rels" ContentType="application/vnd.openxmlformats-package.relationships+xml"/>
  <Override PartName="/ppt/slideLayouts/_rels/slideLayout920.xml.rels" ContentType="application/vnd.openxmlformats-package.relationships+xml"/>
  <Override PartName="/ppt/slideLayouts/_rels/slideLayout1752.xml.rels" ContentType="application/vnd.openxmlformats-package.relationships+xml"/>
  <Override PartName="/ppt/slideLayouts/_rels/slideLayout420.xml.rels" ContentType="application/vnd.openxmlformats-package.relationships+xml"/>
  <Override PartName="/ppt/slideLayouts/_rels/slideLayout19.xml.rels" ContentType="application/vnd.openxmlformats-package.relationships+xml"/>
  <Override PartName="/ppt/slideLayouts/_rels/slideLayout2428.xml.rels" ContentType="application/vnd.openxmlformats-package.relationships+xml"/>
  <Override PartName="/ppt/slideLayouts/_rels/slideLayout1795.xml.rels" ContentType="application/vnd.openxmlformats-package.relationships+xml"/>
  <Override PartName="/ppt/slideLayouts/_rels/slideLayout963.xml.rels" ContentType="application/vnd.openxmlformats-package.relationships+xml"/>
  <Override PartName="/ppt/slideLayouts/_rels/slideLayout1796.xml.rels" ContentType="application/vnd.openxmlformats-package.relationships+xml"/>
  <Override PartName="/ppt/slideLayouts/_rels/slideLayout964.xml.rels" ContentType="application/vnd.openxmlformats-package.relationships+xml"/>
  <Override PartName="/ppt/slideLayouts/_rels/slideLayout930.xml.rels" ContentType="application/vnd.openxmlformats-package.relationships+xml"/>
  <Override PartName="/ppt/slideLayouts/_rels/slideLayout430.xml.rels" ContentType="application/vnd.openxmlformats-package.relationships+xml"/>
  <Override PartName="/ppt/slideLayouts/_rels/slideLayout1634.xml.rels" ContentType="application/vnd.openxmlformats-package.relationships+xml"/>
  <Override PartName="/ppt/slideLayouts/_rels/slideLayout868.xml.rels" ContentType="application/vnd.openxmlformats-package.relationships+xml"/>
  <Override PartName="/ppt/slideLayouts/_rels/slideLayout2097.xml.rels" ContentType="application/vnd.openxmlformats-package.relationships+xml"/>
  <Override PartName="/ppt/slideLayouts/_rels/slideLayout2469.xml.rels" ContentType="application/vnd.openxmlformats-package.relationships+xml"/>
  <Override PartName="/ppt/slideLayouts/_rels/slideLayout931.xml.rels" ContentType="application/vnd.openxmlformats-package.relationships+xml"/>
  <Override PartName="/ppt/slideLayouts/_rels/slideLayout431.xml.rels" ContentType="application/vnd.openxmlformats-package.relationships+xml"/>
  <Override PartName="/ppt/slideLayouts/_rels/slideLayout2098.xml.rels" ContentType="application/vnd.openxmlformats-package.relationships+xml"/>
  <Override PartName="/ppt/slideLayouts/_rels/slideLayout932.xml.rels" ContentType="application/vnd.openxmlformats-package.relationships+xml"/>
  <Override PartName="/ppt/slideLayouts/_rels/slideLayout1764.xml.rels" ContentType="application/vnd.openxmlformats-package.relationships+xml"/>
  <Override PartName="/ppt/slideLayouts/_rels/slideLayout432.xml.rels" ContentType="application/vnd.openxmlformats-package.relationships+xml"/>
  <Override PartName="/ppt/slideLayouts/_rels/slideLayout2007.xml.rels" ContentType="application/vnd.openxmlformats-package.relationships+xml"/>
  <Override PartName="/ppt/slideLayouts/_rels/slideLayout440.xml.rels" ContentType="application/vnd.openxmlformats-package.relationships+xml"/>
  <Override PartName="/ppt/slideLayouts/_rels/slideLayout878.xml.rels" ContentType="application/vnd.openxmlformats-package.relationships+xml"/>
  <Override PartName="/ppt/slideLayouts/_rels/slideLayout2442.xml.rels" ContentType="application/vnd.openxmlformats-package.relationships+xml"/>
  <Override PartName="/ppt/slideLayouts/_rels/slideLayout74.xml.rels" ContentType="application/vnd.openxmlformats-package.relationships+xml"/>
  <Override PartName="/ppt/slideLayouts/_rels/slideLayout450.xml.rels" ContentType="application/vnd.openxmlformats-package.relationships+xml"/>
  <Override PartName="/ppt/slideLayouts/_rels/slideLayout888.xml.rels" ContentType="application/vnd.openxmlformats-package.relationships+xml"/>
  <Override PartName="/ppt/slideLayouts/_rels/slideLayout452.xml.rels" ContentType="application/vnd.openxmlformats-package.relationships+xml"/>
  <Override PartName="/ppt/slideLayouts/_rels/slideLayout460.xml.rels" ContentType="application/vnd.openxmlformats-package.relationships+xml"/>
  <Override PartName="/ppt/slideLayouts/_rels/slideLayout832.xml.rels" ContentType="application/vnd.openxmlformats-package.relationships+xml"/>
  <Override PartName="/ppt/slideLayouts/_rels/slideLayout1664.xml.rels" ContentType="application/vnd.openxmlformats-package.relationships+xml"/>
  <Override PartName="/ppt/slideLayouts/_rels/slideLayout898.xml.rels" ContentType="application/vnd.openxmlformats-package.relationships+xml"/>
  <Override PartName="/ppt/slideLayouts/_rels/slideLayout2090.xml.rels" ContentType="application/vnd.openxmlformats-package.relationships+xml"/>
  <Override PartName="/ppt/slideLayouts/_rels/slideLayout94.xml.rels" ContentType="application/vnd.openxmlformats-package.relationships+xml"/>
  <Override PartName="/ppt/slideLayouts/_rels/slideLayout98.xml.rels" ContentType="application/vnd.openxmlformats-package.relationships+xml"/>
  <Override PartName="/ppt/slideLayouts/_rels/slideLayout1814.xml.rels" ContentType="application/vnd.openxmlformats-package.relationships+xml"/>
  <Override PartName="/ppt/slideLayouts/_rels/slideLayout1442.xml.rels" ContentType="application/vnd.openxmlformats-package.relationships+xml"/>
  <Override PartName="/ppt/slideLayouts/_rels/slideLayout610.xml.rels" ContentType="application/vnd.openxmlformats-package.relationships+xml"/>
  <Override PartName="/ppt/slideLayouts/_rels/slideLayout3243.xml.rels" ContentType="application/vnd.openxmlformats-package.relationships+xml"/>
  <Override PartName="/ppt/slideLayouts/_rels/slideLayout1426.xml.rels" ContentType="application/vnd.openxmlformats-package.relationships+xml"/>
  <Override PartName="/ppt/slideLayouts/_rels/slideLayout222.xml.rels" ContentType="application/vnd.openxmlformats-package.relationships+xml"/>
  <Override PartName="/ppt/slideLayouts/_rels/slideLayout290.xml.rels" ContentType="application/vnd.openxmlformats-package.relationships+xml"/>
  <Override PartName="/ppt/slideLayouts/_rels/slideLayout800.xml.rels" ContentType="application/vnd.openxmlformats-package.relationships+xml"/>
  <Override PartName="/ppt/slideLayouts/_rels/slideLayout1632.xml.rels" ContentType="application/vnd.openxmlformats-package.relationships+xml"/>
  <Override PartName="/ppt/slideLayouts/_rels/slideLayout99.xml.rels" ContentType="application/vnd.openxmlformats-package.relationships+xml"/>
  <Override PartName="/ppt/slideLayouts/_rels/slideLayout1443.xml.rels" ContentType="application/vnd.openxmlformats-package.relationships+xml"/>
  <Override PartName="/ppt/slideLayouts/_rels/slideLayout611.xml.rels" ContentType="application/vnd.openxmlformats-package.relationships+xml"/>
  <Override PartName="/ppt/slideLayouts/_rels/slideLayout467.xml.rels" ContentType="application/vnd.openxmlformats-package.relationships+xml"/>
  <Override PartName="/ppt/slideLayouts/_rels/slideLayout801.xml.rels" ContentType="application/vnd.openxmlformats-package.relationships+xml"/>
  <Override PartName="/ppt/slideLayouts/_rels/slideLayout1633.xml.rels" ContentType="application/vnd.openxmlformats-package.relationships+xml"/>
  <Override PartName="/ppt/slideLayouts/_rels/slideLayout912.xml.rels" ContentType="application/vnd.openxmlformats-package.relationships+xml"/>
  <Override PartName="/ppt/slideLayouts/_rels/slideLayout412.xml.rels" ContentType="application/vnd.openxmlformats-package.relationships+xml"/>
  <Override PartName="/ppt/slideLayouts/_rels/slideLayout470.xml.rels" ContentType="application/vnd.openxmlformats-package.relationships+xml"/>
  <Override PartName="/ppt/slideLayouts/_rels/slideLayout3491.xml.rels" ContentType="application/vnd.openxmlformats-package.relationships+xml"/>
  <Override PartName="/ppt/slideLayouts/_rels/slideLayout3450.xml.rels" ContentType="application/vnd.openxmlformats-package.relationships+xml"/>
  <Override PartName="/ppt/slideLayouts/_rels/slideLayout1674.xml.rels" ContentType="application/vnd.openxmlformats-package.relationships+xml"/>
  <Override PartName="/ppt/slideLayouts/_rels/slideLayout913.xml.rels" ContentType="application/vnd.openxmlformats-package.relationships+xml"/>
  <Override PartName="/ppt/slideLayouts/_rels/slideLayout1745.xml.rels" ContentType="application/vnd.openxmlformats-package.relationships+xml"/>
  <Override PartName="/ppt/slideLayouts/_rels/slideLayout471.xml.rels" ContentType="application/vnd.openxmlformats-package.relationships+xml"/>
  <Override PartName="/ppt/slideLayouts/_rels/slideLayout914.xml.rels" ContentType="application/vnd.openxmlformats-package.relationships+xml"/>
  <Override PartName="/ppt/slideLayouts/_rels/slideLayout1746.xml.rels" ContentType="application/vnd.openxmlformats-package.relationships+xml"/>
  <Override PartName="/ppt/slideLayouts/_rels/slideLayout472.xml.rels" ContentType="application/vnd.openxmlformats-package.relationships+xml"/>
  <Override PartName="/ppt/slideLayouts/_rels/slideLayout2742.xml.rels" ContentType="application/vnd.openxmlformats-package.relationships+xml"/>
  <Override PartName="/ppt/slideLayouts/_rels/slideLayout2370.xml.rels" ContentType="application/vnd.openxmlformats-package.relationships+xml"/>
  <Override PartName="/ppt/slideLayouts/_rels/slideLayout2247.xml.rels" ContentType="application/vnd.openxmlformats-package.relationships+xml"/>
  <Override PartName="/ppt/slideLayouts/_rels/slideLayout2050.xml.rels" ContentType="application/vnd.openxmlformats-package.relationships+xml"/>
  <Override PartName="/ppt/slideLayouts/_rels/slideLayout2248.xml.rels" ContentType="application/vnd.openxmlformats-package.relationships+xml"/>
  <Override PartName="/ppt/slideLayouts/_rels/slideLayout1449.xml.rels" ContentType="application/vnd.openxmlformats-package.relationships+xml"/>
  <Override PartName="/ppt/slideLayouts/_rels/slideLayout617.xml.rels" ContentType="application/vnd.openxmlformats-package.relationships+xml"/>
  <Override PartName="/ppt/slideLayouts/_rels/slideLayout2249.xml.rels" ContentType="application/vnd.openxmlformats-package.relationships+xml"/>
  <Override PartName="/ppt/slideLayouts/_rels/slideLayout481.xml.rels" ContentType="application/vnd.openxmlformats-package.relationships+xml"/>
  <Override PartName="/ppt/slideLayouts/_rels/slideLayout482.xml.rels" ContentType="application/vnd.openxmlformats-package.relationships+xml"/>
  <Override PartName="/ppt/slideLayouts/_rels/slideLayout2920.xml.rels" ContentType="application/vnd.openxmlformats-package.relationships+xml"/>
  <Override PartName="/ppt/slideLayouts/_rels/slideLayout483.xml.rels" ContentType="application/vnd.openxmlformats-package.relationships+xml"/>
  <Override PartName="/ppt/slideLayouts/_rels/slideLayout2921.xml.rels" ContentType="application/vnd.openxmlformats-package.relationships+xml"/>
  <Override PartName="/ppt/slideLayouts/_rels/slideLayout484.xml.rels" ContentType="application/vnd.openxmlformats-package.relationships+xml"/>
  <Override PartName="/ppt/slideLayouts/_rels/slideLayout927.xml.rels" ContentType="application/vnd.openxmlformats-package.relationships+xml"/>
  <Override PartName="/ppt/slideLayouts/_rels/slideLayout485.xml.rels" ContentType="application/vnd.openxmlformats-package.relationships+xml"/>
  <Override PartName="/ppt/slideLayouts/_rels/slideLayout496.xml.rels" ContentType="application/vnd.openxmlformats-package.relationships+xml"/>
  <Override PartName="/ppt/slideLayouts/_rels/slideLayout2934.xml.rels" ContentType="application/vnd.openxmlformats-package.relationships+xml"/>
  <Override PartName="/ppt/slideLayouts/_rels/slideLayout3451.xml.rels" ContentType="application/vnd.openxmlformats-package.relationships+xml"/>
  <Override PartName="/ppt/slideLayouts/_rels/slideLayout1193.xml.rels" ContentType="application/vnd.openxmlformats-package.relationships+xml"/>
  <Override PartName="/ppt/slideLayouts/_rels/slideLayout3452.xml.rels" ContentType="application/vnd.openxmlformats-package.relationships+xml"/>
  <Override PartName="/ppt/slideLayouts/_rels/slideLayout1194.xml.rels" ContentType="application/vnd.openxmlformats-package.relationships+xml"/>
  <Override PartName="/ppt/slideLayouts/_rels/slideLayout2800.xml.rels" ContentType="application/vnd.openxmlformats-package.relationships+xml"/>
  <Override PartName="/ppt/slideLayouts/_rels/slideLayout3383.xml.rels" ContentType="application/vnd.openxmlformats-package.relationships+xml"/>
  <Override PartName="/ppt/slideLayouts/_rels/slideLayout362.xml.rels" ContentType="application/vnd.openxmlformats-package.relationships+xml"/>
  <Override PartName="/ppt/slideLayouts/_rels/slideLayout1956.xml.rels" ContentType="application/vnd.openxmlformats-package.relationships+xml"/>
  <Override PartName="/ppt/slideLayouts/_rels/slideLayout2256.xml.rels" ContentType="application/vnd.openxmlformats-package.relationships+xml"/>
  <Override PartName="/ppt/slideLayouts/_rels/slideLayout3453.xml.rels" ContentType="application/vnd.openxmlformats-package.relationships+xml"/>
  <Override PartName="/ppt/slideLayouts/_rels/slideLayout1195.xml.rels" ContentType="application/vnd.openxmlformats-package.relationships+xml"/>
  <Override PartName="/ppt/slideLayouts/_rels/slideLayout2801.xml.rels" ContentType="application/vnd.openxmlformats-package.relationships+xml"/>
  <Override PartName="/ppt/slideLayouts/_rels/slideLayout363.xml.rels" ContentType="application/vnd.openxmlformats-package.relationships+xml"/>
  <Override PartName="/ppt/slideLayouts/_rels/slideLayout3557.xml.rels" ContentType="application/vnd.openxmlformats-package.relationships+xml"/>
  <Override PartName="/ppt/slideLayouts/_rels/slideLayout2100.xml.rels" ContentType="application/vnd.openxmlformats-package.relationships+xml"/>
  <Override PartName="/ppt/slideLayouts/_rels/slideLayout1105.xml.rels" ContentType="application/vnd.openxmlformats-package.relationships+xml"/>
  <Override PartName="/ppt/slideLayouts/_rels/slideLayout2257.xml.rels" ContentType="application/vnd.openxmlformats-package.relationships+xml"/>
  <Override PartName="/ppt/slideLayouts/_rels/slideLayout3558.xml.rels" ContentType="application/vnd.openxmlformats-package.relationships+xml"/>
  <Override PartName="/ppt/slideLayouts/_rels/slideLayout537.xml.rels" ContentType="application/vnd.openxmlformats-package.relationships+xml"/>
  <Override PartName="/ppt/slideLayouts/_rels/slideLayout2101.xml.rels" ContentType="application/vnd.openxmlformats-package.relationships+xml"/>
  <Override PartName="/ppt/slideLayouts/_rels/slideLayout1106.xml.rels" ContentType="application/vnd.openxmlformats-package.relationships+xml"/>
  <Override PartName="/ppt/slideLayouts/_rels/slideLayout2258.xml.rels" ContentType="application/vnd.openxmlformats-package.relationships+xml"/>
  <Override PartName="/ppt/slideLayouts/_rels/slideLayout1966.xml.rels" ContentType="application/vnd.openxmlformats-package.relationships+xml"/>
  <Override PartName="/ppt/slideLayouts/_rels/slideLayout2656.xml.rels" ContentType="application/vnd.openxmlformats-package.relationships+xml"/>
  <Override PartName="/ppt/slideLayouts/_rels/slideLayout3456.xml.rels" ContentType="application/vnd.openxmlformats-package.relationships+xml"/>
  <Override PartName="/ppt/slideLayouts/_rels/slideLayout1967.xml.rels" ContentType="application/vnd.openxmlformats-package.relationships+xml"/>
  <Override PartName="/ppt/slideLayouts/_rels/slideLayout1118.xml.rels" ContentType="application/vnd.openxmlformats-package.relationships+xml"/>
  <Override PartName="/ppt/slideLayouts/_rels/slideLayout2657.xml.rels" ContentType="application/vnd.openxmlformats-package.relationships+xml"/>
  <Override PartName="/ppt/slideLayouts/_rels/slideLayout3457.xml.rels" ContentType="application/vnd.openxmlformats-package.relationships+xml"/>
  <Override PartName="/ppt/slideLayouts/_rels/slideLayout2000.xml.rels" ContentType="application/vnd.openxmlformats-package.relationships+xml"/>
  <Override PartName="/ppt/slideLayouts/_rels/slideLayout1968.xml.rels" ContentType="application/vnd.openxmlformats-package.relationships+xml"/>
  <Override PartName="/ppt/slideLayouts/_rels/slideLayout2259.xml.rels" ContentType="application/vnd.openxmlformats-package.relationships+xml"/>
  <Override PartName="/ppt/slideLayouts/_rels/slideLayout2759.xml.rels" ContentType="application/vnd.openxmlformats-package.relationships+xml"/>
  <Override PartName="/ppt/slideLayouts/_rels/slideLayout1119.xml.rels" ContentType="application/vnd.openxmlformats-package.relationships+xml"/>
  <Override PartName="/ppt/slideLayouts/_rels/slideLayout3308.xml.rels" ContentType="application/vnd.openxmlformats-package.relationships+xml"/>
  <Override PartName="/ppt/slideLayouts/_rels/slideLayout1830.xml.rels" ContentType="application/vnd.openxmlformats-package.relationships+xml"/>
  <Override PartName="/ppt/slideLayouts/_rels/slideLayout2658.xml.rels" ContentType="application/vnd.openxmlformats-package.relationships+xml"/>
  <Override PartName="/ppt/slideLayouts/_rels/slideLayout3458.xml.rels" ContentType="application/vnd.openxmlformats-package.relationships+xml"/>
  <Override PartName="/ppt/slideLayouts/_rels/slideLayout2001.xml.rels" ContentType="application/vnd.openxmlformats-package.relationships+xml"/>
  <Override PartName="/ppt/slideLayouts/_rels/slideLayout1969.xml.rels" ContentType="application/vnd.openxmlformats-package.relationships+xml"/>
  <Override PartName="/ppt/slideLayouts/_rels/slideLayout54.xml.rels" ContentType="application/vnd.openxmlformats-package.relationships+xml"/>
  <Override PartName="/ppt/slideLayouts/_rels/slideLayout192.xml.rels" ContentType="application/vnd.openxmlformats-package.relationships+xml"/>
  <Override PartName="/ppt/slideLayouts/_rels/slideLayout2630.xml.rels" ContentType="application/vnd.openxmlformats-package.relationships+xml"/>
  <Override PartName="/ppt/slideLayouts/_rels/slideLayout692.xml.rels" ContentType="application/vnd.openxmlformats-package.relationships+xml"/>
  <Override PartName="/ppt/slideLayouts/_rels/slideLayout2274.xml.rels" ContentType="application/vnd.openxmlformats-package.relationships+xml"/>
  <Override PartName="/ppt/slideLayouts/_rels/slideLayout1148.xml.rels" ContentType="application/vnd.openxmlformats-package.relationships+xml"/>
  <Override PartName="/ppt/slideLayouts/_rels/slideLayout422.xml.rels" ContentType="application/vnd.openxmlformats-package.relationships+xml"/>
  <Override PartName="/ppt/slideLayouts/_rels/slideLayout1149.xml.rels" ContentType="application/vnd.openxmlformats-package.relationships+xml"/>
  <Override PartName="/ppt/slideLayouts/_rels/slideLayout3489.xml.rels" ContentType="application/vnd.openxmlformats-package.relationships+xml"/>
  <Override PartName="/ppt/slideLayouts/_rels/slideLayout468.xml.rels" ContentType="application/vnd.openxmlformats-package.relationships+xml"/>
  <Override PartName="/ppt/slideLayouts/_rels/slideLayout3518.xml.rels" ContentType="application/vnd.openxmlformats-package.relationships+xml"/>
  <Override PartName="/ppt/slideLayouts/_rels/slideLayout1329.xml.rels" ContentType="application/vnd.openxmlformats-package.relationships+xml"/>
  <Override PartName="/ppt/slideLayouts/_rels/slideLayout3146.xml.rels" ContentType="application/vnd.openxmlformats-package.relationships+xml"/>
  <Override PartName="/ppt/slideLayouts/_rels/slideLayout2005.xml.rels" ContentType="application/vnd.openxmlformats-package.relationships+xml"/>
  <Override PartName="/ppt/slideLayouts/_rels/slideLayout1705.xml.rels" ContentType="application/vnd.openxmlformats-package.relationships+xml"/>
  <Override PartName="/ppt/slideLayouts/_rels/slideLayout1333.xml.rels" ContentType="application/vnd.openxmlformats-package.relationships+xml"/>
  <Override PartName="/ppt/slideLayouts/_rels/slideLayout1205.xml.rels" ContentType="application/vnd.openxmlformats-package.relationships+xml"/>
  <Override PartName="/ppt/slideLayouts/_rels/slideLayout2006.xml.rels" ContentType="application/vnd.openxmlformats-package.relationships+xml"/>
  <Override PartName="/ppt/slideLayouts/_rels/slideLayout1706.xml.rels" ContentType="application/vnd.openxmlformats-package.relationships+xml"/>
  <Override PartName="/ppt/slideLayouts/_rels/slideLayout1334.xml.rels" ContentType="application/vnd.openxmlformats-package.relationships+xml"/>
  <Override PartName="/ppt/slideLayouts/_rels/slideLayout1206.xml.rels" ContentType="application/vnd.openxmlformats-package.relationships+xml"/>
  <Override PartName="/ppt/slideLayouts/_rels/slideLayout518.xml.rels" ContentType="application/vnd.openxmlformats-package.relationships+xml"/>
  <Override PartName="/ppt/slideLayouts/_rels/slideLayout3539.xml.rels" ContentType="application/vnd.openxmlformats-package.relationships+xml"/>
  <Override PartName="/ppt/slideLayouts/_rels/slideLayout519.xml.rels" ContentType="application/vnd.openxmlformats-package.relationships+xml"/>
  <Override PartName="/ppt/slideLayouts/_rels/slideLayout1715.xml.rels" ContentType="application/vnd.openxmlformats-package.relationships+xml"/>
  <Override PartName="/ppt/slideLayouts/_rels/slideLayout2298.xml.rels" ContentType="application/vnd.openxmlformats-package.relationships+xml"/>
  <Override PartName="/ppt/slideLayouts/_rels/slideLayout1215.xml.rels" ContentType="application/vnd.openxmlformats-package.relationships+xml"/>
  <Override PartName="/ppt/slideLayouts/_rels/slideLayout2016.xml.rels" ContentType="application/vnd.openxmlformats-package.relationships+xml"/>
  <Override PartName="/ppt/slideLayouts/_rels/slideLayout1716.xml.rels" ContentType="application/vnd.openxmlformats-package.relationships+xml"/>
  <Override PartName="/ppt/slideLayouts/_rels/slideLayout3533.xml.rels" ContentType="application/vnd.openxmlformats-package.relationships+xml"/>
  <Override PartName="/ppt/slideLayouts/_rels/slideLayout1216.xml.rels" ContentType="application/vnd.openxmlformats-package.relationships+xml"/>
  <Override PartName="/ppt/slideLayouts/_rels/slideLayout62.xml.rels" ContentType="application/vnd.openxmlformats-package.relationships+xml"/>
  <Override PartName="/ppt/slideLayouts/_rels/slideLayout2863.xml.rels" ContentType="application/vnd.openxmlformats-package.relationships+xml"/>
  <Override PartName="/ppt/slideLayouts/_rels/slideLayout2017.xml.rels" ContentType="application/vnd.openxmlformats-package.relationships+xml"/>
  <Override PartName="/ppt/slideLayouts/_rels/slideLayout1717.xml.rels" ContentType="application/vnd.openxmlformats-package.relationships+xml"/>
  <Override PartName="/ppt/slideLayouts/_rels/slideLayout1217.xml.rels" ContentType="application/vnd.openxmlformats-package.relationships+xml"/>
  <Override PartName="/ppt/slideLayouts/_rels/slideLayout63.xml.rels" ContentType="application/vnd.openxmlformats-package.relationships+xml"/>
  <Override PartName="/ppt/slideLayouts/_rels/slideLayout2864.xml.rels" ContentType="application/vnd.openxmlformats-package.relationships+xml"/>
  <Override PartName="/ppt/slideLayouts/_rels/slideLayout1218.xml.rels" ContentType="application/vnd.openxmlformats-package.relationships+xml"/>
  <Override PartName="/ppt/slideLayouts/_rels/slideLayout1219.xml.rels" ContentType="application/vnd.openxmlformats-package.relationships+xml"/>
  <Override PartName="/ppt/slideLayouts/_rels/slideLayout525.xml.rels" ContentType="application/vnd.openxmlformats-package.relationships+xml"/>
  <Override PartName="/ppt/slideLayouts/_rels/slideLayout2812.xml.rels" ContentType="application/vnd.openxmlformats-package.relationships+xml"/>
  <Override PartName="/ppt/slideLayouts/_rels/slideLayout1726.xml.rels" ContentType="application/vnd.openxmlformats-package.relationships+xml"/>
  <Override PartName="/ppt/slideLayouts/_rels/slideLayout1226.xml.rels" ContentType="application/vnd.openxmlformats-package.relationships+xml"/>
  <Override PartName="/ppt/slideLayouts/_rels/slideLayout72.xml.rels" ContentType="application/vnd.openxmlformats-package.relationships+xml"/>
  <Override PartName="/ppt/slideLayouts/_rels/slideLayout2027.xml.rels" ContentType="application/vnd.openxmlformats-package.relationships+xml"/>
  <Override PartName="/ppt/slideLayouts/_rels/slideLayout1727.xml.rels" ContentType="application/vnd.openxmlformats-package.relationships+xml"/>
  <Override PartName="/ppt/slideLayouts/_rels/slideLayout1227.xml.rels" ContentType="application/vnd.openxmlformats-package.relationships+xml"/>
  <Override PartName="/ppt/slideLayouts/_rels/slideLayout3309.xml.rels" ContentType="application/vnd.openxmlformats-package.relationships+xml"/>
  <Override PartName="/ppt/slideLayouts/_rels/slideLayout1831.xml.rels" ContentType="application/vnd.openxmlformats-package.relationships+xml"/>
  <Override PartName="/ppt/slideLayouts/_rels/slideLayout73.xml.rels" ContentType="application/vnd.openxmlformats-package.relationships+xml"/>
  <Override PartName="/ppt/slideLayouts/_rels/slideLayout1728.xml.rels" ContentType="application/vnd.openxmlformats-package.relationships+xml"/>
  <Override PartName="/ppt/slideLayouts/_rels/slideLayout524.xml.rels" ContentType="application/vnd.openxmlformats-package.relationships+xml"/>
  <Override PartName="/ppt/slideLayouts/_rels/slideLayout1228.xml.rels" ContentType="application/vnd.openxmlformats-package.relationships+xml"/>
  <Override PartName="/ppt/slideLayouts/_rels/slideLayout534.xml.rels" ContentType="application/vnd.openxmlformats-package.relationships+xml"/>
  <Override PartName="/ppt/slideLayouts/_rels/slideLayout527.xml.rels" ContentType="application/vnd.openxmlformats-package.relationships+xml"/>
  <Override PartName="/ppt/slideLayouts/_rels/slideLayout3184.xml.rels" ContentType="application/vnd.openxmlformats-package.relationships+xml"/>
  <Override PartName="/ppt/slideLayouts/_rels/slideLayout389.xml.rels" ContentType="application/vnd.openxmlformats-package.relationships+xml"/>
  <Override PartName="/ppt/slideLayouts/_rels/slideLayout26.xml.rels" ContentType="application/vnd.openxmlformats-package.relationships+xml"/>
  <Override PartName="/ppt/slideLayouts/_rels/slideLayout889.xml.rels" ContentType="application/vnd.openxmlformats-package.relationships+xml"/>
  <Override PartName="/ppt/slideLayouts/_rels/slideLayout547.xml.rels" ContentType="application/vnd.openxmlformats-package.relationships+xml"/>
  <Override PartName="/ppt/slideLayouts/_rels/slideLayout1379.xml.rels" ContentType="application/vnd.openxmlformats-package.relationships+xml"/>
  <Override PartName="/ppt/slideLayouts/_rels/slideLayout1583.xml.rels" ContentType="application/vnd.openxmlformats-package.relationships+xml"/>
  <Override PartName="/ppt/slideLayouts/_rels/slideLayout702.xml.rels" ContentType="application/vnd.openxmlformats-package.relationships+xml"/>
  <Override PartName="/ppt/slideLayouts/_rels/slideLayout1906.xml.rels" ContentType="application/vnd.openxmlformats-package.relationships+xml"/>
  <Override PartName="/ppt/slideLayouts/_rels/slideLayout554.xml.rels" ContentType="application/vnd.openxmlformats-package.relationships+xml"/>
  <Override PartName="/ppt/slideLayouts/_rels/slideLayout182.xml.rels" ContentType="application/vnd.openxmlformats-package.relationships+xml"/>
  <Override PartName="/ppt/slideLayouts/_rels/slideLayout1386.xml.rels" ContentType="application/vnd.openxmlformats-package.relationships+xml"/>
  <Override PartName="/ppt/slideLayouts/_rels/slideLayout2304.xml.rels" ContentType="application/vnd.openxmlformats-package.relationships+xml"/>
  <Override PartName="/ppt/slideLayouts/_rels/slideLayout565.xml.rels" ContentType="application/vnd.openxmlformats-package.relationships+xml"/>
  <Override PartName="/ppt/slideLayouts/_rels/slideLayout1397.xml.rels" ContentType="application/vnd.openxmlformats-package.relationships+xml"/>
  <Override PartName="/ppt/slideLayouts/_rels/slideLayout3586.xml.rels" ContentType="application/vnd.openxmlformats-package.relationships+xml"/>
  <Override PartName="/ppt/slideLayouts/_rels/slideLayout566.xml.rels" ContentType="application/vnd.openxmlformats-package.relationships+xml"/>
  <Override PartName="/ppt/slideLayouts/_rels/slideLayout1398.xml.rels" ContentType="application/vnd.openxmlformats-package.relationships+xml"/>
  <Override PartName="/ppt/slideLayouts/_rels/slideLayout1399.xml.rels" ContentType="application/vnd.openxmlformats-package.relationships+xml"/>
  <Override PartName="/ppt/slideLayouts/_rels/slideLayout1908.xml.rels" ContentType="application/vnd.openxmlformats-package.relationships+xml"/>
  <Override PartName="/ppt/slideLayouts/_rels/slideLayout1578.xml.rels" ContentType="application/vnd.openxmlformats-package.relationships+xml"/>
  <Override PartName="/ppt/slideLayouts/_rels/slideLayout3354.xml.rels" ContentType="application/vnd.openxmlformats-package.relationships+xml"/>
  <Override PartName="/ppt/slideLayouts/_rels/slideLayout1909.xml.rels" ContentType="application/vnd.openxmlformats-package.relationships+xml"/>
  <Override PartName="/ppt/slideLayouts/_rels/slideLayout1537.xml.rels" ContentType="application/vnd.openxmlformats-package.relationships+xml"/>
  <Override PartName="/ppt/slideLayouts/_rels/slideLayout585.xml.rels" ContentType="application/vnd.openxmlformats-package.relationships+xml"/>
  <Override PartName="/ppt/slideLayouts/_rels/slideLayout335.xml.rels" ContentType="application/vnd.openxmlformats-package.relationships+xml"/>
  <Override PartName="/ppt/slideLayouts/_rels/slideLayout2342.xml.rels" ContentType="application/vnd.openxmlformats-package.relationships+xml"/>
  <Override PartName="/ppt/slideLayouts/_rels/slideLayout2344.xml.rels" ContentType="application/vnd.openxmlformats-package.relationships+xml"/>
  <Override PartName="/ppt/slideLayouts/_rels/slideLayout2716.xml.rels" ContentType="application/vnd.openxmlformats-package.relationships+xml"/>
  <Override PartName="/ppt/slideLayouts/_rels/slideLayout640.xml.rels" ContentType="application/vnd.openxmlformats-package.relationships+xml"/>
  <Override PartName="/ppt/slideLayouts/_rels/slideLayout1472.xml.rels" ContentType="application/vnd.openxmlformats-package.relationships+xml"/>
  <Override PartName="/ppt/slideLayouts/_rels/slideLayout650.xml.rels" ContentType="application/vnd.openxmlformats-package.relationships+xml"/>
  <Override PartName="/ppt/slideLayouts/_rels/slideLayout1270.xml.rels" ContentType="application/vnd.openxmlformats-package.relationships+xml"/>
  <Override PartName="/ppt/slideLayouts/_rels/slideLayout1642.xml.rels" ContentType="application/vnd.openxmlformats-package.relationships+xml"/>
  <Override PartName="/ppt/slideLayouts/_rels/slideLayout1770.xml.rels" ContentType="application/vnd.openxmlformats-package.relationships+xml"/>
  <Override PartName="/ppt/slideLayouts/_rels/slideLayout1271.xml.rels" ContentType="application/vnd.openxmlformats-package.relationships+xml"/>
  <Override PartName="/ppt/slideLayouts/_rels/slideLayout1771.xml.rels" ContentType="application/vnd.openxmlformats-package.relationships+xml"/>
  <Override PartName="/ppt/slideLayouts/_rels/slideLayout228.xml.rels" ContentType="application/vnd.openxmlformats-package.relationships+xml"/>
  <Override PartName="/ppt/slideLayouts/_rels/slideLayout1669.xml.rels" ContentType="application/vnd.openxmlformats-package.relationships+xml"/>
  <Override PartName="/ppt/slideLayouts/_rels/slideLayout1783.xml.rels" ContentType="application/vnd.openxmlformats-package.relationships+xml"/>
  <Override PartName="/ppt/slideLayouts/_rels/slideLayout1873.xml.rels" ContentType="application/vnd.openxmlformats-package.relationships+xml"/>
  <Override PartName="/ppt/slideLayouts/_rels/slideLayout3443.xml.rels" ContentType="application/vnd.openxmlformats-package.relationships+xml"/>
  <Override PartName="/ppt/slideLayouts/_rels/slideLayout1667.xml.rels" ContentType="application/vnd.openxmlformats-package.relationships+xml"/>
  <Override PartName="/ppt/slideLayouts/_rels/slideLayout2901.xml.rels" ContentType="application/vnd.openxmlformats-package.relationships+xml"/>
  <Override PartName="/ppt/slideLayouts/_rels/slideLayout1167.xml.rels" ContentType="application/vnd.openxmlformats-package.relationships+xml"/>
  <Override PartName="/ppt/slideLayouts/_rels/slideLayout1315.xml.rels" ContentType="application/vnd.openxmlformats-package.relationships+xml"/>
  <Override PartName="/ppt/slideLayouts/_rels/slideLayout1815.xml.rels" ContentType="application/vnd.openxmlformats-package.relationships+xml"/>
  <Override PartName="/ppt/slideLayouts/_rels/slideLayout2398.xml.rels" ContentType="application/vnd.openxmlformats-package.relationships+xml"/>
  <Override PartName="/ppt/slideLayouts/_rels/slideLayout2609.xml.rels" ContentType="application/vnd.openxmlformats-package.relationships+xml"/>
  <Override PartName="/ppt/slideLayouts/_rels/slideLayout2237.xml.rels" ContentType="application/vnd.openxmlformats-package.relationships+xml"/>
  <Override PartName="/ppt/slideLayouts/_rels/slideLayout2109.xml.rels" ContentType="application/vnd.openxmlformats-package.relationships+xml"/>
  <Override PartName="/ppt/slideLayouts/_rels/slideLayout2114.xml.rels" ContentType="application/vnd.openxmlformats-package.relationships+xml"/>
  <Override PartName="/ppt/slideLayouts/_rels/slideLayout144.xml.rels" ContentType="application/vnd.openxmlformats-package.relationships+xml"/>
  <Override PartName="/ppt/slideLayouts/_rels/slideLayout3283.xml.rels" ContentType="application/vnd.openxmlformats-package.relationships+xml"/>
  <Override PartName="/ppt/slideLayouts/_rels/slideLayout574.xml.rels" ContentType="application/vnd.openxmlformats-package.relationships+xml"/>
  <Override PartName="/ppt/slideLayouts/_rels/slideLayout2700.xml.rels" ContentType="application/vnd.openxmlformats-package.relationships+xml"/>
  <Override PartName="/ppt/slideLayouts/_rels/slideLayout262.xml.rels" ContentType="application/vnd.openxmlformats-package.relationships+xml"/>
  <Override PartName="/ppt/slideLayouts/_rels/slideLayout1874.xml.rels" ContentType="application/vnd.openxmlformats-package.relationships+xml"/>
  <Override PartName="/ppt/slideLayouts/_rels/slideLayout2902.xml.rels" ContentType="application/vnd.openxmlformats-package.relationships+xml"/>
  <Override PartName="/ppt/slideLayouts/_rels/slideLayout3554.xml.rels" ContentType="application/vnd.openxmlformats-package.relationships+xml"/>
  <Override PartName="/ppt/slideLayouts/_rels/slideLayout1296.xml.rels" ContentType="application/vnd.openxmlformats-package.relationships+xml"/>
  <Override PartName="/ppt/slideLayouts/_rels/slideLayout3485.xml.rels" ContentType="application/vnd.openxmlformats-package.relationships+xml"/>
  <Override PartName="/ppt/slideLayouts/_rels/slideLayout1168.xml.rels" ContentType="application/vnd.openxmlformats-package.relationships+xml"/>
  <Override PartName="/ppt/slideLayouts/_rels/slideLayout2402.xml.rels" ContentType="application/vnd.openxmlformats-package.relationships+xml"/>
  <Override PartName="/ppt/slideLayouts/_rels/slideLayout1316.xml.rels" ContentType="application/vnd.openxmlformats-package.relationships+xml"/>
  <Override PartName="/ppt/slideLayouts/_rels/slideLayout3384.xml.rels" ContentType="application/vnd.openxmlformats-package.relationships+xml"/>
  <Override PartName="/ppt/slideLayouts/_rels/slideLayout112.xml.rels" ContentType="application/vnd.openxmlformats-package.relationships+xml"/>
  <Override PartName="/ppt/slideLayouts/_rels/slideLayout1816.xml.rels" ContentType="application/vnd.openxmlformats-package.relationships+xml"/>
  <Override PartName="/ppt/slideLayouts/_rels/slideLayout2399.xml.rels" ContentType="application/vnd.openxmlformats-package.relationships+xml"/>
  <Override PartName="/ppt/slideLayouts/_rels/slideLayout612.xml.rels" ContentType="application/vnd.openxmlformats-package.relationships+xml"/>
  <Override PartName="/ppt/slideLayouts/_rels/slideLayout2116.xml.rels" ContentType="application/vnd.openxmlformats-package.relationships+xml"/>
  <Override PartName="/ppt/slideLayouts/_rels/slideLayout1570.xml.rels" ContentType="application/vnd.openxmlformats-package.relationships+xml"/>
  <Override PartName="/ppt/slideLayouts/_rels/slideLayout2619.xml.rels" ContentType="application/vnd.openxmlformats-package.relationships+xml"/>
  <Override PartName="/ppt/slideLayouts/_rels/slideLayout1319.xml.rels" ContentType="application/vnd.openxmlformats-package.relationships+xml"/>
  <Override PartName="/ppt/slideLayouts/_rels/slideLayout115.xml.rels" ContentType="application/vnd.openxmlformats-package.relationships+xml"/>
  <Override PartName="/ppt/slideLayouts/_rels/slideLayout1819.xml.rels" ContentType="application/vnd.openxmlformats-package.relationships+xml"/>
  <Override PartName="/ppt/slideLayouts/_rels/slideLayout1447.xml.rels" ContentType="application/vnd.openxmlformats-package.relationships+xml"/>
  <Override PartName="/ppt/slideLayouts/_rels/slideLayout615.xml.rels" ContentType="application/vnd.openxmlformats-package.relationships+xml"/>
  <Override PartName="/ppt/slideLayouts/_rels/slideLayout2119.xml.rels" ContentType="application/vnd.openxmlformats-package.relationships+xml"/>
  <Override PartName="/ppt/slideLayouts/_rels/slideLayout2850.xml.rels" ContentType="application/vnd.openxmlformats-package.relationships+xml"/>
  <Override PartName="/ppt/slideLayouts/_rels/slideLayout1824.xml.rels" ContentType="application/vnd.openxmlformats-package.relationships+xml"/>
  <Override PartName="/ppt/slideLayouts/_rels/slideLayout2124.xml.rels" ContentType="application/vnd.openxmlformats-package.relationships+xml"/>
  <Override PartName="/ppt/slideLayouts/_rels/slideLayout2314.xml.rels" ContentType="application/vnd.openxmlformats-package.relationships+xml"/>
  <Override PartName="/ppt/slideLayouts/_rels/slideLayout2108.xml.rels" ContentType="application/vnd.openxmlformats-package.relationships+xml"/>
  <Override PartName="/ppt/slideLayouts/_rels/slideLayout1313.xml.rels" ContentType="application/vnd.openxmlformats-package.relationships+xml"/>
  <Override PartName="/ppt/slideLayouts/_rels/slideLayout1813.xml.rels" ContentType="application/vnd.openxmlformats-package.relationships+xml"/>
  <Override PartName="/ppt/slideLayouts/_rels/slideLayout1441.xml.rels" ContentType="application/vnd.openxmlformats-package.relationships+xml"/>
  <Override PartName="/ppt/slideLayouts/_rels/slideLayout2113.xml.rels" ContentType="application/vnd.openxmlformats-package.relationships+xml"/>
  <Override PartName="/ppt/slideLayouts/_rels/slideLayout1593.xml.rels" ContentType="application/vnd.openxmlformats-package.relationships+xml"/>
  <Override PartName="/ppt/slideLayouts/_rels/slideLayout1965.xml.rels" ContentType="application/vnd.openxmlformats-package.relationships+xml"/>
  <Override PartName="/ppt/slideLayouts/_rels/slideLayout1153.xml.rels" ContentType="application/vnd.openxmlformats-package.relationships+xml"/>
  <Override PartName="/ppt/slideLayouts/_rels/slideLayout1653.xml.rels" ContentType="application/vnd.openxmlformats-package.relationships+xml"/>
  <Override PartName="/ppt/slideLayouts/_rels/slideLayout2330.xml.rels" ContentType="application/vnd.openxmlformats-package.relationships+xml"/>
  <Override PartName="/ppt/slideLayouts/_rels/slideLayout2127.xml.rels" ContentType="application/vnd.openxmlformats-package.relationships+xml"/>
  <Override PartName="/ppt/slideLayouts/_rels/slideLayout2128.xml.rels" ContentType="application/vnd.openxmlformats-package.relationships+xml"/>
  <Override PartName="/ppt/slideLayouts/_rels/slideLayout2102.xml.rels" ContentType="application/vnd.openxmlformats-package.relationships+xml"/>
  <Override PartName="/ppt/slideLayouts/_rels/slideLayout3559.xml.rels" ContentType="application/vnd.openxmlformats-package.relationships+xml"/>
  <Override PartName="/ppt/slideLayouts/_rels/slideLayout538.xml.rels" ContentType="application/vnd.openxmlformats-package.relationships+xml"/>
  <Override PartName="/ppt/slideLayouts/_rels/slideLayout2133.xml.rels" ContentType="application/vnd.openxmlformats-package.relationships+xml"/>
  <Override PartName="/ppt/slideLayouts/_rels/slideLayout1640.xml.rels" ContentType="application/vnd.openxmlformats-package.relationships+xml"/>
  <Override PartName="/ppt/slideLayouts/_rels/slideLayout1343.xml.rels" ContentType="application/vnd.openxmlformats-package.relationships+xml"/>
  <Override PartName="/ppt/slideLayouts/_rels/slideLayout1843.xml.rels" ContentType="application/vnd.openxmlformats-package.relationships+xml"/>
  <Override PartName="/ppt/slideLayouts/_rels/slideLayout1199.xml.rels" ContentType="application/vnd.openxmlformats-package.relationships+xml"/>
  <Override PartName="/ppt/slideLayouts/_rels/slideLayout1847.xml.rels" ContentType="application/vnd.openxmlformats-package.relationships+xml"/>
  <Override PartName="/ppt/slideLayouts/_rels/slideLayout1141.xml.rels" ContentType="application/vnd.openxmlformats-package.relationships+xml"/>
  <Override PartName="/ppt/slideLayouts/_rels/slideLayout2598.xml.rels" ContentType="application/vnd.openxmlformats-package.relationships+xml"/>
  <Override PartName="/ppt/slideLayouts/_rels/slideLayout1641.xml.rels" ContentType="application/vnd.openxmlformats-package.relationships+xml"/>
  <Override PartName="/ppt/slideLayouts/_rels/slideLayout1848.xml.rels" ContentType="application/vnd.openxmlformats-package.relationships+xml"/>
  <Override PartName="/ppt/slideLayouts/_rels/slideLayout1849.xml.rels" ContentType="application/vnd.openxmlformats-package.relationships+xml"/>
  <Override PartName="/ppt/slideLayouts/_rels/slideLayout2072.xml.rels" ContentType="application/vnd.openxmlformats-package.relationships+xml"/>
  <Override PartName="/ppt/slideLayouts/_rels/slideLayout1384.xml.rels" ContentType="application/vnd.openxmlformats-package.relationships+xml"/>
  <Override PartName="/ppt/slideLayouts/_rels/slideLayout3532.xml.rels" ContentType="application/vnd.openxmlformats-package.relationships+xml"/>
  <Override PartName="/ppt/slideLayouts/_rels/slideLayout1756.xml.rels" ContentType="application/vnd.openxmlformats-package.relationships+xml"/>
  <Override PartName="/ppt/slideLayouts/_rels/slideLayout552.xml.rels" ContentType="application/vnd.openxmlformats-package.relationships+xml"/>
  <Override PartName="/ppt/slideLayouts/_rels/slideLayout3573.xml.rels" ContentType="application/vnd.openxmlformats-package.relationships+xml"/>
  <Override PartName="/ppt/slideLayouts/_rels/slideLayout1490.xml.rels" ContentType="application/vnd.openxmlformats-package.relationships+xml"/>
  <Override PartName="/ppt/slideLayouts/_rels/slideLayout682.xml.rels" ContentType="application/vnd.openxmlformats-package.relationships+xml"/>
  <Override PartName="/ppt/slideLayouts/_rels/slideLayout1886.xml.rels" ContentType="application/vnd.openxmlformats-package.relationships+xml"/>
  <Override PartName="/ppt/slideLayouts/_rels/slideLayout1396.xml.rels" ContentType="application/vnd.openxmlformats-package.relationships+xml"/>
  <Override PartName="/ppt/slideLayouts/_rels/slideLayout564.xml.rels" ContentType="application/vnd.openxmlformats-package.relationships+xml"/>
  <Override PartName="/ppt/slideLayouts/_rels/slideLayout3585.xml.rels" ContentType="application/vnd.openxmlformats-package.relationships+xml"/>
  <Override PartName="/ppt/slideLayouts/_rels/slideLayout2020.xml.rels" ContentType="application/vnd.openxmlformats-package.relationships+xml"/>
  <Override PartName="/ppt/slideLayouts/_rels/slideLayout1021.xml.rels" ContentType="application/vnd.openxmlformats-package.relationships+xml"/>
  <Override PartName="/ppt/slideLayouts/_rels/slideLayout2478.xml.rels" ContentType="application/vnd.openxmlformats-package.relationships+xml"/>
  <Override PartName="/ppt/slideLayouts/_rels/slideLayout69.xml.rels" ContentType="application/vnd.openxmlformats-package.relationships+xml"/>
  <Override PartName="/ppt/slideLayouts/_rels/slideLayout195.xml.rels" ContentType="application/vnd.openxmlformats-package.relationships+xml"/>
  <Override PartName="/ppt/slideLayouts/_rels/slideLayout2321.xml.rels" ContentType="application/vnd.openxmlformats-package.relationships+xml"/>
  <Override PartName="/ppt/slideLayouts/_rels/slideLayout1521.xml.rels" ContentType="application/vnd.openxmlformats-package.relationships+xml"/>
  <Override PartName="/ppt/slideLayouts/_rels/slideLayout2978.xml.rels" ContentType="application/vnd.openxmlformats-package.relationships+xml"/>
  <Override PartName="/ppt/slideLayouts/_rels/slideLayout1308.xml.rels" ContentType="application/vnd.openxmlformats-package.relationships+xml"/>
  <Override PartName="/ppt/slideLayouts/_rels/slideLayout1808.xml.rels" ContentType="application/vnd.openxmlformats-package.relationships+xml"/>
  <Override PartName="/ppt/slideLayouts/_rels/slideLayout1309.xml.rels" ContentType="application/vnd.openxmlformats-package.relationships+xml"/>
  <Override PartName="/ppt/slideLayouts/_rels/slideLayout1809.xml.rels" ContentType="application/vnd.openxmlformats-package.relationships+xml"/>
  <Override PartName="/ppt/slideLayouts/_rels/slideLayout2192.xml.rels" ContentType="application/vnd.openxmlformats-package.relationships+xml"/>
  <Override PartName="/ppt/slideLayouts/_rels/slideLayout2067.xml.rels" ContentType="application/vnd.openxmlformats-package.relationships+xml"/>
  <Override PartName="/ppt/slideLayouts/_rels/slideLayout2032.xml.rels" ContentType="application/vnd.openxmlformats-package.relationships+xml"/>
  <Override PartName="/ppt/slideLayouts/_rels/slideLayout1709.xml.rels" ContentType="application/vnd.openxmlformats-package.relationships+xml"/>
  <Override PartName="/ppt/slideLayouts/_rels/slideLayout505.xml.rels" ContentType="application/vnd.openxmlformats-package.relationships+xml"/>
  <Override PartName="/ppt/slideLayouts/_rels/slideLayout1209.xml.rels" ContentType="application/vnd.openxmlformats-package.relationships+xml"/>
  <Override PartName="/ppt/slideLayouts/_rels/slideLayout1767.xml.rels" ContentType="application/vnd.openxmlformats-package.relationships+xml"/>
  <Override PartName="/ppt/slideLayouts/_rels/slideLayout563.xml.rels" ContentType="application/vnd.openxmlformats-package.relationships+xml"/>
  <Override PartName="/ppt/slideLayouts/_rels/slideLayout3584.xml.rels" ContentType="application/vnd.openxmlformats-package.relationships+xml"/>
  <Override PartName="/ppt/slideLayouts/_rels/slideLayout672.xml.rels" ContentType="application/vnd.openxmlformats-package.relationships+xml"/>
  <Override PartName="/ppt/slideLayouts/_rels/slideLayout172.xml.rels" ContentType="application/vnd.openxmlformats-package.relationships+xml"/>
  <Override PartName="/ppt/slideLayouts/_rels/slideLayout893.xml.rels" ContentType="application/vnd.openxmlformats-package.relationships+xml"/>
  <Override PartName="/ppt/slideLayouts/_rels/slideLayout3127.xml.rels" ContentType="application/vnd.openxmlformats-package.relationships+xml"/>
  <Override PartName="/ppt/slideLayouts/_rels/slideLayout82.xml.rels" ContentType="application/vnd.openxmlformats-package.relationships+xml"/>
  <Override PartName="/ppt/slideLayouts/_rels/slideLayout24.xml.rels" ContentType="application/vnd.openxmlformats-package.relationships+xml"/>
  <Override PartName="/ppt/slideLayouts/_rels/slideLayout2825.xml.rels" ContentType="application/vnd.openxmlformats-package.relationships+xml"/>
  <Override PartName="/ppt/slideLayouts/_rels/slideLayout894.xml.rels" ContentType="application/vnd.openxmlformats-package.relationships+xml"/>
  <Override PartName="/ppt/slideLayouts/_rels/slideLayout25.xml.rels" ContentType="application/vnd.openxmlformats-package.relationships+xml"/>
  <Override PartName="/ppt/slideLayouts/_rels/slideLayout2826.xml.rels" ContentType="application/vnd.openxmlformats-package.relationships+xml"/>
  <Override PartName="/ppt/slideLayouts/_rels/slideLayout886.xml.rels" ContentType="application/vnd.openxmlformats-package.relationships+xml"/>
  <Override PartName="/ppt/slideLayouts/_rels/slideLayout490.xml.rels" ContentType="application/vnd.openxmlformats-package.relationships+xml"/>
  <Override PartName="/ppt/slideLayouts/_rels/slideLayout2217.xml.rels" ContentType="application/vnd.openxmlformats-package.relationships+xml"/>
  <Override PartName="/ppt/slideLayouts/_rels/slideLayout990.xml.rels" ContentType="application/vnd.openxmlformats-package.relationships+xml"/>
  <Override PartName="/ppt/slideLayouts/_rels/slideLayout395.xml.rels" ContentType="application/vnd.openxmlformats-package.relationships+xml"/>
  <Override PartName="/ppt/slideLayouts/_rels/slideLayout2833.xml.rels" ContentType="application/vnd.openxmlformats-package.relationships+xml"/>
  <Override PartName="/ppt/slideLayouts/_rels/slideLayout895.xml.rels" ContentType="application/vnd.openxmlformats-package.relationships+xml"/>
  <Override PartName="/ppt/slideLayouts/_rels/slideLayout1704.xml.rels" ContentType="application/vnd.openxmlformats-package.relationships+xml"/>
  <Override PartName="/ppt/slideLayouts/_rels/slideLayout352.xml.rels" ContentType="application/vnd.openxmlformats-package.relationships+xml"/>
  <Override PartName="/ppt/slideLayouts/_rels/slideLayout1179.xml.rels" ContentType="application/vnd.openxmlformats-package.relationships+xml"/>
  <Override PartName="/ppt/slideLayouts/_rels/slideLayout1385.xml.rels" ContentType="application/vnd.openxmlformats-package.relationships+xml"/>
  <Override PartName="/ppt/slideLayouts/_rels/slideLayout553.xml.rels" ContentType="application/vnd.openxmlformats-package.relationships+xml"/>
  <Override PartName="/ppt/slideLayouts/_rels/slideLayout181.xml.rels" ContentType="application/vnd.openxmlformats-package.relationships+xml"/>
  <Override PartName="/ppt/slideLayouts/_rels/slideLayout887.xml.rels" ContentType="application/vnd.openxmlformats-package.relationships+xml"/>
  <Override PartName="/ppt/slideLayouts/_rels/slideLayout18.xml.rels" ContentType="application/vnd.openxmlformats-package.relationships+xml"/>
  <Override PartName="/ppt/slideLayouts/_rels/slideLayout2427.xml.rels" ContentType="application/vnd.openxmlformats-package.relationships+xml"/>
  <Override PartName="/ppt/slideLayouts/_rels/slideLayout515.xml.rels" ContentType="application/vnd.openxmlformats-package.relationships+xml"/>
  <Override PartName="/ppt/slideLayouts/_rels/slideLayout3172.xml.rels" ContentType="application/vnd.openxmlformats-package.relationships+xml"/>
  <Override PartName="/ppt/slideLayouts/_rels/slideLayout1572.xml.rels" ContentType="application/vnd.openxmlformats-package.relationships+xml"/>
  <Override PartName="/ppt/slideLayouts/_rels/slideLayout1220.xml.rels" ContentType="application/vnd.openxmlformats-package.relationships+xml"/>
  <Override PartName="/ppt/slideLayouts/_rels/slideLayout1720.xml.rels" ContentType="application/vnd.openxmlformats-package.relationships+xml"/>
  <Override PartName="/ppt/slideLayouts/_rels/slideLayout3263.xml.rels" ContentType="application/vnd.openxmlformats-package.relationships+xml"/>
  <Override PartName="/ppt/slideLayouts/_rels/slideLayout242.xml.rels" ContentType="application/vnd.openxmlformats-package.relationships+xml"/>
  <Override PartName="/ppt/slideLayouts/_rels/slideLayout1311.xml.rels" ContentType="application/vnd.openxmlformats-package.relationships+xml"/>
  <Override PartName="/ppt/slideLayouts/_rels/slideLayout1811.xml.rels" ContentType="application/vnd.openxmlformats-package.relationships+xml"/>
  <Override PartName="/ppt/slideLayouts/_rels/slideLayout2164.xml.rels" ContentType="application/vnd.openxmlformats-package.relationships+xml"/>
  <Override PartName="/ppt/slideLayouts/_rels/slideLayout2664.xml.rels" ContentType="application/vnd.openxmlformats-package.relationships+xml"/>
  <Override PartName="/ppt/slideLayouts/_rels/slideLayout535.xml.rels" ContentType="application/vnd.openxmlformats-package.relationships+xml"/>
  <Override PartName="/ppt/slideLayouts/_rels/slideLayout2312.xml.rels" ContentType="application/vnd.openxmlformats-package.relationships+xml"/>
  <Override PartName="/ppt/slideLayouts/_rels/slideLayout1306.xml.rels" ContentType="application/vnd.openxmlformats-package.relationships+xml"/>
  <Override PartName="/ppt/slideLayouts/_rels/slideLayout3123.xml.rels" ContentType="application/vnd.openxmlformats-package.relationships+xml"/>
  <Override PartName="/ppt/slideLayouts/_rels/slideLayout102.xml.rels" ContentType="application/vnd.openxmlformats-package.relationships+xml"/>
  <Override PartName="/ppt/slideLayouts/_rels/slideLayout1806.xml.rels" ContentType="application/vnd.openxmlformats-package.relationships+xml"/>
  <Override PartName="/ppt/slideLayouts/_rels/slideLayout2106.xml.rels" ContentType="application/vnd.openxmlformats-package.relationships+xml"/>
  <Override PartName="/ppt/slideLayouts/_rels/slideLayout43.xml.rels" ContentType="application/vnd.openxmlformats-package.relationships+xml"/>
  <Override PartName="/ppt/slideLayouts/_rels/slideLayout2452.xml.rels" ContentType="application/vnd.openxmlformats-package.relationships+xml"/>
  <Override PartName="/ppt/slideLayouts/_rels/slideLayout1599.xml.rels" ContentType="application/vnd.openxmlformats-package.relationships+xml"/>
  <Override PartName="/ppt/slideLayouts/_rels/slideLayout1820.xml.rels" ContentType="application/vnd.openxmlformats-package.relationships+xml"/>
  <Override PartName="/ppt/slideLayouts/_rels/slideLayout2120.xml.rels" ContentType="application/vnd.openxmlformats-package.relationships+xml"/>
  <Override PartName="/ppt/slideLayouts/_rels/slideLayout2165.xml.rels" ContentType="application/vnd.openxmlformats-package.relationships+xml"/>
  <Override PartName="/ppt/slideLayouts/_rels/slideLayout536.xml.rels" ContentType="application/vnd.openxmlformats-package.relationships+xml"/>
  <Override PartName="/ppt/slideLayouts/_rels/slideLayout2313.xml.rels" ContentType="application/vnd.openxmlformats-package.relationships+xml"/>
  <Override PartName="/ppt/slideLayouts/_rels/slideLayout1307.xml.rels" ContentType="application/vnd.openxmlformats-package.relationships+xml"/>
  <Override PartName="/ppt/slideLayouts/_rels/slideLayout3124.xml.rels" ContentType="application/vnd.openxmlformats-package.relationships+xml"/>
  <Override PartName="/ppt/slideLayouts/_rels/slideLayout103.xml.rels" ContentType="application/vnd.openxmlformats-package.relationships+xml"/>
  <Override PartName="/ppt/slideLayouts/_rels/slideLayout1807.xml.rels" ContentType="application/vnd.openxmlformats-package.relationships+xml"/>
  <Override PartName="/ppt/slideLayouts/_rels/slideLayout1435.xml.rels" ContentType="application/vnd.openxmlformats-package.relationships+xml"/>
  <Override PartName="/ppt/slideLayouts/_rels/slideLayout1366.xml.rels" ContentType="application/vnd.openxmlformats-package.relationships+xml"/>
  <Override PartName="/ppt/slideLayouts/_rels/slideLayout3624.xml.rels" ContentType="application/vnd.openxmlformats-package.relationships+xml"/>
  <Override PartName="/ppt/slideLayouts/_rels/slideLayout3393.xml.rels" ContentType="application/vnd.openxmlformats-package.relationships+xml"/>
  <Override PartName="/ppt/slideLayouts/_rels/slideLayout603.xml.rels" ContentType="application/vnd.openxmlformats-package.relationships+xml"/>
  <Override PartName="/ppt/slideLayouts/_rels/slideLayout2107.xml.rels" ContentType="application/vnd.openxmlformats-package.relationships+xml"/>
  <Override PartName="/ppt/slideLayouts/_rels/slideLayout3264.xml.rels" ContentType="application/vnd.openxmlformats-package.relationships+xml"/>
  <Override PartName="/ppt/slideLayouts/_rels/slideLayout1312.xml.rels" ContentType="application/vnd.openxmlformats-package.relationships+xml"/>
  <Override PartName="/ppt/slideLayouts/_rels/slideLayout1812.xml.rels" ContentType="application/vnd.openxmlformats-package.relationships+xml"/>
  <Override PartName="/ppt/slideLayouts/_rels/slideLayout2112.xml.rels" ContentType="application/vnd.openxmlformats-package.relationships+xml"/>
  <Override PartName="/ppt/slideLayouts/_rels/slideLayout2343.xml.rels" ContentType="application/vnd.openxmlformats-package.relationships+xml"/>
  <Override PartName="/ppt/slideLayouts/_rels/slideLayout1592.xml.rels" ContentType="application/vnd.openxmlformats-package.relationships+xml"/>
  <Override PartName="/ppt/slideLayouts/_rels/slideLayout1964.xml.rels" ContentType="application/vnd.openxmlformats-package.relationships+xml"/>
  <Override PartName="/ppt/slideLayouts/_rels/slideLayout1351.xml.rels" ContentType="application/vnd.openxmlformats-package.relationships+xml"/>
  <Override PartName="/ppt/slideLayouts/_rels/slideLayout1828.xml.rels" ContentType="application/vnd.openxmlformats-package.relationships+xml"/>
  <Override PartName="/ppt/slideLayouts/_rels/slideLayout2151.xml.rels" ContentType="application/vnd.openxmlformats-package.relationships+xml"/>
  <Override PartName="/ppt/slideLayouts/_rels/slideLayout1652.xml.rels" ContentType="application/vnd.openxmlformats-package.relationships+xml"/>
  <Override PartName="/ppt/slideLayouts/_rels/slideLayout820.xml.rels" ContentType="application/vnd.openxmlformats-package.relationships+xml"/>
  <Override PartName="/ppt/slideLayouts/_rels/slideLayout897.xml.rels" ContentType="application/vnd.openxmlformats-package.relationships+xml"/>
  <Override PartName="/ppt/slideLayouts/_rels/slideLayout1023.xml.rels" ContentType="application/vnd.openxmlformats-package.relationships+xml"/>
  <Override PartName="/ppt/slideLayouts/_rels/slideLayout1317.xml.rels" ContentType="application/vnd.openxmlformats-package.relationships+xml"/>
  <Override PartName="/ppt/slideLayouts/_rels/slideLayout2140.xml.rels" ContentType="application/vnd.openxmlformats-package.relationships+xml"/>
  <Override PartName="/ppt/slideLayouts/_rels/slideLayout1817.xml.rels" ContentType="application/vnd.openxmlformats-package.relationships+xml"/>
  <Override PartName="/ppt/slideLayouts/_rels/slideLayout2117.xml.rels" ContentType="application/vnd.openxmlformats-package.relationships+xml"/>
  <Override PartName="/ppt/slideLayouts/_rels/slideLayout3274.xml.rels" ContentType="application/vnd.openxmlformats-package.relationships+xml"/>
  <Override PartName="/ppt/slideLayouts/_rels/slideLayout1116.xml.rels" ContentType="application/vnd.openxmlformats-package.relationships+xml"/>
  <Override PartName="/ppt/slideLayouts/_rels/slideLayout1174.xml.rels" ContentType="application/vnd.openxmlformats-package.relationships+xml"/>
  <Override PartName="/ppt/slideLayouts/_rels/slideLayout1322.xml.rels" ContentType="application/vnd.openxmlformats-package.relationships+xml"/>
  <Override PartName="/ppt/slideLayouts/_rels/slideLayout1822.xml.rels" ContentType="application/vnd.openxmlformats-package.relationships+xml"/>
  <Override PartName="/ppt/slideLayouts/_rels/slideLayout1662.xml.rels" ContentType="application/vnd.openxmlformats-package.relationships+xml"/>
  <Override PartName="/ppt/slideLayouts/_rels/slideLayout3118.xml.rels" ContentType="application/vnd.openxmlformats-package.relationships+xml"/>
  <Override PartName="/ppt/slideLayouts/_rels/slideLayout830.xml.rels" ContentType="application/vnd.openxmlformats-package.relationships+xml"/>
  <Override PartName="/ppt/slideLayouts/_rels/slideLayout516.xml.rels" ContentType="application/vnd.openxmlformats-package.relationships+xml"/>
  <Override PartName="/ppt/slideLayouts/_rels/slideLayout3173.xml.rels" ContentType="application/vnd.openxmlformats-package.relationships+xml"/>
  <Override PartName="/ppt/slideLayouts/_rels/slideLayout1356.xml.rels" ContentType="application/vnd.openxmlformats-package.relationships+xml"/>
  <Override PartName="/ppt/slideLayouts/_rels/slideLayout1573.xml.rels" ContentType="application/vnd.openxmlformats-package.relationships+xml"/>
  <Override PartName="/ppt/slideLayouts/_rels/slideLayout1221.xml.rels" ContentType="application/vnd.openxmlformats-package.relationships+xml"/>
  <Override PartName="/ppt/slideLayouts/_rels/slideLayout1721.xml.rels" ContentType="application/vnd.openxmlformats-package.relationships+xml"/>
  <Override PartName="/ppt/slideLayouts/_rels/slideLayout2629.xml.rels" ContentType="application/vnd.openxmlformats-package.relationships+xml"/>
  <Override PartName="/ppt/slideLayouts/_rels/slideLayout1387.xml.rels" ContentType="application/vnd.openxmlformats-package.relationships+xml"/>
  <Override PartName="/ppt/slideLayouts/_rels/slideLayout183.xml.rels" ContentType="application/vnd.openxmlformats-package.relationships+xml"/>
  <Override PartName="/ppt/slideLayouts/_rels/slideLayout2121.xml.rels" ContentType="application/vnd.openxmlformats-package.relationships+xml"/>
  <Override PartName="/ppt/slideLayouts/_rels/slideLayout3578.xml.rels" ContentType="application/vnd.openxmlformats-package.relationships+xml"/>
  <Override PartName="/ppt/slideLayouts/_rels/slideLayout1330.xml.rels" ContentType="application/vnd.openxmlformats-package.relationships+xml"/>
  <Override PartName="/ppt/slideLayouts/_rels/slideLayout2130.xml.rels" ContentType="application/vnd.openxmlformats-package.relationships+xml"/>
  <Override PartName="/ppt/slideLayouts/_rels/slideLayout938.xml.rels" ContentType="application/vnd.openxmlformats-package.relationships+xml"/>
  <Override PartName="/ppt/slideLayouts/_rels/slideLayout866.xml.rels" ContentType="application/vnd.openxmlformats-package.relationships+xml"/>
  <Override PartName="/ppt/slideLayouts/_rels/slideLayout1231.xml.rels" ContentType="application/vnd.openxmlformats-package.relationships+xml"/>
  <Override PartName="/ppt/slideLayouts/_rels/slideLayout2688.xml.rels" ContentType="application/vnd.openxmlformats-package.relationships+xml"/>
  <Override PartName="/ppt/slideLayouts/_rels/slideLayout1731.xml.rels" ContentType="application/vnd.openxmlformats-package.relationships+xml"/>
  <Override PartName="/ppt/slideLayouts/_rels/slideLayout1331.xml.rels" ContentType="application/vnd.openxmlformats-package.relationships+xml"/>
  <Override PartName="/ppt/slideLayouts/_rels/slideLayout2788.xml.rels" ContentType="application/vnd.openxmlformats-package.relationships+xml"/>
  <Override PartName="/ppt/slideLayouts/_rels/slideLayout2131.xml.rels" ContentType="application/vnd.openxmlformats-package.relationships+xml"/>
  <Override PartName="/ppt/slideLayouts/_rels/slideLayout939.xml.rels" ContentType="application/vnd.openxmlformats-package.relationships+xml"/>
  <Override PartName="/ppt/slideLayouts/_rels/slideLayout3470.xml.rels" ContentType="application/vnd.openxmlformats-package.relationships+xml"/>
  <Override PartName="/ppt/slideLayouts/_rels/slideLayout813.xml.rels" ContentType="application/vnd.openxmlformats-package.relationships+xml"/>
  <Override PartName="/ppt/slideLayouts/_rels/slideLayout1645.xml.rels" ContentType="application/vnd.openxmlformats-package.relationships+xml"/>
  <Override PartName="/ppt/slideLayouts/_rels/slideLayout1686.xml.rels" ContentType="application/vnd.openxmlformats-package.relationships+xml"/>
  <Override PartName="/ppt/slideLayouts/_rels/slideLayout3462.xml.rels" ContentType="application/vnd.openxmlformats-package.relationships+xml"/>
  <Override PartName="/ppt/slideLayouts/_rels/slideLayout313.xml.rels" ContentType="application/vnd.openxmlformats-package.relationships+xml"/>
  <Override PartName="/ppt/slideLayouts/_rels/slideLayout1867.xml.rels" ContentType="application/vnd.openxmlformats-package.relationships+xml"/>
  <Override PartName="/ppt/slideLayouts/_rels/slideLayout2190.xml.rels" ContentType="application/vnd.openxmlformats-package.relationships+xml"/>
  <Override PartName="/ppt/slideLayouts/_rels/slideLayout1332.xml.rels" ContentType="application/vnd.openxmlformats-package.relationships+xml"/>
  <Override PartName="/ppt/slideLayouts/_rels/slideLayout2789.xml.rels" ContentType="application/vnd.openxmlformats-package.relationships+xml"/>
  <Override PartName="/ppt/slideLayouts/_rels/slideLayout1832.xml.rels" ContentType="application/vnd.openxmlformats-package.relationships+xml"/>
  <Override PartName="/ppt/slideLayouts/_rels/slideLayout1460.xml.rels" ContentType="application/vnd.openxmlformats-package.relationships+xml"/>
  <Override PartName="/ppt/slideLayouts/_rels/slideLayout2132.xml.rels" ContentType="application/vnd.openxmlformats-package.relationships+xml"/>
  <Override PartName="/ppt/slideLayouts/_rels/slideLayout2827.xml.rels" ContentType="application/vnd.openxmlformats-package.relationships+xml"/>
  <Override PartName="/ppt/slideLayouts/_rels/slideLayout568.xml.rels" ContentType="application/vnd.openxmlformats-package.relationships+xml"/>
  <Override PartName="/ppt/slideLayouts/_rels/slideLayout3471.xml.rels" ContentType="application/vnd.openxmlformats-package.relationships+xml"/>
  <Override PartName="/ppt/slideLayouts/_rels/slideLayout814.xml.rels" ContentType="application/vnd.openxmlformats-package.relationships+xml"/>
  <Override PartName="/ppt/slideLayouts/_rels/slideLayout1646.xml.rels" ContentType="application/vnd.openxmlformats-package.relationships+xml"/>
  <Override PartName="/ppt/slideLayouts/_rels/slideLayout314.xml.rels" ContentType="application/vnd.openxmlformats-package.relationships+xml"/>
  <Override PartName="/ppt/slideLayouts/_rels/slideLayout1842.xml.rels" ContentType="application/vnd.openxmlformats-package.relationships+xml"/>
  <Override PartName="/ppt/slideLayouts/_rels/slideLayout2142.xml.rels" ContentType="application/vnd.openxmlformats-package.relationships+xml"/>
  <Override PartName="/ppt/slideLayouts/_rels/slideLayout1024.xml.rels" ContentType="application/vnd.openxmlformats-package.relationships+xml"/>
  <Override PartName="/ppt/slideLayouts/_rels/slideLayout1318.xml.rels" ContentType="application/vnd.openxmlformats-package.relationships+xml"/>
  <Override PartName="/ppt/slideLayouts/_rels/slideLayout114.xml.rels" ContentType="application/vnd.openxmlformats-package.relationships+xml"/>
  <Override PartName="/ppt/slideLayouts/_rels/slideLayout1818.xml.rels" ContentType="application/vnd.openxmlformats-package.relationships+xml"/>
  <Override PartName="/ppt/slideLayouts/_rels/slideLayout2118.xml.rels" ContentType="application/vnd.openxmlformats-package.relationships+xml"/>
  <Override PartName="/ppt/slideLayouts/_rels/slideLayout1117.xml.rels" ContentType="application/vnd.openxmlformats-package.relationships+xml"/>
  <Override PartName="/ppt/slideLayouts/_rels/slideLayout1323.xml.rels" ContentType="application/vnd.openxmlformats-package.relationships+xml"/>
  <Override PartName="/ppt/slideLayouts/_rels/slideLayout1823.xml.rels" ContentType="application/vnd.openxmlformats-package.relationships+xml"/>
  <Override PartName="/ppt/slideLayouts/_rels/slideLayout1663.xml.rels" ContentType="application/vnd.openxmlformats-package.relationships+xml"/>
  <Override PartName="/ppt/slideLayouts/_rels/slideLayout3119.xml.rels" ContentType="application/vnd.openxmlformats-package.relationships+xml"/>
  <Override PartName="/ppt/slideLayouts/_rels/slideLayout831.xml.rels" ContentType="application/vnd.openxmlformats-package.relationships+xml"/>
  <Override PartName="/ppt/slideLayouts/_rels/slideLayout2073.xml.rels" ContentType="application/vnd.openxmlformats-package.relationships+xml"/>
  <Override PartName="/ppt/slideLayouts/_rels/slideLayout2115.xml.rels" ContentType="application/vnd.openxmlformats-package.relationships+xml"/>
  <Override PartName="/ppt/slideLayouts/_rels/slideLayout1300.xml.rels" ContentType="application/vnd.openxmlformats-package.relationships+xml"/>
  <Override PartName="/ppt/slideLayouts/_rels/slideLayout1800.xml.rels" ContentType="application/vnd.openxmlformats-package.relationships+xml"/>
  <Override PartName="/ppt/slideLayouts/_rels/slideLayout1101.xml.rels" ContentType="application/vnd.openxmlformats-package.relationships+xml"/>
  <Override PartName="/ppt/slideLayouts/_rels/slideLayout1953.xml.rels" ContentType="application/vnd.openxmlformats-package.relationships+xml"/>
  <Override PartName="/ppt/slideLayouts/_rels/slideLayout1581.xml.rels" ContentType="application/vnd.openxmlformats-package.relationships+xml"/>
  <Override PartName="/ppt/slideLayouts/_rels/slideLayout2253.xml.rels" ContentType="application/vnd.openxmlformats-package.relationships+xml"/>
  <Override PartName="/ppt/slideLayouts/_rels/slideLayout2753.xml.rels" ContentType="application/vnd.openxmlformats-package.relationships+xml"/>
  <Override PartName="/ppt/slideLayouts/_rels/slideLayout2381.xml.rels" ContentType="application/vnd.openxmlformats-package.relationships+xml"/>
  <Override PartName="/ppt/slideLayouts/_rels/slideLayout1601.xml.rels" ContentType="application/vnd.openxmlformats-package.relationships+xml"/>
  <Override PartName="/ppt/slideLayouts/_rels/slideLayout2184.xml.rels" ContentType="application/vnd.openxmlformats-package.relationships+xml"/>
  <Override PartName="/ppt/slideLayouts/_rels/slideLayout1580.xml.rels" ContentType="application/vnd.openxmlformats-package.relationships+xml"/>
  <Override PartName="/ppt/slideLayouts/_rels/slideLayout1952.xml.rels" ContentType="application/vnd.openxmlformats-package.relationships+xml"/>
  <Override PartName="/ppt/slideLayouts/_rels/slideLayout1784.xml.rels" ContentType="application/vnd.openxmlformats-package.relationships+xml"/>
  <Override PartName="/ppt/slideLayouts/_rels/slideLayout952.xml.rels" ContentType="application/vnd.openxmlformats-package.relationships+xml"/>
  <Override PartName="/ppt/slideLayouts/_rels/slideLayout580.xml.rels" ContentType="application/vnd.openxmlformats-package.relationships+xml"/>
  <Override PartName="/ppt/slideLayouts/_rels/slideLayout2084.xml.rels" ContentType="application/vnd.openxmlformats-package.relationships+xml"/>
  <Override PartName="/ppt/slideLayouts/_rels/slideLayout2235.xml.rels" ContentType="application/vnd.openxmlformats-package.relationships+xml"/>
  <Override PartName="/ppt/slideLayouts/_rels/slideLayout1241.xml.rels" ContentType="application/vnd.openxmlformats-package.relationships+xml"/>
  <Override PartName="/ppt/slideLayouts/_rels/slideLayout2041.xml.rels" ContentType="application/vnd.openxmlformats-package.relationships+xml"/>
  <Override PartName="/ppt/slideLayouts/_rels/slideLayout1741.xml.rels" ContentType="application/vnd.openxmlformats-package.relationships+xml"/>
  <Override PartName="/ppt/slideLayouts/_rels/slideLayout864.xml.rels" ContentType="application/vnd.openxmlformats-package.relationships+xml"/>
  <Override PartName="/ppt/slideLayouts/_rels/slideLayout883.xml.rels" ContentType="application/vnd.openxmlformats-package.relationships+xml"/>
  <Override PartName="/ppt/slideLayouts/_rels/slideLayout2660.xml.rels" ContentType="application/vnd.openxmlformats-package.relationships+xml"/>
  <Override PartName="/ppt/slideLayouts/_rels/slideLayout1154.xml.rels" ContentType="application/vnd.openxmlformats-package.relationships+xml"/>
  <Override PartName="/ppt/slideLayouts/_rels/slideLayout1302.xml.rels" ContentType="application/vnd.openxmlformats-package.relationships+xml"/>
  <Override PartName="/ppt/slideLayouts/_rels/slideLayout1360.xml.rels" ContentType="application/vnd.openxmlformats-package.relationships+xml"/>
  <Override PartName="/ppt/slideLayouts/_rels/slideLayout1802.xml.rels" ContentType="application/vnd.openxmlformats-package.relationships+xml"/>
  <Override PartName="/ppt/slideLayouts/_rels/slideLayout2385.xml.rels" ContentType="application/vnd.openxmlformats-package.relationships+xml"/>
  <Override PartName="/ppt/slideLayouts/_rels/slideLayout2088.xml.rels" ContentType="application/vnd.openxmlformats-package.relationships+xml"/>
  <Override PartName="/ppt/slideLayouts/_rels/slideLayout1936.xml.rels" ContentType="application/vnd.openxmlformats-package.relationships+xml"/>
  <Override PartName="/ppt/slideLayouts/_rels/slideLayout2236.xml.rels" ContentType="application/vnd.openxmlformats-package.relationships+xml"/>
  <Override PartName="/ppt/slideLayouts/_rels/slideLayout2031.xml.rels" ContentType="application/vnd.openxmlformats-package.relationships+xml"/>
  <Override PartName="/ppt/slideLayouts/_rels/slideLayout1708.xml.rels" ContentType="application/vnd.openxmlformats-package.relationships+xml"/>
  <Override PartName="/ppt/slideLayouts/_rels/slideLayout1208.xml.rels" ContentType="application/vnd.openxmlformats-package.relationships+xml"/>
  <Override PartName="/ppt/slideLayouts/_rels/slideLayout2066.xml.rels" ContentType="application/vnd.openxmlformats-package.relationships+xml"/>
  <Override PartName="/ppt/slideLayouts/_rels/slideLayout885.xml.rels" ContentType="application/vnd.openxmlformats-package.relationships+xml"/>
  <Override PartName="/ppt/slideLayouts/_rels/slideLayout867.xml.rels" ContentType="application/vnd.openxmlformats-package.relationships+xml"/>
  <Override PartName="/ppt/slideLayouts/_rels/slideLayout1407.xml.rels" ContentType="application/vnd.openxmlformats-package.relationships+xml"/>
  <Override PartName="/ppt/slideLayouts/_rels/slideLayout1907.xml.rels" ContentType="application/vnd.openxmlformats-package.relationships+xml"/>
  <Override PartName="/ppt/slideLayouts/_rels/slideLayout2207.xml.rels" ContentType="application/vnd.openxmlformats-package.relationships+xml"/>
  <Override PartName="/ppt/slideLayouts/_rels/slideLayout2159.xml.rels" ContentType="application/vnd.openxmlformats-package.relationships+xml"/>
  <Override PartName="/ppt/slideLayouts/_rels/slideLayout1213.xml.rels" ContentType="application/vnd.openxmlformats-package.relationships+xml"/>
  <Override PartName="/ppt/slideLayouts/_rels/slideLayout1713.xml.rels" ContentType="application/vnd.openxmlformats-package.relationships+xml"/>
  <Override PartName="/ppt/slideLayouts/_rels/slideLayout1233.xml.rels" ContentType="application/vnd.openxmlformats-package.relationships+xml"/>
  <Override PartName="/ppt/slideLayouts/_rels/slideLayout1291.xml.rels" ContentType="application/vnd.openxmlformats-package.relationships+xml"/>
  <Override PartName="/ppt/slideLayouts/_rels/slideLayout3480.xml.rels" ContentType="application/vnd.openxmlformats-package.relationships+xml"/>
  <Override PartName="/ppt/slideLayouts/_rels/slideLayout1791.xml.rels" ContentType="application/vnd.openxmlformats-package.relationships+xml"/>
  <Override PartName="/ppt/slideLayouts/_rels/slideLayout1733.xml.rels" ContentType="application/vnd.openxmlformats-package.relationships+xml"/>
  <Override PartName="/ppt/slideLayouts/_rels/slideLayout1232.xml.rels" ContentType="application/vnd.openxmlformats-package.relationships+xml"/>
  <Override PartName="/ppt/slideLayouts/_rels/slideLayout1604.xml.rels" ContentType="application/vnd.openxmlformats-package.relationships+xml"/>
  <Override PartName="/ppt/slideLayouts/_rels/slideLayout1290.xml.rels" ContentType="application/vnd.openxmlformats-package.relationships+xml"/>
  <Override PartName="/ppt/slideLayouts/_rels/slideLayout1790.xml.rels" ContentType="application/vnd.openxmlformats-package.relationships+xml"/>
  <Override PartName="/ppt/slideLayouts/_rels/slideLayout1901.xml.rels" ContentType="application/vnd.openxmlformats-package.relationships+xml"/>
  <Override PartName="/ppt/slideLayouts/_rels/slideLayout3007.xml.rels" ContentType="application/vnd.openxmlformats-package.relationships+xml"/>
  <Override PartName="/ppt/slideLayouts/_rels/slideLayout1401.xml.rels" ContentType="application/vnd.openxmlformats-package.relationships+xml"/>
  <Override PartName="/ppt/slideLayouts/_rels/slideLayout2201.xml.rels" ContentType="application/vnd.openxmlformats-package.relationships+xml"/>
  <Override PartName="/ppt/slideLayouts/_rels/slideLayout1380.xml.rels" ContentType="application/vnd.openxmlformats-package.relationships+xml"/>
  <Override PartName="/ppt/slideLayouts/_rels/slideLayout2180.xml.rels" ContentType="application/vnd.openxmlformats-package.relationships+xml"/>
  <Override PartName="/ppt/slideLayouts/_rels/slideLayout357.xml.rels" ContentType="application/vnd.openxmlformats-package.relationships+xml"/>
  <Override PartName="/ppt/slideLayouts/_rels/slideLayout2222.xml.rels" ContentType="application/vnd.openxmlformats-package.relationships+xml"/>
  <Override PartName="/ppt/slideLayouts/_rels/slideLayout3175.xml.rels" ContentType="application/vnd.openxmlformats-package.relationships+xml"/>
  <Override PartName="/ppt/slideLayouts/_rels/slideLayout3134.xml.rels" ContentType="application/vnd.openxmlformats-package.relationships+xml"/>
  <Override PartName="/ppt/slideLayouts/_rels/slideLayout1358.xml.rels" ContentType="application/vnd.openxmlformats-package.relationships+xml"/>
  <Override PartName="/ppt/slideLayouts/_rels/slideLayout1223.xml.rels" ContentType="application/vnd.openxmlformats-package.relationships+xml"/>
  <Override PartName="/ppt/slideLayouts/_rels/slideLayout1281.xml.rels" ContentType="application/vnd.openxmlformats-package.relationships+xml"/>
  <Override PartName="/ppt/slideLayouts/_rels/slideLayout1781.xml.rels" ContentType="application/vnd.openxmlformats-package.relationships+xml"/>
  <Override PartName="/ppt/slideLayouts/_rels/slideLayout2023.xml.rels" ContentType="application/vnd.openxmlformats-package.relationships+xml"/>
  <Override PartName="/ppt/slideLayouts/_rels/slideLayout1723.xml.rels" ContentType="application/vnd.openxmlformats-package.relationships+xml"/>
  <Override PartName="/ppt/slideLayouts/_rels/slideLayout1094.xml.rels" ContentType="application/vnd.openxmlformats-package.relationships+xml"/>
  <Override PartName="/ppt/slideLayouts/_rels/slideLayout3352.xml.rels" ContentType="application/vnd.openxmlformats-package.relationships+xml"/>
  <Override PartName="/ppt/slideLayouts/_rels/slideLayout1900.xml.rels" ContentType="application/vnd.openxmlformats-package.relationships+xml"/>
  <Override PartName="/ppt/slideLayouts/_rels/slideLayout1400.xml.rels" ContentType="application/vnd.openxmlformats-package.relationships+xml"/>
  <Override PartName="/ppt/slideLayouts/_rels/slideLayout2200.xml.rels" ContentType="application/vnd.openxmlformats-package.relationships+xml"/>
  <Override PartName="/ppt/slideLayouts/_rels/slideLayout1836.xml.rels" ContentType="application/vnd.openxmlformats-package.relationships+xml"/>
  <Override PartName="/ppt/slideLayouts/_rels/slideLayout2136.xml.rels" ContentType="application/vnd.openxmlformats-package.relationships+xml"/>
  <Override PartName="/ppt/slideLayouts/_rels/slideLayout1448.xml.rels" ContentType="application/vnd.openxmlformats-package.relationships+xml"/>
  <Override PartName="/ppt/slideLayouts/_rels/slideLayout616.xml.rels" ContentType="application/vnd.openxmlformats-package.relationships+xml"/>
  <Override PartName="/ppt/slideLayouts/_rels/slideLayout865.xml.rels" ContentType="application/vnd.openxmlformats-package.relationships+xml"/>
  <Override PartName="/ppt/slideLayouts/_rels/slideLayout2099.xml.rels" ContentType="application/vnd.openxmlformats-package.relationships+xml"/>
  <Override PartName="/ppt/slideLayouts/_rels/slideLayout2210.xml.rels" ContentType="application/vnd.openxmlformats-package.relationships+xml"/>
  <Override PartName="/ppt/slideLayouts/_rels/slideLayout2011.xml.rels" ContentType="application/vnd.openxmlformats-package.relationships+xml"/>
  <Override PartName="/ppt/slideLayouts/_rels/slideLayout1711.xml.rels" ContentType="application/vnd.openxmlformats-package.relationships+xml"/>
  <Override PartName="/ppt/slideLayouts/_rels/slideLayout1690.xml.rels" ContentType="application/vnd.openxmlformats-package.relationships+xml"/>
  <Override PartName="/ppt/slideLayouts/_rels/slideLayout147.xml.rels" ContentType="application/vnd.openxmlformats-package.relationships+xml"/>
  <Override PartName="/ppt/slideLayouts/_rels/slideLayout254.xml.rels" ContentType="application/vnd.openxmlformats-package.relationships+xml"/>
  <Override PartName="/ppt/slideLayouts/_rels/slideLayout3275.xml.rels" ContentType="application/vnd.openxmlformats-package.relationships+xml"/>
  <Override PartName="/ppt/slideLayouts/_rels/slideLayout1586.xml.rels" ContentType="application/vnd.openxmlformats-package.relationships+xml"/>
  <Override PartName="/ppt/slideLayouts/_rels/slideLayout1301.xml.rels" ContentType="application/vnd.openxmlformats-package.relationships+xml"/>
  <Override PartName="/ppt/slideLayouts/_rels/slideLayout1801.xml.rels" ContentType="application/vnd.openxmlformats-package.relationships+xml"/>
  <Override PartName="/ppt/slideLayouts/_rels/slideLayout506.xml.rels" ContentType="application/vnd.openxmlformats-package.relationships+xml"/>
  <Override PartName="/ppt/slideLayouts/_rels/slideLayout3527.xml.rels" ContentType="application/vnd.openxmlformats-package.relationships+xml"/>
  <Override PartName="/ppt/slideLayouts/_rels/slideLayout2741.xml.rels" ContentType="application/vnd.openxmlformats-package.relationships+xml"/>
  <Override PartName="/ppt/slideLayouts/_rels/slideLayout2241.xml.rels" ContentType="application/vnd.openxmlformats-package.relationships+xml"/>
  <Override PartName="/ppt/slideLayouts/_rels/slideLayout1837.xml.rels" ContentType="application/vnd.openxmlformats-package.relationships+xml"/>
  <Override PartName="/ppt/slideLayouts/_rels/slideLayout2137.xml.rels" ContentType="application/vnd.openxmlformats-package.relationships+xml"/>
  <Override PartName="/ppt/slideLayouts/_rels/slideLayout543.xml.rels" ContentType="application/vnd.openxmlformats-package.relationships+xml"/>
  <Override PartName="/ppt/slideLayouts/_rels/slideLayout2802.xml.rels" ContentType="application/vnd.openxmlformats-package.relationships+xml"/>
  <Override PartName="/ppt/slideLayouts/_rels/slideLayout113.xml.rels" ContentType="application/vnd.openxmlformats-package.relationships+xml"/>
  <Override PartName="/ppt/slideLayouts/_rels/slideLayout3385.xml.rels" ContentType="application/vnd.openxmlformats-package.relationships+xml"/>
  <Override PartName="/ppt/slideLayouts/_rels/slideLayout364.xml.rels" ContentType="application/vnd.openxmlformats-package.relationships+xml"/>
  <Override PartName="/ppt/slideLayouts/_rels/slideLayout1638.xml.rels" ContentType="application/vnd.openxmlformats-package.relationships+xml"/>
  <Override PartName="/ppt/slideLayouts/_rels/slideLayout1782.xml.rels" ContentType="application/vnd.openxmlformats-package.relationships+xml"/>
  <Override PartName="/ppt/slideLayouts/_rels/slideLayout2033.xml.rels" ContentType="application/vnd.openxmlformats-package.relationships+xml"/>
  <Override PartName="/ppt/slideLayouts/_rels/slideLayout517.xml.rels" ContentType="application/vnd.openxmlformats-package.relationships+xml"/>
  <Override PartName="/ppt/slideLayouts/_rels/slideLayout3174.xml.rels" ContentType="application/vnd.openxmlformats-package.relationships+xml"/>
  <Override PartName="/ppt/slideLayouts/_rels/slideLayout3133.xml.rels" ContentType="application/vnd.openxmlformats-package.relationships+xml"/>
  <Override PartName="/ppt/slideLayouts/_rels/slideLayout1357.xml.rels" ContentType="application/vnd.openxmlformats-package.relationships+xml"/>
  <Override PartName="/ppt/slideLayouts/_rels/slideLayout1222.xml.rels" ContentType="application/vnd.openxmlformats-package.relationships+xml"/>
  <Override PartName="/ppt/slideLayouts/_rels/slideLayout1280.xml.rels" ContentType="application/vnd.openxmlformats-package.relationships+xml"/>
  <Override PartName="/ppt/slideLayouts/_rels/slideLayout1780.xml.rels" ContentType="application/vnd.openxmlformats-package.relationships+xml"/>
  <Override PartName="/ppt/slideLayouts/_rels/slideLayout1722.xml.rels" ContentType="application/vnd.openxmlformats-package.relationships+xml"/>
  <Override PartName="/ppt/slideLayouts/_rels/slideLayout2022.xml.rels" ContentType="application/vnd.openxmlformats-package.relationships+xml"/>
  <Override PartName="/ppt/slideLayouts/_rels/slideLayout477.xml.rels" ContentType="application/vnd.openxmlformats-package.relationships+xml"/>
  <Override PartName="/ppt/slideLayouts/_rels/slideLayout2915.xml.rels" ContentType="application/vnd.openxmlformats-package.relationships+xml"/>
  <Override PartName="/ppt/slideLayouts/_rels/slideLayout683.xml.rels" ContentType="application/vnd.openxmlformats-package.relationships+xml"/>
  <Override PartName="/ppt/slideLayouts/_rels/slideLayout1887.xml.rels" ContentType="application/vnd.openxmlformats-package.relationships+xml"/>
  <Override PartName="/ppt/slideLayouts/_rels/slideLayout3371.xml.rels" ContentType="application/vnd.openxmlformats-package.relationships+xml"/>
  <Override PartName="/ppt/slideLayouts/_rels/slideLayout2013.xml.rels" ContentType="application/vnd.openxmlformats-package.relationships+xml"/>
  <Override PartName="/ppt/slideLayouts/_rels/slideLayout876.xml.rels" ContentType="application/vnd.openxmlformats-package.relationships+xml"/>
  <Override PartName="/ppt/slideLayouts/_rels/slideLayout2661.xml.rels" ContentType="application/vnd.openxmlformats-package.relationships+xml"/>
  <Override PartName="/ppt/slideLayouts/_rels/slideLayout1155.xml.rels" ContentType="application/vnd.openxmlformats-package.relationships+xml"/>
  <Override PartName="/ppt/slideLayouts/_rels/slideLayout1303.xml.rels" ContentType="application/vnd.openxmlformats-package.relationships+xml"/>
  <Override PartName="/ppt/slideLayouts/_rels/slideLayout1803.xml.rels" ContentType="application/vnd.openxmlformats-package.relationships+xml"/>
  <Override PartName="/ppt/slideLayouts/_rels/slideLayout1844.xml.rels" ContentType="application/vnd.openxmlformats-package.relationships+xml"/>
  <Override PartName="/ppt/slideLayouts/_rels/slideLayout3620.xml.rels" ContentType="application/vnd.openxmlformats-package.relationships+xml"/>
  <Override PartName="/ppt/slideLayouts/_rels/slideLayout2386.xml.rels" ContentType="application/vnd.openxmlformats-package.relationships+xml"/>
  <Override PartName="/ppt/slideLayouts/_rels/slideLayout2161.xml.rels" ContentType="application/vnd.openxmlformats-package.relationships+xml"/>
  <Override PartName="/ppt/slideLayouts/_rels/slideLayout1361.xml.rels" ContentType="application/vnd.openxmlformats-package.relationships+xml"/>
  <Override PartName="/ppt/slideLayouts/_rels/slideLayout164.xml.rels" ContentType="application/vnd.openxmlformats-package.relationships+xml"/>
  <Override PartName="/ppt/slideLayouts/_rels/slideLayout2423.xml.rels" ContentType="application/vnd.openxmlformats-package.relationships+xml"/>
  <Override PartName="/ppt/slideLayouts/_rels/slideLayout1623.xml.rels" ContentType="application/vnd.openxmlformats-package.relationships+xml"/>
  <Override PartName="/ppt/slideLayouts/_rels/slideLayout1251.xml.rels" ContentType="application/vnd.openxmlformats-package.relationships+xml"/>
  <Override PartName="/ppt/slideLayouts/_rels/slideLayout1122.xml.rels" ContentType="application/vnd.openxmlformats-package.relationships+xml"/>
  <Override PartName="/ppt/slideLayouts/_rels/slideLayout2579.xml.rels" ContentType="application/vnd.openxmlformats-package.relationships+xml"/>
  <Override PartName="/ppt/slideLayouts/_rels/slideLayout2216.xml.rels" ContentType="application/vnd.openxmlformats-package.relationships+xml"/>
  <Override PartName="/ppt/slideLayouts/_rels/slideLayout1622.xml.rels" ContentType="application/vnd.openxmlformats-package.relationships+xml"/>
  <Override PartName="/ppt/slideLayouts/_rels/slideLayout3244.xml.rels" ContentType="application/vnd.openxmlformats-package.relationships+xml"/>
  <Override PartName="/ppt/slideLayouts/_rels/slideLayout223.xml.rels" ContentType="application/vnd.openxmlformats-package.relationships+xml"/>
  <Override PartName="/ppt/slideLayouts/_rels/slideLayout1350.xml.rels" ContentType="application/vnd.openxmlformats-package.relationships+xml"/>
  <Override PartName="/ppt/slideLayouts/_rels/slideLayout1827.xml.rels" ContentType="application/vnd.openxmlformats-package.relationships+xml"/>
  <Override PartName="/ppt/slideLayouts/_rels/slideLayout2150.xml.rels" ContentType="application/vnd.openxmlformats-package.relationships+xml"/>
  <Override PartName="/ppt/slideLayouts/_rels/slideLayout1151.xml.rels" ContentType="application/vnd.openxmlformats-package.relationships+xml"/>
  <Override PartName="/ppt/slideLayouts/_rels/slideLayout1651.xml.rels" ContentType="application/vnd.openxmlformats-package.relationships+xml"/>
  <Override PartName="/ppt/slideLayouts/_rels/slideLayout108.xml.rels" ContentType="application/vnd.openxmlformats-package.relationships+xml"/>
  <Override PartName="/ppt/slideLayouts/_rels/slideLayout1210.xml.rels" ContentType="application/vnd.openxmlformats-package.relationships+xml"/>
  <Override PartName="/ppt/slideLayouts/_rels/slideLayout2010.xml.rels" ContentType="application/vnd.openxmlformats-package.relationships+xml"/>
  <Override PartName="/ppt/slideLayouts/_rels/slideLayout1710.xml.rels" ContentType="application/vnd.openxmlformats-package.relationships+xml"/>
  <Override PartName="/ppt/slideLayouts/_rels/slideLayout2203.xml.rels" ContentType="application/vnd.openxmlformats-package.relationships+xml"/>
  <Override PartName="/ppt/slideLayouts/_rels/slideLayout2639.xml.rels" ContentType="application/vnd.openxmlformats-package.relationships+xml"/>
  <Override PartName="/ppt/slideLayouts/_rels/slideLayout2139.xml.rels" ContentType="application/vnd.openxmlformats-package.relationships+xml"/>
  <Override PartName="/ppt/slideLayouts/_rels/slideLayout2138.xml.rels" ContentType="application/vnd.openxmlformats-package.relationships+xml"/>
  <Override PartName="/ppt/slideLayouts/_rels/slideLayout919.xml.rels" ContentType="application/vnd.openxmlformats-package.relationships+xml"/>
  <Override PartName="/ppt/slideLayouts/_rels/slideLayout3576.xml.rels" ContentType="application/vnd.openxmlformats-package.relationships+xml"/>
  <Override PartName="/ppt/slideLayouts/_rels/slideLayout1110.xml.rels" ContentType="application/vnd.openxmlformats-package.relationships+xml"/>
  <Override PartName="/ppt/slideLayouts/_rels/slideLayout2204.xml.rels" ContentType="application/vnd.openxmlformats-package.relationships+xml"/>
  <Override PartName="/ppt/slideLayouts/_rels/slideLayout1610.xml.rels" ContentType="application/vnd.openxmlformats-package.relationships+xml"/>
  <Override PartName="/ppt/slideLayouts/_rels/slideLayout2246.xml.rels" ContentType="application/vnd.openxmlformats-package.relationships+xml"/>
  <Override PartName="/ppt/slideLayouts/_rels/slideLayout487.xml.rels" ContentType="application/vnd.openxmlformats-package.relationships+xml"/>
  <Override PartName="/ppt/slideLayouts/_rels/slideLayout2746.xml.rels" ContentType="application/vnd.openxmlformats-package.relationships+xml"/>
  <Override PartName="/ppt/slideLayouts/_rels/slideLayout1946.xml.rels" ContentType="application/vnd.openxmlformats-package.relationships+xml"/>
  <Override PartName="/ppt/slideLayouts/_rels/slideLayout2123.xml.rels" ContentType="application/vnd.openxmlformats-package.relationships+xml"/>
  <Override PartName="/ppt/slideLayouts/_rels/slideLayout346.xml.rels" ContentType="application/vnd.openxmlformats-package.relationships+xml"/>
  <Override PartName="/ppt/slideLayouts/_rels/slideLayout2245.xml.rels" ContentType="application/vnd.openxmlformats-package.relationships+xml"/>
  <Override PartName="/ppt/slideLayouts/_rels/slideLayout486.xml.rels" ContentType="application/vnd.openxmlformats-package.relationships+xml"/>
  <Override PartName="/ppt/slideLayouts/_rels/slideLayout2745.xml.rels" ContentType="application/vnd.openxmlformats-package.relationships+xml"/>
  <Override PartName="/ppt/slideLayouts/_rels/slideLayout1945.xml.rels" ContentType="application/vnd.openxmlformats-package.relationships+xml"/>
  <Override PartName="/ppt/slideLayouts/_rels/slideLayout2122.xml.rels" ContentType="application/vnd.openxmlformats-package.relationships+xml"/>
  <Override PartName="/ppt/slideLayouts/_rels/slideLayout345.xml.rels" ContentType="application/vnd.openxmlformats-package.relationships+xml"/>
  <Override PartName="/ppt/slideLayouts/_rels/slideLayout1939.xml.rels" ContentType="application/vnd.openxmlformats-package.relationships+xml"/>
  <Override PartName="/ppt/slideLayouts/_rels/slideLayout2239.xml.rels" ContentType="application/vnd.openxmlformats-package.relationships+xml"/>
  <Override PartName="/ppt/slideLayouts/_rels/slideLayout1938.xml.rels" ContentType="application/vnd.openxmlformats-package.relationships+xml"/>
  <Override PartName="/ppt/slideLayouts/_rels/slideLayout1644.xml.rels" ContentType="application/vnd.openxmlformats-package.relationships+xml"/>
  <Override PartName="/ppt/slideLayouts/_rels/slideLayout2238.xml.rels" ContentType="application/vnd.openxmlformats-package.relationships+xml"/>
  <Override PartName="/ppt/slideLayouts/_rels/slideLayout1196.xml.rels" ContentType="application/vnd.openxmlformats-package.relationships+xml"/>
  <Override PartName="/ppt/slideLayouts/_rels/slideLayout3454.xml.rels" ContentType="application/vnd.openxmlformats-package.relationships+xml"/>
  <Override PartName="/ppt/slideLayouts/_rels/slideLayout3082.xml.rels" ContentType="application/vnd.openxmlformats-package.relationships+xml"/>
  <Override PartName="/ppt/slideLayouts/_rels/slideLayout3523.xml.rels" ContentType="application/vnd.openxmlformats-package.relationships+xml"/>
  <Override PartName="/ppt/slideLayouts/_rels/slideLayout1265.xml.rels" ContentType="application/vnd.openxmlformats-package.relationships+xml"/>
  <Override PartName="/ppt/slideLayouts/_rels/slideLayout2302.xml.rels" ContentType="application/vnd.openxmlformats-package.relationships+xml"/>
  <Override PartName="/ppt/slideLayouts/_rels/slideLayout2368.xml.rels" ContentType="application/vnd.openxmlformats-package.relationships+xml"/>
  <Override PartName="/ppt/slideLayouts/_rels/slideLayout2089.xml.rels" ContentType="application/vnd.openxmlformats-package.relationships+xml"/>
  <Override PartName="/ppt/slideLayouts/_rels/slideLayout1643.xml.rels" ContentType="application/vnd.openxmlformats-package.relationships+xml"/>
  <Override PartName="/ppt/slideLayouts/_rels/slideLayout2244.xml.rels" ContentType="application/vnd.openxmlformats-package.relationships+xml"/>
  <Override PartName="/ppt/slideLayouts/_rels/slideLayout2744.xml.rels" ContentType="application/vnd.openxmlformats-package.relationships+xml"/>
  <Override PartName="/ppt/slideLayouts/_rels/slideLayout2096.xml.rels" ContentType="application/vnd.openxmlformats-package.relationships+xml"/>
  <Override PartName="/ppt/slideLayouts/_rels/slideLayout1944.xml.rels" ContentType="application/vnd.openxmlformats-package.relationships+xml"/>
  <Override PartName="/ppt/slideLayouts/_rels/slideLayout2229.xml.rels" ContentType="application/vnd.openxmlformats-package.relationships+xml"/>
  <Override PartName="/ppt/slideLayouts/_rels/slideLayout2960.xml.rels" ContentType="application/vnd.openxmlformats-package.relationships+xml"/>
  <Override PartName="/ppt/slideLayouts/_rels/slideLayout1240.xml.rels" ContentType="application/vnd.openxmlformats-package.relationships+xml"/>
  <Override PartName="/ppt/slideLayouts/_rels/slideLayout2334.xml.rels" ContentType="application/vnd.openxmlformats-package.relationships+xml"/>
  <Override PartName="/ppt/slideLayouts/_rels/slideLayout1740.xml.rels" ContentType="application/vnd.openxmlformats-package.relationships+xml"/>
  <Override PartName="/ppt/slideLayouts/_rels/slideLayout1292.xml.rels" ContentType="application/vnd.openxmlformats-package.relationships+xml"/>
  <Override PartName="/ppt/slideLayouts/_rels/slideLayout1792.xml.rels" ContentType="application/vnd.openxmlformats-package.relationships+xml"/>
  <Override PartName="/ppt/slideLayouts/_rels/slideLayout2092.xml.rels" ContentType="application/vnd.openxmlformats-package.relationships+xml"/>
  <Override PartName="/ppt/slideLayouts/_rels/slideLayout2034.xml.rels" ContentType="application/vnd.openxmlformats-package.relationships+xml"/>
  <Override PartName="/ppt/slideLayouts/_rels/slideLayout2406.xml.rels" ContentType="application/vnd.openxmlformats-package.relationships+xml"/>
  <Override PartName="/ppt/slideLayouts/_rels/slideLayout1261.xml.rels" ContentType="application/vnd.openxmlformats-package.relationships+xml"/>
  <Override PartName="/ppt/slideLayouts/_rels/slideLayout704.xml.rels" ContentType="application/vnd.openxmlformats-package.relationships+xml"/>
  <Override PartName="/ppt/slideLayouts/_rels/slideLayout1585.xml.rels" ContentType="application/vnd.openxmlformats-package.relationships+xml"/>
  <Override PartName="/ppt/slideLayouts/_rels/slideLayout3361.xml.rels" ContentType="application/vnd.openxmlformats-package.relationships+xml"/>
  <Override PartName="/ppt/slideLayouts/_rels/slideLayout1761.xml.rels" ContentType="application/vnd.openxmlformats-package.relationships+xml"/>
  <Override PartName="/ppt/slideLayouts/_rels/slideLayout951.xml.rels" ContentType="application/vnd.openxmlformats-package.relationships+xml"/>
  <Override PartName="/ppt/slideLayouts/_rels/slideLayout3239.xml.rels" ContentType="application/vnd.openxmlformats-package.relationships+xml"/>
  <Override PartName="/ppt/slideLayouts/_rels/slideLayout218.xml.rels" ContentType="application/vnd.openxmlformats-package.relationships+xml"/>
  <Override PartName="/ppt/slideLayouts/_rels/slideLayout1657.xml.rels" ContentType="application/vnd.openxmlformats-package.relationships+xml"/>
  <Override PartName="/ppt/slideLayouts/_rels/slideLayout2234.xml.rels" ContentType="application/vnd.openxmlformats-package.relationships+xml"/>
  <Override PartName="/ppt/slideLayouts/_rels/slideLayout1934.xml.rels" ContentType="application/vnd.openxmlformats-package.relationships+xml"/>
  <Override PartName="/ppt/slideLayouts/_rels/slideLayout2286.xml.rels" ContentType="application/vnd.openxmlformats-package.relationships+xml"/>
  <Override PartName="/ppt/slideLayouts/_rels/slideLayout1703.xml.rels" ContentType="application/vnd.openxmlformats-package.relationships+xml"/>
  <Override PartName="/ppt/slideLayouts/_rels/slideLayout2228.xml.rels" ContentType="application/vnd.openxmlformats-package.relationships+xml"/>
  <Override PartName="/ppt/slideLayouts/_rels/slideLayout1928.xml.rels" ContentType="application/vnd.openxmlformats-package.relationships+xml"/>
  <Override PartName="/ppt/slideLayouts/_rels/slideLayout332.xml.rels" ContentType="application/vnd.openxmlformats-package.relationships+xml"/>
  <Override PartName="/ppt/slideLayouts/_rels/slideLayout1133.xml.rels" ContentType="application/vnd.openxmlformats-package.relationships+xml"/>
  <Override PartName="/ppt/slideLayouts/_rels/slideLayout2285.xml.rels" ContentType="application/vnd.openxmlformats-package.relationships+xml"/>
  <Override PartName="/ppt/slideLayouts/_rels/slideLayout1702.xml.rels" ContentType="application/vnd.openxmlformats-package.relationships+xml"/>
  <Override PartName="/ppt/slideLayouts/_rels/slideLayout2227.xml.rels" ContentType="application/vnd.openxmlformats-package.relationships+xml"/>
  <Override PartName="/ppt/slideLayouts/_rels/slideLayout1927.xml.rels" ContentType="application/vnd.openxmlformats-package.relationships+xml"/>
  <Override PartName="/ppt/slideLayouts/_rels/slideLayout2171.xml.rels" ContentType="application/vnd.openxmlformats-package.relationships+xml"/>
  <Override PartName="/ppt/slideLayouts/_rels/slideLayout1132.xml.rels" ContentType="application/vnd.openxmlformats-package.relationships+xml"/>
  <Override PartName="/ppt/slideLayouts/_rels/slideLayout2284.xml.rels" ContentType="application/vnd.openxmlformats-package.relationships+xml"/>
  <Override PartName="/ppt/slideLayouts/_rels/slideLayout1701.xml.rels" ContentType="application/vnd.openxmlformats-package.relationships+xml"/>
  <Override PartName="/ppt/slideLayouts/_rels/slideLayout2226.xml.rels" ContentType="application/vnd.openxmlformats-package.relationships+xml"/>
  <Override PartName="/ppt/slideLayouts/_rels/slideLayout1926.xml.rels" ContentType="application/vnd.openxmlformats-package.relationships+xml"/>
  <Override PartName="/ppt/slideLayouts/_rels/slideLayout1207.xml.rels" ContentType="application/vnd.openxmlformats-package.relationships+xml"/>
  <Override PartName="/ppt/slideLayouts/_rels/slideLayout2059.xml.rels" ContentType="application/vnd.openxmlformats-package.relationships+xml"/>
  <Override PartName="/ppt/slideLayouts/_rels/slideLayout1659.xml.rels" ContentType="application/vnd.openxmlformats-package.relationships+xml"/>
  <Override PartName="/ppt/slideLayouts/_rels/slideLayout3484.xml.rels" ContentType="application/vnd.openxmlformats-package.relationships+xml"/>
  <Override PartName="/ppt/slideLayouts/_rels/slideLayout827.xml.rels" ContentType="application/vnd.openxmlformats-package.relationships+xml"/>
  <Override PartName="/ppt/slideLayouts/_rels/slideLayout1561.xml.rels" ContentType="application/vnd.openxmlformats-package.relationships+xml"/>
  <Override PartName="/ppt/slideLayouts/_rels/slideLayout1933.xml.rels" ContentType="application/vnd.openxmlformats-package.relationships+xml"/>
  <Override PartName="/ppt/slideLayouts/_rels/slideLayout1658.xml.rels" ContentType="application/vnd.openxmlformats-package.relationships+xml"/>
  <Override PartName="/ppt/slideLayouts/_rels/slideLayout1955.xml.rels" ContentType="application/vnd.openxmlformats-package.relationships+xml"/>
  <Override PartName="/ppt/slideLayouts/_rels/slideLayout2049.xml.rels" ContentType="application/vnd.openxmlformats-package.relationships+xml"/>
  <Override PartName="/ppt/slideLayouts/_rels/slideLayout2780.xml.rels" ContentType="application/vnd.openxmlformats-package.relationships+xml"/>
  <Override PartName="/ppt/slideLayouts/_rels/slideLayout1260.xml.rels" ContentType="application/vnd.openxmlformats-package.relationships+xml"/>
  <Override PartName="/ppt/slideLayouts/_rels/slideLayout1760.xml.rels" ContentType="application/vnd.openxmlformats-package.relationships+xml"/>
  <Override PartName="/ppt/slideLayouts/_rels/slideLayout950.xml.rels" ContentType="application/vnd.openxmlformats-package.relationships+xml"/>
  <Override PartName="/ppt/slideLayouts/_rels/slideLayout3238.xml.rels" ContentType="application/vnd.openxmlformats-package.relationships+xml"/>
  <Override PartName="/ppt/slideLayouts/_rels/slideLayout3307.xml.rels" ContentType="application/vnd.openxmlformats-package.relationships+xml"/>
  <Override PartName="/ppt/slideLayouts/_rels/slideLayout1049.xml.rels" ContentType="application/vnd.openxmlformats-package.relationships+xml"/>
  <Override PartName="/ppt/slideLayouts/_rels/slideLayout1656.xml.rels" ContentType="application/vnd.openxmlformats-package.relationships+xml"/>
  <Override PartName="/ppt/slideLayouts/_rels/slideLayout3481.xml.rels" ContentType="application/vnd.openxmlformats-package.relationships+xml"/>
  <Override PartName="/ppt/slideLayouts/_rels/slideLayout824.xml.rels" ContentType="application/vnd.openxmlformats-package.relationships+xml"/>
  <Override PartName="/ppt/slideLayouts/_rels/slideLayout1104.xml.rels" ContentType="application/vnd.openxmlformats-package.relationships+xml"/>
  <Override PartName="/ppt/slideLayouts/_rels/slideLayout1310.xml.rels" ContentType="application/vnd.openxmlformats-package.relationships+xml"/>
  <Override PartName="/ppt/slideLayouts/_rels/slideLayout1810.xml.rels" ContentType="application/vnd.openxmlformats-package.relationships+xml"/>
  <Override PartName="/ppt/slideLayouts/_rels/slideLayout333.xml.rels" ContentType="application/vnd.openxmlformats-package.relationships+xml"/>
  <Override PartName="/ppt/slideLayouts/_rels/slideLayout2110.xml.rels" ContentType="application/vnd.openxmlformats-package.relationships+xml"/>
  <Override PartName="/ppt/slideLayouts/_rels/slideLayout1903.xml.rels" ContentType="application/vnd.openxmlformats-package.relationships+xml"/>
  <Override PartName="/ppt/slideLayouts/_rels/slideLayout2486.xml.rels" ContentType="application/vnd.openxmlformats-package.relationships+xml"/>
  <Override PartName="/ppt/slideLayouts/_rels/slideLayout1403.xml.rels" ContentType="application/vnd.openxmlformats-package.relationships+xml"/>
  <Override PartName="/ppt/slideLayouts/_rels/slideLayout2055.xml.rels" ContentType="application/vnd.openxmlformats-package.relationships+xml"/>
  <Override PartName="/ppt/slideLayouts/_rels/slideLayout1755.xml.rels" ContentType="application/vnd.openxmlformats-package.relationships+xml"/>
  <Override PartName="/ppt/slideLayouts/_rels/slideLayout551.xml.rels" ContentType="application/vnd.openxmlformats-package.relationships+xml"/>
  <Override PartName="/ppt/slideLayouts/_rels/slideLayout3572.xml.rels" ContentType="application/vnd.openxmlformats-package.relationships+xml"/>
  <Override PartName="/ppt/slideLayouts/_rels/slideLayout2054.xml.rels" ContentType="application/vnd.openxmlformats-package.relationships+xml"/>
  <Override PartName="/ppt/slideLayouts/_rels/slideLayout1954.xml.rels" ContentType="application/vnd.openxmlformats-package.relationships+xml"/>
  <Override PartName="/ppt/slideLayouts/_rels/slideLayout2048.xml.rels" ContentType="application/vnd.openxmlformats-package.relationships+xml"/>
  <Override PartName="/ppt/slideLayouts/_rels/slideLayout1748.xml.rels" ContentType="application/vnd.openxmlformats-package.relationships+xml"/>
  <Override PartName="/ppt/slideLayouts/_rels/slideLayout916.xml.rels" ContentType="application/vnd.openxmlformats-package.relationships+xml"/>
  <Override PartName="/ppt/slideLayouts/_rels/slideLayout908.xml.rels" ContentType="application/vnd.openxmlformats-package.relationships+xml"/>
  <Override PartName="/ppt/slideLayouts/_rels/slideLayout3565.xml.rels" ContentType="application/vnd.openxmlformats-package.relationships+xml"/>
  <Override PartName="/ppt/slideLayouts/_rels/slideLayout2803.xml.rels" ContentType="application/vnd.openxmlformats-package.relationships+xml"/>
  <Override PartName="/ppt/slideLayouts/_rels/slideLayout544.xml.rels" ContentType="application/vnd.openxmlformats-package.relationships+xml"/>
  <Override PartName="/ppt/slideLayouts/_rels/slideLayout2045.xml.rels" ContentType="application/vnd.openxmlformats-package.relationships+xml"/>
  <Override PartName="/ppt/slideLayouts/_rels/slideLayout1187.xml.rels" ContentType="application/vnd.openxmlformats-package.relationships+xml"/>
  <Override PartName="/ppt/slideLayouts/_rels/slideLayout3445.xml.rels" ContentType="application/vnd.openxmlformats-package.relationships+xml"/>
  <Override PartName="/ppt/slideLayouts/_rels/slideLayout1628.xml.rels" ContentType="application/vnd.openxmlformats-package.relationships+xml"/>
  <Override PartName="/ppt/slideLayouts/_rels/slideLayout424.xml.rels" ContentType="application/vnd.openxmlformats-package.relationships+xml"/>
  <Override PartName="/ppt/slideLayouts/_rels/slideLayout2351.xml.rels" ContentType="application/vnd.openxmlformats-package.relationships+xml"/>
  <Override PartName="/ppt/slideLayouts/_rels/slideLayout464.xml.rels" ContentType="application/vnd.openxmlformats-package.relationships+xml"/>
  <Override PartName="/ppt/slideLayouts/_rels/slideLayout2723.xml.rels" ContentType="application/vnd.openxmlformats-package.relationships+xml"/>
  <Override PartName="/ppt/slideLayouts/_rels/slideLayout1551.xml.rels" ContentType="application/vnd.openxmlformats-package.relationships+xml"/>
  <Override PartName="/ppt/slideLayouts/_rels/slideLayout1086.xml.rels" ContentType="application/vnd.openxmlformats-package.relationships+xml"/>
  <Override PartName="/ppt/slideLayouts/_rels/slideLayout3344.xml.rels" ContentType="application/vnd.openxmlformats-package.relationships+xml"/>
  <Override PartName="/ppt/slideLayouts/_rels/slideLayout323.xml.rels" ContentType="application/vnd.openxmlformats-package.relationships+xml"/>
  <Override PartName="/ppt/slideLayouts/_rels/slideLayout2044.xml.rels" ContentType="application/vnd.openxmlformats-package.relationships+xml"/>
  <Override PartName="/ppt/slideLayouts/_rels/slideLayout1668.xml.rels" ContentType="application/vnd.openxmlformats-package.relationships+xml"/>
  <Override PartName="/ppt/slideLayouts/_rels/slideLayout3444.xml.rels" ContentType="application/vnd.openxmlformats-package.relationships+xml"/>
  <Override PartName="/ppt/slideLayouts/_rels/slideLayout1550.xml.rels" ContentType="application/vnd.openxmlformats-package.relationships+xml"/>
  <Override PartName="/ppt/slideLayouts/_rels/slideLayout1751.xml.rels" ContentType="application/vnd.openxmlformats-package.relationships+xml"/>
  <Override PartName="/ppt/slideLayouts/_rels/slideLayout2046.xml.rels" ContentType="application/vnd.openxmlformats-package.relationships+xml"/>
  <Override PartName="/ppt/slideLayouts/_rels/slideLayout2418.xml.rels" ContentType="application/vnd.openxmlformats-package.relationships+xml"/>
  <Override PartName="/ppt/slideLayouts/_rels/slideLayout1250.xml.rels" ContentType="application/vnd.openxmlformats-package.relationships+xml"/>
  <Override PartName="/ppt/slideLayouts/_rels/slideLayout1750.xml.rels" ContentType="application/vnd.openxmlformats-package.relationships+xml"/>
  <Override PartName="/ppt/slideLayouts/_rels/slideLayout1243.xml.rels" ContentType="application/vnd.openxmlformats-package.relationships+xml"/>
  <Override PartName="/ppt/slideLayouts/_rels/slideLayout3343.xml.rels" ContentType="application/vnd.openxmlformats-package.relationships+xml"/>
  <Override PartName="/ppt/slideLayouts/_rels/slideLayout3461.xml.rels" ContentType="application/vnd.openxmlformats-package.relationships+xml"/>
  <Override PartName="/ppt/slideLayouts/_rels/slideLayout322.xml.rels" ContentType="application/vnd.openxmlformats-package.relationships+xml"/>
  <Override PartName="/ppt/slideLayouts/_rels/slideLayout2043.xml.rels" ContentType="application/vnd.openxmlformats-package.relationships+xml"/>
  <Override PartName="/ppt/slideLayouts/_rels/slideLayout1743.xml.rels" ContentType="application/vnd.openxmlformats-package.relationships+xml"/>
  <Override PartName="/ppt/slideLayouts/_rels/slideLayout1371.xml.rels" ContentType="application/vnd.openxmlformats-package.relationships+xml"/>
  <Override PartName="/ppt/slideLayouts/_rels/slideLayout1242.xml.rels" ContentType="application/vnd.openxmlformats-package.relationships+xml"/>
  <Override PartName="/ppt/slideLayouts/_rels/slideLayout2042.xml.rels" ContentType="application/vnd.openxmlformats-package.relationships+xml"/>
  <Override PartName="/ppt/slideLayouts/_rels/slideLayout1742.xml.rels" ContentType="application/vnd.openxmlformats-package.relationships+xml"/>
  <Override PartName="/ppt/slideLayouts/_rels/slideLayout1214.xml.rels" ContentType="application/vnd.openxmlformats-package.relationships+xml"/>
  <Override PartName="/ppt/slideLayouts/_rels/slideLayout1714.xml.rels" ContentType="application/vnd.openxmlformats-package.relationships+xml"/>
  <Override PartName="/ppt/slideLayouts/_rels/slideLayout720.xml.rels" ContentType="application/vnd.openxmlformats-package.relationships+xml"/>
  <Override PartName="/ppt/slideLayouts/_rels/slideLayout3008.xml.rels" ContentType="application/vnd.openxmlformats-package.relationships+xml"/>
  <Override PartName="/ppt/slideLayouts/_rels/slideLayout1530.xml.rels" ContentType="application/vnd.openxmlformats-package.relationships+xml"/>
  <Override PartName="/ppt/slideLayouts/_rels/slideLayout1902.xml.rels" ContentType="application/vnd.openxmlformats-package.relationships+xml"/>
  <Override PartName="/ppt/slideLayouts/_rels/slideLayout3508.xml.rels" ContentType="application/vnd.openxmlformats-package.relationships+xml"/>
  <Override PartName="/ppt/slideLayouts/_rels/slideLayout1408.xml.rels" ContentType="application/vnd.openxmlformats-package.relationships+xml"/>
  <Override PartName="/ppt/slideLayouts/_rels/slideLayout1036.xml.rels" ContentType="application/vnd.openxmlformats-package.relationships+xml"/>
  <Override PartName="/ppt/slideLayouts/_rels/slideLayout3225.xml.rels" ContentType="application/vnd.openxmlformats-package.relationships+xml"/>
  <Override PartName="/ppt/slideLayouts/_rels/slideLayout2208.xml.rels" ContentType="application/vnd.openxmlformats-package.relationships+xml"/>
  <Override PartName="/ppt/slideLayouts/_rels/slideLayout1846.xml.rels" ContentType="application/vnd.openxmlformats-package.relationships+xml"/>
  <Override PartName="/ppt/slideLayouts/_rels/slideLayout1198.xml.rels" ContentType="application/vnd.openxmlformats-package.relationships+xml"/>
  <Override PartName="/ppt/slideLayouts/_rels/slideLayout1212.xml.rels" ContentType="application/vnd.openxmlformats-package.relationships+xml"/>
  <Override PartName="/ppt/slideLayouts/_rels/slideLayout2669.xml.rels" ContentType="application/vnd.openxmlformats-package.relationships+xml"/>
  <Override PartName="/ppt/slideLayouts/_rels/slideLayout2012.xml.rels" ContentType="application/vnd.openxmlformats-package.relationships+xml"/>
  <Override PartName="/ppt/slideLayouts/_rels/slideLayout1712.xml.rels" ContentType="application/vnd.openxmlformats-package.relationships+xml"/>
  <Override PartName="/ppt/slideLayouts/_rels/slideLayout1340.xml.rels" ContentType="application/vnd.openxmlformats-package.relationships+xml"/>
  <Override PartName="/ppt/slideLayouts/_rels/slideLayout1587.xml.rels" ContentType="application/vnd.openxmlformats-package.relationships+xml"/>
  <Override PartName="/ppt/slideLayouts/_rels/slideLayout148.xml.rels" ContentType="application/vnd.openxmlformats-package.relationships+xml"/>
  <Override PartName="/ppt/slideLayouts/_rels/slideLayout1204.xml.rels" ContentType="application/vnd.openxmlformats-package.relationships+xml"/>
  <Override PartName="/ppt/slideLayouts/_rels/slideLayout2004.xml.rels" ContentType="application/vnd.openxmlformats-package.relationships+xml"/>
  <Override PartName="/ppt/slideLayouts/_rels/slideLayout1203.xml.rels" ContentType="application/vnd.openxmlformats-package.relationships+xml"/>
  <Override PartName="/ppt/slideLayouts/_rels/slideLayout2003.xml.rels" ContentType="application/vnd.openxmlformats-package.relationships+xml"/>
  <Override PartName="/ppt/slideLayouts/_rels/slideLayout2276.xml.rels" ContentType="application/vnd.openxmlformats-package.relationships+xml"/>
  <Override PartName="/ppt/slideLayouts/_rels/slideLayout1682.xml.rels" ContentType="application/vnd.openxmlformats-package.relationships+xml"/>
  <Override PartName="/ppt/slideLayouts/_rels/slideLayout1202.xml.rels" ContentType="application/vnd.openxmlformats-package.relationships+xml"/>
  <Override PartName="/ppt/slideLayouts/_rels/slideLayout2354.xml.rels" ContentType="application/vnd.openxmlformats-package.relationships+xml"/>
  <Override PartName="/ppt/slideLayouts/_rels/slideLayout2275.xml.rels" ContentType="application/vnd.openxmlformats-package.relationships+xml"/>
  <Override PartName="/ppt/slideLayouts/_rels/slideLayout1181.xml.rels" ContentType="application/vnd.openxmlformats-package.relationships+xml"/>
  <Override PartName="/ppt/slideLayouts/_rels/slideLayout1681.xml.rels" ContentType="application/vnd.openxmlformats-package.relationships+xml"/>
  <Override PartName="/ppt/slideLayouts/_rels/slideLayout1834.xml.rels" ContentType="application/vnd.openxmlformats-package.relationships+xml"/>
  <Override PartName="/ppt/slideLayouts/_rels/slideLayout1186.xml.rels" ContentType="application/vnd.openxmlformats-package.relationships+xml"/>
  <Override PartName="/ppt/slideLayouts/_rels/slideLayout1201.xml.rels" ContentType="application/vnd.openxmlformats-package.relationships+xml"/>
  <Override PartName="/ppt/slideLayouts/_rels/slideLayout2353.xml.rels" ContentType="application/vnd.openxmlformats-package.relationships+xml"/>
  <Override PartName="/ppt/slideLayouts/_rels/slideLayout1833.xml.rels" ContentType="application/vnd.openxmlformats-package.relationships+xml"/>
  <Override PartName="/ppt/slideLayouts/_rels/slideLayout1185.xml.rels" ContentType="application/vnd.openxmlformats-package.relationships+xml"/>
  <Override PartName="/ppt/slideLayouts/_rels/slideLayout1200.xml.rels" ContentType="application/vnd.openxmlformats-package.relationships+xml"/>
  <Override PartName="/ppt/slideLayouts/_rels/slideLayout2352.xml.rels" ContentType="application/vnd.openxmlformats-package.relationships+xml"/>
  <Override PartName="/ppt/slideLayouts/_rels/slideLayout1700.xml.rels" ContentType="application/vnd.openxmlformats-package.relationships+xml"/>
  <Override PartName="/ppt/slideLayouts/_rels/slideLayout2283.xml.rels" ContentType="application/vnd.openxmlformats-package.relationships+xml"/>
  <Override PartName="/ppt/slideLayouts/_rels/slideLayout1680.xml.rels" ContentType="application/vnd.openxmlformats-package.relationships+xml"/>
  <Override PartName="/ppt/slideLayouts/_rels/slideLayout1115.xml.rels" ContentType="application/vnd.openxmlformats-package.relationships+xml"/>
  <Override PartName="/ppt/slideLayouts/_rels/slideLayout1173.xml.rels" ContentType="application/vnd.openxmlformats-package.relationships+xml"/>
  <Override PartName="/ppt/slideLayouts/_rels/slideLayout1321.xml.rels" ContentType="application/vnd.openxmlformats-package.relationships+xml"/>
  <Override PartName="/ppt/slideLayouts/_rels/slideLayout1821.xml.rels" ContentType="application/vnd.openxmlformats-package.relationships+xml"/>
  <Override PartName="/ppt/slideLayouts/_rels/slideLayout1673.xml.rels" ContentType="application/vnd.openxmlformats-package.relationships+xml"/>
  <Override PartName="/ppt/slideLayouts/_rels/slideLayout1114.xml.rels" ContentType="application/vnd.openxmlformats-package.relationships+xml"/>
  <Override PartName="/ppt/slideLayouts/_rels/slideLayout2266.xml.rels" ContentType="application/vnd.openxmlformats-package.relationships+xml"/>
  <Override PartName="/ppt/slideLayouts/_rels/slideLayout1172.xml.rels" ContentType="application/vnd.openxmlformats-package.relationships+xml"/>
  <Override PartName="/ppt/slideLayouts/_rels/slideLayout1320.xml.rels" ContentType="application/vnd.openxmlformats-package.relationships+xml"/>
  <Override PartName="/ppt/slideLayouts/_rels/slideLayout1672.xml.rels" ContentType="application/vnd.openxmlformats-package.relationships+xml"/>
  <Override PartName="/ppt/slideLayouts/_rels/slideLayout1113.xml.rels" ContentType="application/vnd.openxmlformats-package.relationships+xml"/>
  <Override PartName="/ppt/slideLayouts/_rels/slideLayout2265.xml.rels" ContentType="application/vnd.openxmlformats-package.relationships+xml"/>
  <Override PartName="/ppt/slideLayouts/_rels/slideLayout1171.xml.rels" ContentType="application/vnd.openxmlformats-package.relationships+xml"/>
  <Override PartName="/ppt/slideLayouts/_rels/slideLayout1613.xml.rels" ContentType="application/vnd.openxmlformats-package.relationships+xml"/>
  <Override PartName="/ppt/slideLayouts/_rels/slideLayout2196.xml.rels" ContentType="application/vnd.openxmlformats-package.relationships+xml"/>
  <Override PartName="/ppt/slideLayouts/_rels/slideLayout1654.xml.rels" ContentType="application/vnd.openxmlformats-package.relationships+xml"/>
  <Override PartName="/ppt/slideLayouts/_rels/slideLayout3430.xml.rels" ContentType="application/vnd.openxmlformats-package.relationships+xml"/>
  <Override PartName="/ppt/slideLayouts/_rels/slideLayout1671.xml.rels" ContentType="application/vnd.openxmlformats-package.relationships+xml"/>
  <Override PartName="/ppt/slideLayouts/_rels/slideLayout1872.xml.rels" ContentType="application/vnd.openxmlformats-package.relationships+xml"/>
  <Override PartName="/ppt/slideLayouts/_rels/slideLayout1166.xml.rels" ContentType="application/vnd.openxmlformats-package.relationships+xml"/>
  <Override PartName="/ppt/slideLayouts/_rels/slideLayout1314.xml.rels" ContentType="application/vnd.openxmlformats-package.relationships+xml"/>
  <Override PartName="/ppt/slideLayouts/_rels/slideLayout1666.xml.rels" ContentType="application/vnd.openxmlformats-package.relationships+xml"/>
  <Override PartName="/ppt/slideLayouts/_rels/slideLayout1112.xml.rels" ContentType="application/vnd.openxmlformats-package.relationships+xml"/>
  <Override PartName="/ppt/slideLayouts/_rels/slideLayout2264.xml.rels" ContentType="application/vnd.openxmlformats-package.relationships+xml"/>
  <Override PartName="/ppt/slideLayouts/_rels/slideLayout1170.xml.rels" ContentType="application/vnd.openxmlformats-package.relationships+xml"/>
  <Override PartName="/ppt/slideLayouts/_rels/slideLayout1612.xml.rels" ContentType="application/vnd.openxmlformats-package.relationships+xml"/>
  <Override PartName="/ppt/slideLayouts/_rels/slideLayout2195.xml.rels" ContentType="application/vnd.openxmlformats-package.relationships+xml"/>
  <Override PartName="/ppt/slideLayouts/_rels/slideLayout1670.xml.rels" ContentType="application/vnd.openxmlformats-package.relationships+xml"/>
  <Override PartName="/ppt/slideLayouts/_rels/slideLayout1871.xml.rels" ContentType="application/vnd.openxmlformats-package.relationships+xml"/>
  <Override PartName="/ppt/slideLayouts/_rels/slideLayout1665.xml.rels" ContentType="application/vnd.openxmlformats-package.relationships+xml"/>
  <Override PartName="/ppt/slideLayouts/_rels/slideLayout825.xml.rels" ContentType="application/vnd.openxmlformats-package.relationships+xml"/>
  <Override PartName="/ppt/slideLayouts/_rels/slideLayout3482.xml.rels" ContentType="application/vnd.openxmlformats-package.relationships+xml"/>
  <Override PartName="/ppt/slideLayouts/_rels/slideLayout2610.xml.rels" ContentType="application/vnd.openxmlformats-package.relationships+xml"/>
  <Override PartName="/ppt/slideLayouts/_rels/slideLayout833.xml.rels" ContentType="application/vnd.openxmlformats-package.relationships+xml"/>
  <Override PartName="/ppt/slideLayouts/_rels/slideLayout1103.xml.rels" ContentType="application/vnd.openxmlformats-package.relationships+xml"/>
  <Override PartName="/ppt/slideLayouts/_rels/slideLayout3261.xml.rels" ContentType="application/vnd.openxmlformats-package.relationships+xml"/>
  <Override PartName="/ppt/slideLayouts/_rels/slideLayout1444.xml.rels" ContentType="application/vnd.openxmlformats-package.relationships+xml"/>
  <Override PartName="/ppt/slideLayouts/_rels/slideLayout240.xml.rels" ContentType="application/vnd.openxmlformats-package.relationships+xml"/>
  <Override PartName="/ppt/slideLayouts/_rels/slideLayout1161.xml.rels" ContentType="application/vnd.openxmlformats-package.relationships+xml"/>
  <Override PartName="/ppt/slideLayouts/_rels/slideLayout1603.xml.rels" ContentType="application/vnd.openxmlformats-package.relationships+xml"/>
  <Override PartName="/ppt/slideLayouts/_rels/slideLayout1661.xml.rels" ContentType="application/vnd.openxmlformats-package.relationships+xml"/>
  <Override PartName="/ppt/slideLayouts/_rels/slideLayout674.xml.rels" ContentType="application/vnd.openxmlformats-package.relationships+xml"/>
  <Override PartName="/ppt/slideLayouts/_rels/slideLayout174.xml.rels" ContentType="application/vnd.openxmlformats-package.relationships+xml"/>
  <Override PartName="/ppt/slideLayouts/_rels/slideLayout3195.xml.rels" ContentType="application/vnd.openxmlformats-package.relationships+xml"/>
  <Override PartName="/ppt/slideLayouts/_rels/slideLayout822.xml.rels" ContentType="application/vnd.openxmlformats-package.relationships+xml"/>
  <Override PartName="/ppt/slideLayouts/_rels/slideLayout875.xml.rels" ContentType="application/vnd.openxmlformats-package.relationships+xml"/>
  <Override PartName="/ppt/slideLayouts/_rels/slideLayout817.xml.rels" ContentType="application/vnd.openxmlformats-package.relationships+xml"/>
  <Override PartName="/ppt/slideLayouts/_rels/slideLayout1102.xml.rels" ContentType="application/vnd.openxmlformats-package.relationships+xml"/>
  <Override PartName="/ppt/slideLayouts/_rels/slideLayout2254.xml.rels" ContentType="application/vnd.openxmlformats-package.relationships+xml"/>
  <Override PartName="/ppt/slideLayouts/_rels/slideLayout2754.xml.rels" ContentType="application/vnd.openxmlformats-package.relationships+xml"/>
  <Override PartName="/ppt/slideLayouts/_rels/slideLayout2382.xml.rels" ContentType="application/vnd.openxmlformats-package.relationships+xml"/>
  <Override PartName="/ppt/slideLayouts/_rels/slideLayout1602.xml.rels" ContentType="application/vnd.openxmlformats-package.relationships+xml"/>
  <Override PartName="/ppt/slideLayouts/_rels/slideLayout1660.xml.rels" ContentType="application/vnd.openxmlformats-package.relationships+xml"/>
  <Override PartName="/ppt/slideLayouts/_rels/slideLayout673.xml.rels" ContentType="application/vnd.openxmlformats-package.relationships+xml"/>
  <Override PartName="/ppt/slideLayouts/_rels/slideLayout173.xml.rels" ContentType="application/vnd.openxmlformats-package.relationships+xml"/>
  <Override PartName="/ppt/slideLayouts/_rels/slideLayout2611.xml.rels" ContentType="application/vnd.openxmlformats-package.relationships+xml"/>
  <Override PartName="/ppt/slideLayouts/_rels/slideLayout3194.xml.rels" ContentType="application/vnd.openxmlformats-package.relationships+xml"/>
  <Override PartName="/ppt/slideLayouts/_rels/slideLayout821.xml.rels" ContentType="application/vnd.openxmlformats-package.relationships+xml"/>
  <Override PartName="/ppt/slideLayouts/_rels/slideLayout816.xml.rels" ContentType="application/vnd.openxmlformats-package.relationships+xml"/>
  <Override PartName="/ppt/slideLayouts/_rels/slideLayout1150.xml.rels" ContentType="application/vnd.openxmlformats-package.relationships+xml"/>
  <Override PartName="/ppt/slideLayouts/_rels/slideLayout2979.xml.rels" ContentType="application/vnd.openxmlformats-package.relationships+xml"/>
  <Override PartName="/ppt/slideLayouts/_rels/slideLayout1522.xml.rels" ContentType="application/vnd.openxmlformats-package.relationships+xml"/>
  <Override PartName="/ppt/slideLayouts/_rels/slideLayout1650.xml.rels" ContentType="application/vnd.openxmlformats-package.relationships+xml"/>
  <Override PartName="/ppt/slideLayouts/_rels/slideLayout326.xml.rels" ContentType="application/vnd.openxmlformats-package.relationships+xml"/>
  <Override PartName="/ppt/slideLayouts/_rels/slideLayout2182.xml.rels" ContentType="application/vnd.openxmlformats-package.relationships+xml"/>
  <Override PartName="/ppt/slideLayouts/_rels/slideLayout1147.xml.rels" ContentType="application/vnd.openxmlformats-package.relationships+xml"/>
  <Override PartName="/ppt/slideLayouts/_rels/slideLayout1647.xml.rels" ContentType="application/vnd.openxmlformats-package.relationships+xml"/>
  <Override PartName="/ppt/slideLayouts/_rels/slideLayout1835.xml.rels" ContentType="application/vnd.openxmlformats-package.relationships+xml"/>
  <Override PartName="/ppt/slideLayouts/_rels/slideLayout358.xml.rels" ContentType="application/vnd.openxmlformats-package.relationships+xml"/>
  <Override PartName="/ppt/slideLayouts/_rels/slideLayout2135.xml.rels" ContentType="application/vnd.openxmlformats-package.relationships+xml"/>
  <Override PartName="/ppt/slideLayouts/_rels/slideLayout1142.xml.rels" ContentType="application/vnd.openxmlformats-package.relationships+xml"/>
  <Override PartName="/ppt/slideLayouts/_rels/slideLayout2599.xml.rels" ContentType="application/vnd.openxmlformats-package.relationships+xml"/>
  <Override PartName="/ppt/slideLayouts/_rels/slideLayout349.xml.rels" ContentType="application/vnd.openxmlformats-package.relationships+xml"/>
  <Override PartName="/ppt/slideLayouts/_rels/slideLayout1892.xml.rels" ContentType="application/vnd.openxmlformats-package.relationships+xml"/>
  <Override PartName="/ppt/slideLayouts/_rels/slideLayout348.xml.rels" ContentType="application/vnd.openxmlformats-package.relationships+xml"/>
  <Override PartName="/ppt/slideLayouts/_rels/slideLayout1891.xml.rels" ContentType="application/vnd.openxmlformats-package.relationships+xml"/>
  <Override PartName="/ppt/slideLayouts/_rels/slideLayout3369.xml.rels" ContentType="application/vnd.openxmlformats-package.relationships+xml"/>
  <Override PartName="/ppt/slideLayouts/_rels/slideLayout1707.xml.rels" ContentType="application/vnd.openxmlformats-package.relationships+xml"/>
  <Override PartName="/ppt/slideLayouts/_rels/slideLayout2030.xml.rels" ContentType="application/vnd.openxmlformats-package.relationships+xml"/>
  <Override PartName="/ppt/slideLayouts/_rels/slideLayout1230.xml.rels" ContentType="application/vnd.openxmlformats-package.relationships+xml"/>
  <Override PartName="/ppt/slideLayouts/_rels/slideLayout2687.xml.rels" ContentType="application/vnd.openxmlformats-package.relationships+xml"/>
  <Override PartName="/ppt/slideLayouts/_rels/slideLayout1730.xml.rels" ContentType="application/vnd.openxmlformats-package.relationships+xml"/>
  <Override PartName="/ppt/slideLayouts/_rels/slideLayout312.xml.rels" ContentType="application/vnd.openxmlformats-package.relationships+xml"/>
  <Override PartName="/ppt/slideLayouts/_rels/slideLayout1022.xml.rels" ContentType="application/vnd.openxmlformats-package.relationships+xml"/>
  <Override PartName="/ppt/slideLayouts/_rels/slideLayout2479.xml.rels" ContentType="application/vnd.openxmlformats-package.relationships+xml"/>
  <Override PartName="/ppt/slideLayouts/_rels/slideLayout3122.xml.rels" ContentType="application/vnd.openxmlformats-package.relationships+xml"/>
  <Override PartName="/ppt/slideLayouts/_rels/slideLayout1305.xml.rels" ContentType="application/vnd.openxmlformats-package.relationships+xml"/>
  <Override PartName="/ppt/slideLayouts/_rels/slideLayout101.xml.rels" ContentType="application/vnd.openxmlformats-package.relationships+xml"/>
  <Override PartName="/ppt/slideLayouts/_rels/slideLayout162.xml.rels" ContentType="application/vnd.openxmlformats-package.relationships+xml"/>
  <Override PartName="/ppt/slideLayouts/_rels/slideLayout1691.xml.rels" ContentType="application/vnd.openxmlformats-package.relationships+xml"/>
  <Override PartName="/ppt/slideLayouts/_rels/slideLayout810.xml.rels" ContentType="application/vnd.openxmlformats-package.relationships+xml"/>
  <Override PartName="/ppt/slideLayouts/_rels/slideLayout1630.xml.rels" ContentType="application/vnd.openxmlformats-package.relationships+xml"/>
  <Override PartName="/ppt/slideLayouts/_rels/slideLayout336.xml.rels" ContentType="application/vnd.openxmlformats-package.relationships+xml"/>
  <Override PartName="/ppt/slideLayouts/_rels/slideLayout3113.xml.rels" ContentType="application/vnd.openxmlformats-package.relationships+xml"/>
  <Override PartName="/ppt/slideLayouts/_rels/slideLayout3112.xml.rels" ContentType="application/vnd.openxmlformats-package.relationships+xml"/>
  <Override PartName="/ppt/slideLayouts/_rels/slideLayout185.xml.rels" ContentType="application/vnd.openxmlformats-package.relationships+xml"/>
  <Override PartName="/ppt/slideLayouts/_rels/slideLayout2311.xml.rels" ContentType="application/vnd.openxmlformats-package.relationships+xml"/>
  <Override PartName="/ppt/slideLayouts/_rels/slideLayout3111.xml.rels" ContentType="application/vnd.openxmlformats-package.relationships+xml"/>
  <Override PartName="/ppt/slideLayouts/_rels/slideLayout184.xml.rels" ContentType="application/vnd.openxmlformats-package.relationships+xml"/>
  <Override PartName="/ppt/slideLayouts/_rels/slideLayout2310.xml.rels" ContentType="application/vnd.openxmlformats-package.relationships+xml"/>
  <Override PartName="/ppt/slideLayouts/_rels/slideLayout3110.xml.rels" ContentType="application/vnd.openxmlformats-package.relationships+xml"/>
  <Override PartName="/ppt/slideLayouts/_rels/slideLayout1197.xml.rels" ContentType="application/vnd.openxmlformats-package.relationships+xml"/>
  <Override PartName="/ppt/slideLayouts/_rels/slideLayout3455.xml.rels" ContentType="application/vnd.openxmlformats-package.relationships+xml"/>
  <Override PartName="/ppt/slideLayouts/_rels/slideLayout3083.xml.rels" ContentType="application/vnd.openxmlformats-package.relationships+xml"/>
  <Override PartName="/ppt/slideLayouts/_rels/slideLayout2303.xml.rels" ContentType="application/vnd.openxmlformats-package.relationships+xml"/>
  <Override PartName="/ppt/slideLayouts/_rels/slideLayout3603.xml.rels" ContentType="application/vnd.openxmlformats-package.relationships+xml"/>
  <Override PartName="/ppt/slideLayouts/_rels/slideLayout3103.xml.rels" ContentType="application/vnd.openxmlformats-package.relationships+xml"/>
  <Override PartName="/ppt/slideLayouts/_rels/slideLayout500.xml.rels" ContentType="application/vnd.openxmlformats-package.relationships+xml"/>
  <Override PartName="/ppt/slideLayouts/_rels/slideLayout1381.xml.rels" ContentType="application/vnd.openxmlformats-package.relationships+xml"/>
  <Override PartName="/ppt/slideLayouts/_rels/slideLayout2181.xml.rels" ContentType="application/vnd.openxmlformats-package.relationships+xml"/>
  <Override PartName="/ppt/slideLayouts/_rels/slideLayout1611.xml.rels" ContentType="application/vnd.openxmlformats-package.relationships+xml"/>
  <Override PartName="/ppt/slideLayouts/_rels/slideLayout2832.xml.rels" ContentType="application/vnd.openxmlformats-package.relationships+xml"/>
  <Override PartName="/ppt/slideLayouts/_rels/slideLayout2332.xml.rels" ContentType="application/vnd.openxmlformats-package.relationships+xml"/>
  <Override PartName="/ppt/slideLayouts/_rels/slideLayout217.xml.rels" ContentType="application/vnd.openxmlformats-package.relationships+xml"/>
  <Override PartName="/ppt/slideLayouts/_rels/slideLayout1098.xml.rels" ContentType="application/vnd.openxmlformats-package.relationships+xml"/>
  <Override PartName="/ppt/slideLayouts/_rels/slideLayout1590.xml.rels" ContentType="application/vnd.openxmlformats-package.relationships+xml"/>
  <Override PartName="/ppt/slideLayouts/_rels/slideLayout1342.xml.rels" ContentType="application/vnd.openxmlformats-package.relationships+xml"/>
  <Override PartName="/ppt/slideLayouts/_rels/slideLayout3600.xml.rels" ContentType="application/vnd.openxmlformats-package.relationships+xml"/>
  <Override PartName="/ppt/slideLayouts/_rels/slideLayout1411.xml.rels" ContentType="application/vnd.openxmlformats-package.relationships+xml"/>
  <Override PartName="/ppt/slideLayouts/_rels/slideLayout3100.xml.rels" ContentType="application/vnd.openxmlformats-package.relationships+xml"/>
  <Override PartName="/ppt/slideLayouts/_rels/slideLayout325.xml.rels" ContentType="application/vnd.openxmlformats-package.relationships+xml"/>
  <Override PartName="/ppt/slideLayouts/_rels/slideLayout2126.xml.rels" ContentType="application/vnd.openxmlformats-package.relationships+xml"/>
  <Override PartName="/ppt/slideLayouts/_rels/slideLayout3602.xml.rels" ContentType="application/vnd.openxmlformats-package.relationships+xml"/>
  <Override PartName="/ppt/slideLayouts/_rels/slideLayout1826.xml.rels" ContentType="application/vnd.openxmlformats-package.relationships+xml"/>
  <Override PartName="/ppt/slideLayouts/_rels/slideLayout324.xml.rels" ContentType="application/vnd.openxmlformats-package.relationships+xml"/>
  <Override PartName="/ppt/slideLayouts/_rels/slideLayout2125.xml.rels" ContentType="application/vnd.openxmlformats-package.relationships+xml"/>
  <Override PartName="/ppt/slideLayouts/_rels/slideLayout1453.xml.rels" ContentType="application/vnd.openxmlformats-package.relationships+xml"/>
  <Override PartName="/ppt/slideLayouts/_rels/slideLayout675.xml.rels" ContentType="application/vnd.openxmlformats-package.relationships+xml"/>
  <Override PartName="/ppt/slideLayouts/_rels/slideLayout823.xml.rels" ContentType="application/vnd.openxmlformats-package.relationships+xml"/>
  <Override PartName="/ppt/slideLayouts/_rels/slideLayout2333.xml.rels" ContentType="application/vnd.openxmlformats-package.relationships+xml"/>
  <Override PartName="/ppt/slideLayouts/_rels/slideLayout1591.xml.rels" ContentType="application/vnd.openxmlformats-package.relationships+xml"/>
  <Override PartName="/ppt/slideLayouts/_rels/slideLayout1589.xml.rels" ContentType="application/vnd.openxmlformats-package.relationships+xml"/>
  <Override PartName="/ppt/slideLayouts/_rels/slideLayout497.xml.rels" ContentType="application/vnd.openxmlformats-package.relationships+xml"/>
  <Override PartName="/ppt/slideLayouts/_rels/slideLayout2141.xml.rels" ContentType="application/vnd.openxmlformats-package.relationships+xml"/>
  <Override PartName="/ppt/slideLayouts/_rels/slideLayout387.xml.rels" ContentType="application/vnd.openxmlformats-package.relationships+xml"/>
  <Override PartName="/ppt/slideLayouts/_rels/slideLayout2513.xml.rels" ContentType="application/vnd.openxmlformats-package.relationships+xml"/>
  <Override PartName="/ppt/slideLayouts/_rels/slideLayout1341.xml.rels" ContentType="application/vnd.openxmlformats-package.relationships+xml"/>
  <Override PartName="/ppt/slideLayouts/_rels/slideLayout1841.xml.rels" ContentType="application/vnd.openxmlformats-package.relationships+xml"/>
  <Override PartName="/ppt/slideLayouts/_rels/slideLayout812.xml.rels" ContentType="application/vnd.openxmlformats-package.relationships+xml"/>
  <Override PartName="/ppt/slideLayouts/_rels/slideLayout1693.xml.rels" ContentType="application/vnd.openxmlformats-package.relationships+xml"/>
  <Override PartName="/ppt/slideLayouts/_rels/slideLayout32.xml.rels" ContentType="application/vnd.openxmlformats-package.relationships+xml"/>
  <Override PartName="/ppt/slideLayouts/_rels/slideLayout2441.xml.rels" ContentType="application/vnd.openxmlformats-package.relationships+xml"/>
  <Override PartName="/ppt/slideLayouts/_rels/slideLayout1840.xml.rels" ContentType="application/vnd.openxmlformats-package.relationships+xml"/>
  <Override PartName="/ppt/slideLayouts/_rels/slideLayout811.xml.rels" ContentType="application/vnd.openxmlformats-package.relationships+xml"/>
  <Override PartName="/ppt/slideLayouts/_rels/slideLayout1692.xml.rels" ContentType="application/vnd.openxmlformats-package.relationships+xml"/>
  <Override PartName="/ppt/slideLayouts/_rels/slideLayout815.xml.rels" ContentType="application/vnd.openxmlformats-package.relationships+xml"/>
  <Override PartName="/ppt/slideLayouts/_rels/slideLayout1571.xml.rels" ContentType="application/vnd.openxmlformats-package.relationships+xml"/>
  <Override PartName="/ppt/slideLayouts/_rels/slideLayout1560.xml.rels" ContentType="application/vnd.openxmlformats-package.relationships+xml"/>
  <Override PartName="/ppt/slideLayouts/_rels/slideLayout2341.xml.rels" ContentType="application/vnd.openxmlformats-package.relationships+xml"/>
  <Override PartName="/ppt/slideLayouts/_rels/slideLayout1541.xml.rels" ContentType="application/vnd.openxmlformats-package.relationships+xml"/>
  <Override PartName="/ppt/slideLayouts/_rels/slideLayout2340.xml.rels" ContentType="application/vnd.openxmlformats-package.relationships+xml"/>
  <Override PartName="/ppt/slideLayouts/_rels/slideLayout2134.xml.rels" ContentType="application/vnd.openxmlformats-package.relationships+xml"/>
  <Override PartName="/ppt/slideLayouts/_rels/slideLayout1540.xml.rels" ContentType="application/vnd.openxmlformats-package.relationships+xml"/>
  <Override PartName="/ppt/slideLayouts/_rels/slideLayout2831.xml.rels" ContentType="application/vnd.openxmlformats-package.relationships+xml"/>
  <Override PartName="/ppt/slideLayouts/_rels/slideLayout1531.xml.rels" ContentType="application/vnd.openxmlformats-package.relationships+xml"/>
  <Override PartName="/ppt/slideLayouts/_rels/slideLayout2301.xml.rels" ContentType="application/vnd.openxmlformats-package.relationships+xml"/>
  <Override PartName="/ppt/slideLayouts/_rels/slideLayout1825.xml.rels" ContentType="application/vnd.openxmlformats-package.relationships+xml"/>
  <Override PartName="/ppt/slideLayouts/_rels/slideLayout3601.xml.rels" ContentType="application/vnd.openxmlformats-package.relationships+xml"/>
  <Override PartName="/ppt/slideLayouts/_rels/slideLayout2367.xml.rels" ContentType="application/vnd.openxmlformats-package.relationships+xml"/>
  <Override PartName="/ppt/slideLayouts/_rels/slideLayout1501.xml.rels" ContentType="application/vnd.openxmlformats-package.relationships+xml"/>
  <Override PartName="/ppt/slideLayouts/_rels/slideLayout2958.xml.rels" ContentType="application/vnd.openxmlformats-package.relationships+xml"/>
  <Override PartName="/ppt/slideLayouts/_rels/slideLayout1980.xml.rels" ContentType="application/vnd.openxmlformats-package.relationships+xml"/>
  <Override PartName="/ppt/slideLayouts/_rels/slideLayout1422.xml.rels" ContentType="application/vnd.openxmlformats-package.relationships+xml"/>
  <Override PartName="/ppt/slideLayouts/_rels/slideLayout1922.xml.rels" ContentType="application/vnd.openxmlformats-package.relationships+xml"/>
  <Override PartName="/ppt/slideLayouts/_rels/slideLayout2074.xml.rels" ContentType="application/vnd.openxmlformats-package.relationships+xml"/>
  <Override PartName="/ppt/slideLayouts/_rels/slideLayout2280.xml.rels" ContentType="application/vnd.openxmlformats-package.relationships+xml"/>
  <Override PartName="/ppt/slideLayouts/_rels/slideLayout1480.xml.rels" ContentType="application/vnd.openxmlformats-package.relationships+xml"/>
  <Override PartName="/ppt/slideLayouts/_rels/slideLayout1829.xml.rels" ContentType="application/vnd.openxmlformats-package.relationships+xml"/>
  <Override PartName="/ppt/slideLayouts/_rels/slideLayout2152.xml.rels" ContentType="application/vnd.openxmlformats-package.relationships+xml"/>
  <Override PartName="/ppt/slideLayouts/_rels/slideLayout1500.xml.rels" ContentType="application/vnd.openxmlformats-package.relationships+xml"/>
  <Override PartName="/ppt/slideLayouts/_rels/slideLayout2083.xml.rels" ContentType="application/vnd.openxmlformats-package.relationships+xml"/>
  <Override PartName="/ppt/slideLayouts/_rels/slideLayout2087.xml.rels" ContentType="application/vnd.openxmlformats-package.relationships+xml"/>
  <Override PartName="/ppt/slideLayouts/_rels/slideLayout1935.xml.rels" ContentType="application/vnd.openxmlformats-package.relationships+xml"/>
  <Override PartName="/ppt/slideLayouts/_rels/slideLayout1993.xml.rels" ContentType="application/vnd.openxmlformats-package.relationships+xml"/>
  <Override PartName="/ppt/slideLayouts/_rels/slideLayout3079.xml.rels" ContentType="application/vnd.openxmlformats-package.relationships+xml"/>
  <Override PartName="/ppt/slideLayouts/_rels/slideLayout1493.xml.rels" ContentType="application/vnd.openxmlformats-package.relationships+xml"/>
  <Override PartName="/ppt/slideLayouts/_rels/slideLayout905.xml.rels" ContentType="application/vnd.openxmlformats-package.relationships+xml"/>
  <Override PartName="/ppt/slideLayouts/_rels/slideLayout1786.xml.rels" ContentType="application/vnd.openxmlformats-package.relationships+xml"/>
  <Override PartName="/ppt/slideLayouts/_rels/slideLayout2086.xml.rels" ContentType="application/vnd.openxmlformats-package.relationships+xml"/>
  <Override PartName="/ppt/slideLayouts/_rels/slideLayout1992.xml.rels" ContentType="application/vnd.openxmlformats-package.relationships+xml"/>
  <Override PartName="/ppt/slideLayouts/_rels/slideLayout3078.xml.rels" ContentType="application/vnd.openxmlformats-package.relationships+xml"/>
  <Override PartName="/ppt/slideLayouts/_rels/slideLayout1492.xml.rels" ContentType="application/vnd.openxmlformats-package.relationships+xml"/>
  <Override PartName="/ppt/slideLayouts/_rels/slideLayout904.xml.rels" ContentType="application/vnd.openxmlformats-package.relationships+xml"/>
  <Override PartName="/ppt/slideLayouts/_rels/slideLayout1785.xml.rels" ContentType="application/vnd.openxmlformats-package.relationships+xml"/>
  <Override PartName="/ppt/slideLayouts/_rels/slideLayout2840.xml.rels" ContentType="application/vnd.openxmlformats-package.relationships+xml"/>
  <Override PartName="/ppt/slideLayouts/_rels/slideLayout581.xml.rels" ContentType="application/vnd.openxmlformats-package.relationships+xml"/>
  <Override PartName="/ppt/slideLayouts/_rels/slideLayout2085.xml.rels" ContentType="application/vnd.openxmlformats-package.relationships+xml"/>
  <Override PartName="/ppt/slideLayouts/_rels/slideLayout2457.xml.rels" ContentType="application/vnd.openxmlformats-package.relationships+xml"/>
  <Override PartName="/ppt/slideLayouts/_rels/slideLayout1991.xml.rels" ContentType="application/vnd.openxmlformats-package.relationships+xml"/>
  <Override PartName="/ppt/slideLayouts/_rels/slideLayout3077.xml.rels" ContentType="application/vnd.openxmlformats-package.relationships+xml"/>
  <Override PartName="/ppt/slideLayouts/_rels/slideLayout3449.xml.rels" ContentType="application/vnd.openxmlformats-package.relationships+xml"/>
  <Override PartName="/ppt/slideLayouts/_rels/slideLayout1491.xml.rels" ContentType="application/vnd.openxmlformats-package.relationships+xml"/>
  <Override PartName="/ppt/slideLayouts/_rels/slideLayout2077.xml.rels" ContentType="application/vnd.openxmlformats-package.relationships+xml"/>
  <Override PartName="/ppt/slideLayouts/_rels/slideLayout1131.xml.rels" ContentType="application/vnd.openxmlformats-package.relationships+xml"/>
  <Override PartName="/ppt/slideLayouts/_rels/slideLayout1983.xml.rels" ContentType="application/vnd.openxmlformats-package.relationships+xml"/>
  <Override PartName="/ppt/slideLayouts/_rels/slideLayout3069.xml.rels" ContentType="application/vnd.openxmlformats-package.relationships+xml"/>
  <Override PartName="/ppt/slideLayouts/_rels/slideLayout2225.xml.rels" ContentType="application/vnd.openxmlformats-package.relationships+xml"/>
  <Override PartName="/ppt/slideLayouts/_rels/slideLayout1925.xml.rels" ContentType="application/vnd.openxmlformats-package.relationships+xml"/>
  <Override PartName="/ppt/slideLayouts/_rels/slideLayout1631.xml.rels" ContentType="application/vnd.openxmlformats-package.relationships+xml"/>
  <Override PartName="/ppt/slideLayouts/_rels/slideLayout1483.xml.rels" ContentType="application/vnd.openxmlformats-package.relationships+xml"/>
  <Override PartName="/ppt/slideLayouts/_rels/slideLayout711.xml.rels" ContentType="application/vnd.openxmlformats-package.relationships+xml"/>
  <Override PartName="/ppt/slideLayouts/_rels/slideLayout1915.xml.rels" ContentType="application/vnd.openxmlformats-package.relationships+xml"/>
  <Override PartName="/ppt/slideLayouts/_rels/slideLayout1130.xml.rels" ContentType="application/vnd.openxmlformats-package.relationships+xml"/>
  <Override PartName="/ppt/slideLayouts/_rels/slideLayout2959.xml.rels" ContentType="application/vnd.openxmlformats-package.relationships+xml"/>
  <Override PartName="/ppt/slideLayouts/_rels/slideLayout1502.xml.rels" ContentType="application/vnd.openxmlformats-package.relationships+xml"/>
  <Override PartName="/ppt/slideLayouts/_rels/slideLayout1982.xml.rels" ContentType="application/vnd.openxmlformats-package.relationships+xml"/>
  <Override PartName="/ppt/slideLayouts/_rels/slideLayout3068.xml.rels" ContentType="application/vnd.openxmlformats-package.relationships+xml"/>
  <Override PartName="/ppt/slideLayouts/_rels/slideLayout2282.xml.rels" ContentType="application/vnd.openxmlformats-package.relationships+xml"/>
  <Override PartName="/ppt/slideLayouts/_rels/slideLayout2076.xml.rels" ContentType="application/vnd.openxmlformats-package.relationships+xml"/>
  <Override PartName="/ppt/slideLayouts/_rels/slideLayout2224.xml.rels" ContentType="application/vnd.openxmlformats-package.relationships+xml"/>
  <Override PartName="/ppt/slideLayouts/_rels/slideLayout1482.xml.rels" ContentType="application/vnd.openxmlformats-package.relationships+xml"/>
  <Override PartName="/ppt/slideLayouts/_rels/slideLayout710.xml.rels" ContentType="application/vnd.openxmlformats-package.relationships+xml"/>
  <Override PartName="/ppt/slideLayouts/_rels/slideLayout1914.xml.rels" ContentType="application/vnd.openxmlformats-package.relationships+xml"/>
  <Override PartName="/ppt/slideLayouts/_rels/slideLayout3472.xml.rels" ContentType="application/vnd.openxmlformats-package.relationships+xml"/>
  <Override PartName="/ppt/slideLayouts/_rels/slideLayout3431.xml.rels" ContentType="application/vnd.openxmlformats-package.relationships+xml"/>
  <Override PartName="/ppt/slideLayouts/_rels/slideLayout1655.xml.rels" ContentType="application/vnd.openxmlformats-package.relationships+xml"/>
  <Override PartName="/ppt/slideLayouts/_rels/slideLayout1520.xml.rels" ContentType="application/vnd.openxmlformats-package.relationships+xml"/>
  <Override PartName="/ppt/slideLayouts/_rels/slideLayout510.xml.rels" ContentType="application/vnd.openxmlformats-package.relationships+xml"/>
  <Override PartName="/ppt/slideLayouts/_rels/slideLayout2977.xml.rels" ContentType="application/vnd.openxmlformats-package.relationships+xml"/>
  <Override PartName="/ppt/slideLayouts/_rels/slideLayout2172.xml.rels" ContentType="application/vnd.openxmlformats-package.relationships+xml"/>
  <Override PartName="/ppt/slideLayouts/_rels/slideLayout194.xml.rels" ContentType="application/vnd.openxmlformats-package.relationships+xml"/>
  <Override PartName="/ppt/slideLayouts/_rels/slideLayout2320.xml.rels" ContentType="application/vnd.openxmlformats-package.relationships+xml"/>
  <Override PartName="/ppt/slideLayouts/_rels/slideLayout1973.xml.rels" ContentType="application/vnd.openxmlformats-package.relationships+xml"/>
  <Override PartName="/ppt/slideLayouts/_rels/slideLayout1473.xml.rels" ContentType="application/vnd.openxmlformats-package.relationships+xml"/>
  <Override PartName="/ppt/slideLayouts/_rels/slideLayout1972.xml.rels" ContentType="application/vnd.openxmlformats-package.relationships+xml"/>
  <Override PartName="/ppt/slideLayouts/_rels/slideLayout2223.xml.rels" ContentType="application/vnd.openxmlformats-package.relationships+xml"/>
  <Override PartName="/ppt/slideLayouts/_rels/slideLayout1963.xml.rels" ContentType="application/vnd.openxmlformats-package.relationships+xml"/>
  <Override PartName="/ppt/slideLayouts/_rels/slideLayout2263.xml.rels" ContentType="application/vnd.openxmlformats-package.relationships+xml"/>
  <Override PartName="/ppt/slideLayouts/_rels/slideLayout2763.xml.rels" ContentType="application/vnd.openxmlformats-package.relationships+xml"/>
  <Override PartName="/ppt/slideLayouts/_rels/slideLayout1463.xml.rels" ContentType="application/vnd.openxmlformats-package.relationships+xml"/>
  <Override PartName="/ppt/slideLayouts/_rels/slideLayout1962.xml.rels" ContentType="application/vnd.openxmlformats-package.relationships+xml"/>
  <Override PartName="/ppt/slideLayouts/_rels/slideLayout2762.xml.rels" ContentType="application/vnd.openxmlformats-package.relationships+xml"/>
  <Override PartName="/ppt/slideLayouts/_rels/slideLayout2262.xml.rels" ContentType="application/vnd.openxmlformats-package.relationships+xml"/>
  <Override PartName="/ppt/slideLayouts/_rels/slideLayout2634.xml.rels" ContentType="application/vnd.openxmlformats-package.relationships+xml"/>
  <Override PartName="/ppt/slideLayouts/_rels/slideLayout1462.xml.rels" ContentType="application/vnd.openxmlformats-package.relationships+xml"/>
  <Override PartName="/ppt/slideLayouts/_rels/slideLayout1961.xml.rels" ContentType="application/vnd.openxmlformats-package.relationships+xml"/>
  <Override PartName="/ppt/slideLayouts/_rels/slideLayout3439.xml.rels" ContentType="application/vnd.openxmlformats-package.relationships+xml"/>
  <Override PartName="/ppt/slideLayouts/_rels/slideLayout2761.xml.rels" ContentType="application/vnd.openxmlformats-package.relationships+xml"/>
  <Override PartName="/ppt/slideLayouts/_rels/slideLayout2261.xml.rels" ContentType="application/vnd.openxmlformats-package.relationships+xml"/>
  <Override PartName="/ppt/slideLayouts/_rels/slideLayout2633.xml.rels" ContentType="application/vnd.openxmlformats-package.relationships+xml"/>
  <Override PartName="/ppt/slideLayouts/_rels/slideLayout1461.xml.rels" ContentType="application/vnd.openxmlformats-package.relationships+xml"/>
  <Override PartName="/ppt/slideLayouts/_rels/slideLayout1960.xml.rels" ContentType="application/vnd.openxmlformats-package.relationships+xml"/>
  <Override PartName="/ppt/slideLayouts/_rels/slideLayout3438.xml.rels" ContentType="application/vnd.openxmlformats-package.relationships+xml"/>
  <Override PartName="/ppt/slideLayouts/_rels/slideLayout3556.xml.rels" ContentType="application/vnd.openxmlformats-package.relationships+xml"/>
  <Override PartName="/ppt/slideLayouts/_rels/slideLayout1298.xml.rels" ContentType="application/vnd.openxmlformats-package.relationships+xml"/>
  <Override PartName="/ppt/slideLayouts/_rels/slideLayout417.xml.rels" ContentType="application/vnd.openxmlformats-package.relationships+xml"/>
  <Override PartName="/ppt/slideLayouts/_rels/slideLayout2047.xml.rels" ContentType="application/vnd.openxmlformats-package.relationships+xml"/>
  <Override PartName="/ppt/slideLayouts/_rels/slideLayout2419.xml.rels" ContentType="application/vnd.openxmlformats-package.relationships+xml"/>
  <Override PartName="/ppt/slideLayouts/_rels/slideLayout1100.xml.rels" ContentType="application/vnd.openxmlformats-package.relationships+xml"/>
  <Override PartName="/ppt/slideLayouts/_rels/slideLayout2752.xml.rels" ContentType="application/vnd.openxmlformats-package.relationships+xml"/>
  <Override PartName="/ppt/slideLayouts/_rels/slideLayout1600.xml.rels" ContentType="application/vnd.openxmlformats-package.relationships+xml"/>
  <Override PartName="/ppt/slideLayouts/_rels/slideLayout2183.xml.rels" ContentType="application/vnd.openxmlformats-package.relationships+xml"/>
  <Override PartName="/ppt/slideLayouts/_rels/slideLayout2252.xml.rels" ContentType="application/vnd.openxmlformats-package.relationships+xml"/>
  <Override PartName="/ppt/slideLayouts/_rels/slideLayout1452.xml.rels" ContentType="application/vnd.openxmlformats-package.relationships+xml"/>
  <Override PartName="/ppt/slideLayouts/_rels/slideLayout1080.xml.rels" ContentType="application/vnd.openxmlformats-package.relationships+xml"/>
  <Override PartName="/ppt/slideLayouts/_rels/slideLayout1951.xml.rels" ContentType="application/vnd.openxmlformats-package.relationships+xml"/>
  <Override PartName="/ppt/slideLayouts/_rels/slideLayout3429.xml.rels" ContentType="application/vnd.openxmlformats-package.relationships+xml"/>
  <Override PartName="/ppt/slideLayouts/_rels/slideLayout3057.xml.rels" ContentType="application/vnd.openxmlformats-package.relationships+xml"/>
  <Override PartName="/ppt/slideLayouts/_rels/slideLayout2251.xml.rels" ContentType="application/vnd.openxmlformats-package.relationships+xml"/>
  <Override PartName="/ppt/slideLayouts/_rels/slideLayout2751.xml.rels" ContentType="application/vnd.openxmlformats-package.relationships+xml"/>
  <Override PartName="/ppt/slideLayouts/_rels/slideLayout1451.xml.rels" ContentType="application/vnd.openxmlformats-package.relationships+xml"/>
  <Override PartName="/ppt/slideLayouts/_rels/slideLayout1950.xml.rels" ContentType="application/vnd.openxmlformats-package.relationships+xml"/>
  <Override PartName="/ppt/slideLayouts/_rels/slideLayout3428.xml.rels" ContentType="application/vnd.openxmlformats-package.relationships+xml"/>
  <Override PartName="/ppt/slideLayouts/_rels/slideLayout1239.xml.rels" ContentType="application/vnd.openxmlformats-package.relationships+xml"/>
  <Override PartName="/ppt/slideLayouts/_rels/slideLayout2750.xml.rels" ContentType="application/vnd.openxmlformats-package.relationships+xml"/>
  <Override PartName="/ppt/slideLayouts/_rels/slideLayout1450.xml.rels" ContentType="application/vnd.openxmlformats-package.relationships+xml"/>
  <Override PartName="/ppt/slideLayouts/_rels/slideLayout2037.xml.rels" ContentType="application/vnd.openxmlformats-package.relationships+xml"/>
  <Override PartName="/ppt/slideLayouts/_rels/slideLayout466.xml.rels" ContentType="application/vnd.openxmlformats-package.relationships+xml"/>
  <Override PartName="/ppt/slideLayouts/_rels/slideLayout2243.xml.rels" ContentType="application/vnd.openxmlformats-package.relationships+xml"/>
  <Override PartName="/ppt/slideLayouts/_rels/slideLayout1943.xml.rels" ContentType="application/vnd.openxmlformats-package.relationships+xml"/>
  <Override PartName="/ppt/slideLayouts/_rels/slideLayout2095.xml.rels" ContentType="application/vnd.openxmlformats-package.relationships+xml"/>
  <Override PartName="/ppt/slideLayouts/_rels/slideLayout3570.xml.rels" ContentType="application/vnd.openxmlformats-package.relationships+xml"/>
  <Override PartName="/ppt/slideLayouts/_rels/slideLayout1794.xml.rels" ContentType="application/vnd.openxmlformats-package.relationships+xml"/>
  <Override PartName="/ppt/slideLayouts/_rels/slideLayout2036.xml.rels" ContentType="application/vnd.openxmlformats-package.relationships+xml"/>
  <Override PartName="/ppt/slideLayouts/_rels/slideLayout2094.xml.rels" ContentType="application/vnd.openxmlformats-package.relationships+xml"/>
  <Override PartName="/ppt/slideLayouts/_rels/slideLayout1511.xml.rels" ContentType="application/vnd.openxmlformats-package.relationships+xml"/>
  <Override PartName="/ppt/slideLayouts/_rels/slideLayout1942.xml.rels" ContentType="application/vnd.openxmlformats-package.relationships+xml"/>
  <Override PartName="/ppt/slideLayouts/_rels/slideLayout1736.xml.rels" ContentType="application/vnd.openxmlformats-package.relationships+xml"/>
  <Override PartName="/ppt/slideLayouts/_rels/slideLayout532.xml.rels" ContentType="application/vnd.openxmlformats-package.relationships+xml"/>
  <Override PartName="/ppt/slideLayouts/_rels/slideLayout1295.xml.rels" ContentType="application/vnd.openxmlformats-package.relationships+xml"/>
  <Override PartName="/ppt/slideLayouts/_rels/slideLayout3553.xml.rels" ContentType="application/vnd.openxmlformats-package.relationships+xml"/>
  <Override PartName="/ppt/slideLayouts/_rels/slideLayout2035.xml.rels" ContentType="application/vnd.openxmlformats-package.relationships+xml"/>
  <Override PartName="/ppt/slideLayouts/_rels/slideLayout1293.xml.rels" ContentType="application/vnd.openxmlformats-package.relationships+xml"/>
  <Override PartName="/ppt/slideLayouts/_rels/slideLayout1793.xml.rels" ContentType="application/vnd.openxmlformats-package.relationships+xml"/>
  <Override PartName="/ppt/slideLayouts/_rels/slideLayout2093.xml.rels" ContentType="application/vnd.openxmlformats-package.relationships+xml"/>
  <Override PartName="/ppt/slideLayouts/_rels/slideLayout1510.xml.rels" ContentType="application/vnd.openxmlformats-package.relationships+xml"/>
  <Override PartName="/ppt/slideLayouts/_rels/slideLayout1941.xml.rels" ContentType="application/vnd.openxmlformats-package.relationships+xml"/>
  <Override PartName="/ppt/slideLayouts/_rels/slideLayout2740.xml.rels" ContentType="application/vnd.openxmlformats-package.relationships+xml"/>
  <Override PartName="/ppt/slideLayouts/_rels/slideLayout1940.xml.rels" ContentType="application/vnd.openxmlformats-package.relationships+xml"/>
  <Override PartName="/ppt/slideLayouts/_rels/slideLayout2240.xml.rels" ContentType="application/vnd.openxmlformats-package.relationships+xml"/>
  <Override PartName="/ppt/slideLayouts/_rels/slideLayout2935.xml.rels" ContentType="application/vnd.openxmlformats-package.relationships+xml"/>
  <Override PartName="/ppt/slideLayouts/_rels/slideLayout676.xml.rels" ContentType="application/vnd.openxmlformats-package.relationships+xml"/>
  <Override PartName="/ppt/slideLayouts/_rels/slideLayout1440.xml.rels" ContentType="application/vnd.openxmlformats-package.relationships+xml"/>
  <Override PartName="/ppt/slideLayouts/_rels/slideLayout2897.xml.rels" ContentType="application/vnd.openxmlformats-package.relationships+xml"/>
  <Override PartName="/ppt/slideLayouts/_rels/slideLayout2233.xml.rels" ContentType="application/vnd.openxmlformats-package.relationships+xml"/>
  <Override PartName="/ppt/slideLayouts/_rels/slideLayout1433.xml.rels" ContentType="application/vnd.openxmlformats-package.relationships+xml"/>
  <Override PartName="/ppt/slideLayouts/_rels/slideLayout1061.xml.rels" ContentType="application/vnd.openxmlformats-package.relationships+xml"/>
  <Override PartName="/ppt/slideLayouts/_rels/slideLayout89.xml.rels" ContentType="application/vnd.openxmlformats-package.relationships+xml"/>
  <Override PartName="/ppt/slideLayouts/_rels/slideLayout2026.xml.rels" ContentType="application/vnd.openxmlformats-package.relationships+xml"/>
  <Override PartName="/ppt/slideLayouts/_rels/slideLayout2232.xml.rels" ContentType="application/vnd.openxmlformats-package.relationships+xml"/>
  <Override PartName="/ppt/slideLayouts/_rels/slideLayout1932.xml.rels" ContentType="application/vnd.openxmlformats-package.relationships+xml"/>
  <Override PartName="/ppt/slideLayouts/_rels/slideLayout1432.xml.rels" ContentType="application/vnd.openxmlformats-package.relationships+xml"/>
  <Override PartName="/ppt/slideLayouts/_rels/slideLayout2889.xml.rels" ContentType="application/vnd.openxmlformats-package.relationships+xml"/>
  <Override PartName="/ppt/slideLayouts/_rels/slideLayout88.xml.rels" ContentType="application/vnd.openxmlformats-package.relationships+xml"/>
  <Override PartName="/ppt/slideLayouts/_rels/slideLayout2025.xml.rels" ContentType="application/vnd.openxmlformats-package.relationships+xml"/>
  <Override PartName="/ppt/slideLayouts/_rels/slideLayout2231.xml.rels" ContentType="application/vnd.openxmlformats-package.relationships+xml"/>
  <Override PartName="/ppt/slideLayouts/_rels/slideLayout1931.xml.rels" ContentType="application/vnd.openxmlformats-package.relationships+xml"/>
  <Override PartName="/ppt/slideLayouts/_rels/slideLayout1431.xml.rels" ContentType="application/vnd.openxmlformats-package.relationships+xml"/>
  <Override PartName="/ppt/slideLayouts/_rels/slideLayout87.xml.rels" ContentType="application/vnd.openxmlformats-package.relationships+xml"/>
  <Override PartName="/ppt/slideLayouts/_rels/slideLayout3176.xml.rels" ContentType="application/vnd.openxmlformats-package.relationships+xml"/>
  <Override PartName="/ppt/slideLayouts/_rels/slideLayout1930.xml.rels" ContentType="application/vnd.openxmlformats-package.relationships+xml"/>
  <Override PartName="/ppt/slideLayouts/_rels/slideLayout2024.xml.rels" ContentType="application/vnd.openxmlformats-package.relationships+xml"/>
  <Override PartName="/ppt/slideLayouts/_rels/slideLayout1759.xml.rels" ContentType="application/vnd.openxmlformats-package.relationships+xml"/>
  <Override PartName="/ppt/slideLayouts/_rels/slideLayout2082.xml.rels" ContentType="application/vnd.openxmlformats-package.relationships+xml"/>
  <Override PartName="/ppt/slideLayouts/_rels/slideLayout1430.xml.rels" ContentType="application/vnd.openxmlformats-package.relationships+xml"/>
  <Override PartName="/ppt/slideLayouts/_rels/slideLayout1981.xml.rels" ContentType="application/vnd.openxmlformats-package.relationships+xml"/>
  <Override PartName="/ppt/slideLayouts/_rels/slideLayout3067.xml.rels" ContentType="application/vnd.openxmlformats-package.relationships+xml"/>
  <Override PartName="/ppt/slideLayouts/_rels/slideLayout2281.xml.rels" ContentType="application/vnd.openxmlformats-package.relationships+xml"/>
  <Override PartName="/ppt/slideLayouts/_rels/slideLayout1923.xml.rels" ContentType="application/vnd.openxmlformats-package.relationships+xml"/>
  <Override PartName="/ppt/slideLayouts/_rels/slideLayout2075.xml.rels" ContentType="application/vnd.openxmlformats-package.relationships+xml"/>
  <Override PartName="/ppt/slideLayouts/_rels/slideLayout1481.xml.rels" ContentType="application/vnd.openxmlformats-package.relationships+xml"/>
  <Override PartName="/ppt/slideLayouts/_rels/slideLayout1423.xml.rels" ContentType="application/vnd.openxmlformats-package.relationships+xml"/>
  <Override PartName="/ppt/slideLayouts/_rels/slideLayout2221.xml.rels" ContentType="application/vnd.openxmlformats-package.relationships+xml"/>
  <Override PartName="/ppt/slideLayouts/_rels/slideLayout1921.xml.rels" ContentType="application/vnd.openxmlformats-package.relationships+xml"/>
  <Override PartName="/ppt/slideLayouts/_rels/slideLayout1421.xml.rels" ContentType="application/vnd.openxmlformats-package.relationships+xml"/>
  <Override PartName="/ppt/slideLayouts/_rels/slideLayout6.xml.rels" ContentType="application/vnd.openxmlformats-package.relationships+xml"/>
  <Override PartName="/ppt/slideLayouts/_rels/slideLayout2878.xml.rels" ContentType="application/vnd.openxmlformats-package.relationships+xml"/>
  <Override PartName="/ppt/slideLayouts/_rels/slideLayout2220.xml.rels" ContentType="application/vnd.openxmlformats-package.relationships+xml"/>
  <Override PartName="/ppt/slideLayouts/_rels/slideLayout2014.xml.rels" ContentType="application/vnd.openxmlformats-package.relationships+xml"/>
  <Override PartName="/ppt/slideLayouts/_rels/slideLayout1920.xml.rels" ContentType="application/vnd.openxmlformats-package.relationships+xml"/>
  <Override PartName="/ppt/slideLayouts/_rels/slideLayout1420.xml.rels" ContentType="application/vnd.openxmlformats-package.relationships+xml"/>
  <Override PartName="/ppt/slideLayouts/_rels/slideLayout2877.xml.rels" ContentType="application/vnd.openxmlformats-package.relationships+xml"/>
  <Override PartName="/ppt/slideLayouts/_rels/slideLayout76.xml.rels" ContentType="application/vnd.openxmlformats-package.relationships+xml"/>
  <Override PartName="/ppt/slideLayouts/_rels/slideLayout1121.xml.rels" ContentType="application/vnd.openxmlformats-package.relationships+xml"/>
  <Override PartName="/ppt/slideLayouts/_rels/slideLayout2273.xml.rels" ContentType="application/vnd.openxmlformats-package.relationships+xml"/>
  <Override PartName="/ppt/slideLayouts/_rels/slideLayout2773.xml.rels" ContentType="application/vnd.openxmlformats-package.relationships+xml"/>
  <Override PartName="/ppt/slideLayouts/_rels/slideLayout2215.xml.rels" ContentType="application/vnd.openxmlformats-package.relationships+xml"/>
  <Override PartName="/ppt/slideLayouts/_rels/slideLayout1621.xml.rels" ContentType="application/vnd.openxmlformats-package.relationships+xml"/>
  <Override PartName="/ppt/slideLayouts/_rels/slideLayout1415.xml.rels" ContentType="application/vnd.openxmlformats-package.relationships+xml"/>
  <Override PartName="/ppt/slideLayouts/_rels/slideLayout3301.xml.rels" ContentType="application/vnd.openxmlformats-package.relationships+xml"/>
  <Override PartName="/ppt/slideLayouts/_rels/slideLayout1043.xml.rels" ContentType="application/vnd.openxmlformats-package.relationships+xml"/>
  <Override PartName="/ppt/slideLayouts/_rels/slideLayout211.xml.rels" ContentType="application/vnd.openxmlformats-package.relationships+xml"/>
  <Override PartName="/ppt/slideLayouts/_rels/slideLayout3232.xml.rels" ContentType="application/vnd.openxmlformats-package.relationships+xml"/>
  <Override PartName="/ppt/slideLayouts/_rels/slideLayout929.xml.rels" ContentType="application/vnd.openxmlformats-package.relationships+xml"/>
  <Override PartName="/ppt/slideLayouts/_rels/slideLayout1120.xml.rels" ContentType="application/vnd.openxmlformats-package.relationships+xml"/>
  <Override PartName="/ppt/slideLayouts/_rels/slideLayout2949.xml.rels" ContentType="application/vnd.openxmlformats-package.relationships+xml"/>
  <Override PartName="/ppt/slideLayouts/_rels/slideLayout1949.xml.rels" ContentType="application/vnd.openxmlformats-package.relationships+xml"/>
  <Override PartName="/ppt/slideLayouts/_rels/slideLayout2272.xml.rels" ContentType="application/vnd.openxmlformats-package.relationships+xml"/>
  <Override PartName="/ppt/slideLayouts/_rels/slideLayout2772.xml.rels" ContentType="application/vnd.openxmlformats-package.relationships+xml"/>
  <Override PartName="/ppt/slideLayouts/_rels/slideLayout1620.xml.rels" ContentType="application/vnd.openxmlformats-package.relationships+xml"/>
  <Override PartName="/ppt/slideLayouts/_rels/slideLayout2214.xml.rels" ContentType="application/vnd.openxmlformats-package.relationships+xml"/>
  <Override PartName="/ppt/slideLayouts/_rels/slideLayout1414.xml.rels" ContentType="application/vnd.openxmlformats-package.relationships+xml"/>
  <Override PartName="/ppt/slideLayouts/_rels/slideLayout210.xml.rels" ContentType="application/vnd.openxmlformats-package.relationships+xml"/>
  <Override PartName="/ppt/slideLayouts/_rels/slideLayout3231.xml.rels" ContentType="application/vnd.openxmlformats-package.relationships+xml"/>
  <Override PartName="/ppt/slideLayouts/_rels/slideLayout1971.xml.rels" ContentType="application/vnd.openxmlformats-package.relationships+xml"/>
  <Override PartName="/ppt/slideLayouts/_rels/slideLayout2771.xml.rels" ContentType="application/vnd.openxmlformats-package.relationships+xml"/>
  <Override PartName="/ppt/slideLayouts/_rels/slideLayout1948.xml.rels" ContentType="application/vnd.openxmlformats-package.relationships+xml"/>
  <Override PartName="/ppt/slideLayouts/_rels/slideLayout2271.xml.rels" ContentType="application/vnd.openxmlformats-package.relationships+xml"/>
  <Override PartName="/ppt/slideLayouts/_rels/slideLayout1913.xml.rels" ContentType="application/vnd.openxmlformats-package.relationships+xml"/>
  <Override PartName="/ppt/slideLayouts/_rels/slideLayout3019.xml.rels" ContentType="application/vnd.openxmlformats-package.relationships+xml"/>
  <Override PartName="/ppt/slideLayouts/_rels/slideLayout2213.xml.rels" ContentType="application/vnd.openxmlformats-package.relationships+xml"/>
  <Override PartName="/ppt/slideLayouts/_rels/slideLayout1471.xml.rels" ContentType="application/vnd.openxmlformats-package.relationships+xml"/>
  <Override PartName="/ppt/slideLayouts/_rels/slideLayout1413.xml.rels" ContentType="application/vnd.openxmlformats-package.relationships+xml"/>
  <Override PartName="/ppt/slideLayouts/_rels/slideLayout1970.xml.rels" ContentType="application/vnd.openxmlformats-package.relationships+xml"/>
  <Override PartName="/ppt/slideLayouts/_rels/slideLayout2770.xml.rels" ContentType="application/vnd.openxmlformats-package.relationships+xml"/>
  <Override PartName="/ppt/slideLayouts/_rels/slideLayout707.xml.rels" ContentType="application/vnd.openxmlformats-package.relationships+xml"/>
  <Override PartName="/ppt/slideLayouts/_rels/slideLayout3364.xml.rels" ContentType="application/vnd.openxmlformats-package.relationships+xml"/>
  <Override PartName="/ppt/slideLayouts/_rels/slideLayout1947.xml.rels" ContentType="application/vnd.openxmlformats-package.relationships+xml"/>
  <Override PartName="/ppt/slideLayouts/_rels/slideLayout2270.xml.rels" ContentType="application/vnd.openxmlformats-package.relationships+xml"/>
  <Override PartName="/ppt/slideLayouts/_rels/slideLayout2064.xml.rels" ContentType="application/vnd.openxmlformats-package.relationships+xml"/>
  <Override PartName="/ppt/slideLayouts/_rels/slideLayout1912.xml.rels" ContentType="application/vnd.openxmlformats-package.relationships+xml"/>
  <Override PartName="/ppt/slideLayouts/_rels/slideLayout1470.xml.rels" ContentType="application/vnd.openxmlformats-package.relationships+xml"/>
  <Override PartName="/ppt/slideLayouts/_rels/slideLayout2212.xml.rels" ContentType="application/vnd.openxmlformats-package.relationships+xml"/>
  <Override PartName="/ppt/slideLayouts/_rels/slideLayout1412.xml.rels" ContentType="application/vnd.openxmlformats-package.relationships+xml"/>
  <Override PartName="/ppt/slideLayouts/_rels/slideLayout2191.xml.rels" ContentType="application/vnd.openxmlformats-package.relationships+xml"/>
  <Override PartName="/ppt/slideLayouts/_rels/slideLayout1391.xml.rels" ContentType="application/vnd.openxmlformats-package.relationships+xml"/>
  <Override PartName="/ppt/slideLayouts/_rels/slideLayout1763.xml.rels" ContentType="application/vnd.openxmlformats-package.relationships+xml"/>
  <Override PartName="/ppt/slideLayouts/_rels/slideLayout441.xml.rels" ContentType="application/vnd.openxmlformats-package.relationships+xml"/>
  <Override PartName="/ppt/slideLayouts/_rels/slideLayout3580.xml.rels" ContentType="application/vnd.openxmlformats-package.relationships+xml"/>
  <Override PartName="/ppt/slideLayouts/_rels/slideLayout567.xml.rels" ContentType="application/vnd.openxmlformats-package.relationships+xml"/>
  <Override PartName="/ppt/slideLayouts/_rels/slideLayout2211.xml.rels" ContentType="application/vnd.openxmlformats-package.relationships+xml"/>
  <Override PartName="/ppt/slideLayouts/_rels/slideLayout706.xml.rels" ContentType="application/vnd.openxmlformats-package.relationships+xml"/>
  <Override PartName="/ppt/slideLayouts/_rels/slideLayout3363.xml.rels" ContentType="application/vnd.openxmlformats-package.relationships+xml"/>
  <Override PartName="/ppt/slideLayouts/_rels/slideLayout1911.xml.rels" ContentType="application/vnd.openxmlformats-package.relationships+xml"/>
  <Override PartName="/ppt/slideLayouts/_rels/slideLayout2063.xml.rels" ContentType="application/vnd.openxmlformats-package.relationships+xml"/>
  <Override PartName="/ppt/slideLayouts/_rels/slideLayout1390.xml.rels" ContentType="application/vnd.openxmlformats-package.relationships+xml"/>
  <Override PartName="/ppt/slideLayouts/_rels/slideLayout1762.xml.rels" ContentType="application/vnd.openxmlformats-package.relationships+xml"/>
  <Override PartName="/ppt/slideLayouts/_rels/slideLayout1262.xml.rels" ContentType="application/vnd.openxmlformats-package.relationships+xml"/>
  <Override PartName="/ppt/slideLayouts/_rels/slideLayout705.xml.rels" ContentType="application/vnd.openxmlformats-package.relationships+xml"/>
  <Override PartName="/ppt/slideLayouts/_rels/slideLayout3362.xml.rels" ContentType="application/vnd.openxmlformats-package.relationships+xml"/>
  <Override PartName="/ppt/slideLayouts/_rels/slideLayout1910.xml.rels" ContentType="application/vnd.openxmlformats-package.relationships+xml"/>
  <Override PartName="/ppt/slideLayouts/_rels/slideLayout2062.xml.rels" ContentType="application/vnd.openxmlformats-package.relationships+xml"/>
  <Override PartName="/ppt/slideLayouts/_rels/slideLayout1410.xml.rels" ContentType="application/vnd.openxmlformats-package.relationships+xml"/>
  <Override PartName="/ppt/slideLayouts/_rels/slideLayout709.xml.rels" ContentType="application/vnd.openxmlformats-package.relationships+xml"/>
  <Override PartName="/ppt/slideLayouts/_rels/slideLayout1904.xml.rels" ContentType="application/vnd.openxmlformats-package.relationships+xml"/>
  <Override PartName="/ppt/slideLayouts/_rels/slideLayout2056.xml.rels" ContentType="application/vnd.openxmlformats-package.relationships+xml"/>
  <Override PartName="/ppt/slideLayouts/_rels/slideLayout1404.xml.rels" ContentType="application/vnd.openxmlformats-package.relationships+xml"/>
  <Override PartName="/ppt/slideLayouts/_rels/slideLayout708.xml.rels" ContentType="application/vnd.openxmlformats-package.relationships+xml"/>
  <Override PartName="/ppt/slideLayouts/_rels/slideLayout2760.xml.rels" ContentType="application/vnd.openxmlformats-package.relationships+xml"/>
  <Override PartName="/ppt/slideLayouts/_rels/slideLayout2202.xml.rels" ContentType="application/vnd.openxmlformats-package.relationships+xml"/>
  <Override PartName="/ppt/slideLayouts/_rels/slideLayout1937.xml.rels" ContentType="application/vnd.openxmlformats-package.relationships+xml"/>
  <Override PartName="/ppt/slideLayouts/_rels/slideLayout2260.xml.rels" ContentType="application/vnd.openxmlformats-package.relationships+xml"/>
  <Override PartName="/ppt/slideLayouts/_rels/slideLayout1402.xml.rels" ContentType="application/vnd.openxmlformats-package.relationships+xml"/>
  <Override PartName="/ppt/slideLayouts/_rels/slideLayout1030.xml.rels" ContentType="application/vnd.openxmlformats-package.relationships+xml"/>
  <Override PartName="/ppt/slideLayouts/_rels/slideLayout3519.xml.rels" ContentType="application/vnd.openxmlformats-package.relationships+xml"/>
  <Override PartName="/ppt/slideLayouts/_rels/slideLayout2219.xml.rels" ContentType="application/vnd.openxmlformats-package.relationships+xml"/>
  <Override PartName="/ppt/slideLayouts/_rels/slideLayout2930.xml.rels" ContentType="application/vnd.openxmlformats-package.relationships+xml"/>
  <Override PartName="/ppt/slideLayouts/_rels/slideLayout1418.xml.rels" ContentType="application/vnd.openxmlformats-package.relationships+xml"/>
  <Override PartName="/ppt/slideLayouts/_rels/slideLayout1349.xml.rels" ContentType="application/vnd.openxmlformats-package.relationships+xml"/>
  <Override PartName="/ppt/slideLayouts/_rels/slideLayout3607.xml.rels" ContentType="application/vnd.openxmlformats-package.relationships+xml"/>
  <Override PartName="/ppt/slideLayouts/_rels/slideLayout1918.xml.rels" ContentType="application/vnd.openxmlformats-package.relationships+xml"/>
  <Override PartName="/ppt/slideLayouts/_rels/slideLayout2218.xml.rels" ContentType="application/vnd.openxmlformats-package.relationships+xml"/>
  <Override PartName="/ppt/slideLayouts/_rels/slideLayout2069.xml.rels" ContentType="application/vnd.openxmlformats-package.relationships+xml"/>
  <Override PartName="/ppt/slideLayouts/_rels/slideLayout1417.xml.rels" ContentType="application/vnd.openxmlformats-package.relationships+xml"/>
  <Override PartName="/ppt/slideLayouts/_rels/slideLayout1917.xml.rels" ContentType="application/vnd.openxmlformats-package.relationships+xml"/>
  <Override PartName="/ppt/slideLayouts/_rels/slideLayout3509.xml.rels" ContentType="application/vnd.openxmlformats-package.relationships+xml"/>
  <Override PartName="/ppt/slideLayouts/_rels/slideLayout2209.xml.rels" ContentType="application/vnd.openxmlformats-package.relationships+xml"/>
  <Override PartName="/ppt/slideLayouts/_rels/slideLayout2068.xml.rels" ContentType="application/vnd.openxmlformats-package.relationships+xml"/>
  <Override PartName="/ppt/slideLayouts/_rels/slideLayout1416.xml.rels" ContentType="application/vnd.openxmlformats-package.relationships+xml"/>
  <Override PartName="/ppt/slideLayouts/_rels/slideLayout1916.xml.rels" ContentType="application/vnd.openxmlformats-package.relationships+xml"/>
  <Override PartName="/ppt/slideLayouts/_rels/slideLayout1406.xml.rels" ContentType="application/vnd.openxmlformats-package.relationships+xml"/>
  <Override PartName="/ppt/slideLayouts/_rels/slideLayout2206.xml.rels" ContentType="application/vnd.openxmlformats-package.relationships+xml"/>
  <Override PartName="/ppt/slideLayouts/_rels/slideLayout2058.xml.rels" ContentType="application/vnd.openxmlformats-package.relationships+xml"/>
  <Override PartName="/ppt/slideLayouts/_rels/slideLayout1405.xml.rels" ContentType="application/vnd.openxmlformats-package.relationships+xml"/>
  <Override PartName="/ppt/slideLayouts/_rels/slideLayout2057.xml.rels" ContentType="application/vnd.openxmlformats-package.relationships+xml"/>
  <Override PartName="/ppt/slideLayouts/_rels/slideLayout1905.xml.rels" ContentType="application/vnd.openxmlformats-package.relationships+xml"/>
  <Override PartName="/ppt/slideLayouts/_rels/slideLayout1870.xml.rels" ContentType="application/vnd.openxmlformats-package.relationships+xml"/>
  <Override PartName="/ppt/slideLayouts/_rels/slideLayout3417.xml.rels" ContentType="application/vnd.openxmlformats-package.relationships+xml"/>
  <Override PartName="/ppt/slideLayouts/_rels/slideLayout1159.xml.rels" ContentType="application/vnd.openxmlformats-package.relationships+xml"/>
  <Override PartName="/ppt/slideLayouts/_rels/slideLayout2170.xml.rels" ContentType="application/vnd.openxmlformats-package.relationships+xml"/>
  <Override PartName="/ppt/slideLayouts/_rels/slideLayout1370.xml.rels" ContentType="application/vnd.openxmlformats-package.relationships+xml"/>
  <Override PartName="/ppt/slideLayouts/_rels/slideLayout2163.xml.rels" ContentType="application/vnd.openxmlformats-package.relationships+xml"/>
  <Override PartName="/ppt/slideLayouts/_rels/slideLayout2663.xml.rels" ContentType="application/vnd.openxmlformats-package.relationships+xml"/>
  <Override PartName="/ppt/slideLayouts/_rels/slideLayout1805.xml.rels" ContentType="application/vnd.openxmlformats-package.relationships+xml"/>
  <Override PartName="/ppt/slideLayouts/_rels/slideLayout2105.xml.rels" ContentType="application/vnd.openxmlformats-package.relationships+xml"/>
  <Override PartName="/ppt/slideLayouts/_rels/slideLayout1363.xml.rels" ContentType="application/vnd.openxmlformats-package.relationships+xml"/>
  <Override PartName="/ppt/slideLayouts/_rels/slideLayout2857.xml.rels" ContentType="application/vnd.openxmlformats-package.relationships+xml"/>
  <Override PartName="/ppt/slideLayouts/_rels/slideLayout3180.xml.rels" ContentType="application/vnd.openxmlformats-package.relationships+xml"/>
  <Override PartName="/ppt/slideLayouts/_rels/slideLayout2662.xml.rels" ContentType="application/vnd.openxmlformats-package.relationships+xml"/>
  <Override PartName="/ppt/slideLayouts/_rels/slideLayout1304.xml.rels" ContentType="application/vnd.openxmlformats-package.relationships+xml"/>
  <Override PartName="/ppt/slideLayouts/_rels/slideLayout1804.xml.rels" ContentType="application/vnd.openxmlformats-package.relationships+xml"/>
  <Override PartName="/ppt/slideLayouts/_rels/slideLayout1845.xml.rels" ContentType="application/vnd.openxmlformats-package.relationships+xml"/>
  <Override PartName="/ppt/slideLayouts/_rels/slideLayout3621.xml.rels" ContentType="application/vnd.openxmlformats-package.relationships+xml"/>
  <Override PartName="/ppt/slideLayouts/_rels/slideLayout2387.xml.rels" ContentType="application/vnd.openxmlformats-package.relationships+xml"/>
  <Override PartName="/ppt/slideLayouts/_rels/slideLayout600.xml.rels" ContentType="application/vnd.openxmlformats-package.relationships+xml"/>
  <Override PartName="/ppt/slideLayouts/_rels/slideLayout2162.xml.rels" ContentType="application/vnd.openxmlformats-package.relationships+xml"/>
  <Override PartName="/ppt/slideLayouts/_rels/slideLayout2104.xml.rels" ContentType="application/vnd.openxmlformats-package.relationships+xml"/>
  <Override PartName="/ppt/slideLayouts/_rels/slideLayout1362.xml.rels" ContentType="application/vnd.openxmlformats-package.relationships+xml"/>
  <Override PartName="/ppt/slideLayouts/_rels/slideLayout948.xml.rels" ContentType="application/vnd.openxmlformats-package.relationships+xml"/>
  <Override PartName="/ppt/slideLayouts/_rels/slideLayout2512.xml.rels" ContentType="application/vnd.openxmlformats-package.relationships+xml"/>
  <Override PartName="/ppt/slideLayouts/_rels/slideLayout386.xml.rels" ContentType="application/vnd.openxmlformats-package.relationships+xml"/>
  <Override PartName="/ppt/slideLayouts/_rels/slideLayout949.xml.rels" ContentType="application/vnd.openxmlformats-package.relationships+xml"/>
  <Override PartName="/ppt/slideLayouts/_rels/slideLayout1140.xml.rels" ContentType="application/vnd.openxmlformats-package.relationships+xml"/>
  <Override PartName="/ppt/slideLayouts/_rels/slideLayout130.xml.rels" ContentType="application/vnd.openxmlformats-package.relationships+xml"/>
  <Override PartName="/ppt/slideLayouts/_rels/slideLayout2597.xml.rels" ContentType="application/vnd.openxmlformats-package.relationships+xml"/>
  <Override PartName="/ppt/slideLayouts/_rels/slideLayout2969.xml.rels" ContentType="application/vnd.openxmlformats-package.relationships+xml"/>
  <Override PartName="/ppt/slideLayouts/_rels/slideLayout100.xml.rels" ContentType="application/vnd.openxmlformats-package.relationships+xml"/>
  <Override PartName="/ppt/slideLayouts/_rels/slideLayout3372.xml.rels" ContentType="application/vnd.openxmlformats-package.relationships+xml"/>
  <Override PartName="/ppt/slideLayouts/_rels/slideLayout104.xml.rels" ContentType="application/vnd.openxmlformats-package.relationships+xml"/>
  <Override PartName="/ppt/slideLayouts/_rels/slideLayout1479.xml.rels" ContentType="application/vnd.openxmlformats-package.relationships+xml"/>
  <Override PartName="/ppt/slideLayouts/_rels/slideLayout647.xml.rels" ContentType="application/vnd.openxmlformats-package.relationships+xml"/>
  <Override PartName="/ppt/slideLayouts/_rels/slideLayout105.xml.rels" ContentType="application/vnd.openxmlformats-package.relationships+xml"/>
  <Override PartName="/ppt/slideLayouts/_rels/slideLayout955.xml.rels" ContentType="application/vnd.openxmlformats-package.relationships+xml"/>
  <Override PartName="/ppt/slideLayouts/_rels/slideLayout110.xml.rels" ContentType="application/vnd.openxmlformats-package.relationships+xml"/>
  <Override PartName="/ppt/slideLayouts/_rels/slideLayout962.xml.rels" ContentType="application/vnd.openxmlformats-package.relationships+xml"/>
  <Override PartName="/ppt/slideLayouts/_rels/slideLayout965.xml.rels" ContentType="application/vnd.openxmlformats-package.relationships+xml"/>
  <Override PartName="/ppt/slideLayouts/_rels/slideLayout1797.xml.rels" ContentType="application/vnd.openxmlformats-package.relationships+xml"/>
  <Override PartName="/ppt/slideLayouts/_rels/slideLayout3125.xml.rels" ContentType="application/vnd.openxmlformats-package.relationships+xml"/>
  <Override PartName="/ppt/slideLayouts/_rels/slideLayout970.xml.rels" ContentType="application/vnd.openxmlformats-package.relationships+xml"/>
  <Override PartName="/ppt/slideLayouts/_rels/slideLayout121.xml.rels" ContentType="application/vnd.openxmlformats-package.relationships+xml"/>
  <Override PartName="/ppt/slideLayouts/_rels/slideLayout1325.xml.rels" ContentType="application/vnd.openxmlformats-package.relationships+xml"/>
  <Override PartName="/ppt/slideLayouts/_rels/slideLayout3101.xml.rels" ContentType="application/vnd.openxmlformats-package.relationships+xml"/>
  <Override PartName="/ppt/slideLayouts/_rels/slideLayout3126.xml.rels" ContentType="application/vnd.openxmlformats-package.relationships+xml"/>
  <Override PartName="/ppt/slideLayouts/_rels/slideLayout971.xml.rels" ContentType="application/vnd.openxmlformats-package.relationships+xml"/>
  <Override PartName="/ppt/slideLayouts/_rels/slideLayout2306.xml.rels" ContentType="application/vnd.openxmlformats-package.relationships+xml"/>
  <Override PartName="/ppt/slideLayouts/_rels/slideLayout122.xml.rels" ContentType="application/vnd.openxmlformats-package.relationships+xml"/>
  <Override PartName="/ppt/slideLayouts/_rels/slideLayout3143.xml.rels" ContentType="application/vnd.openxmlformats-package.relationships+xml"/>
  <Override PartName="/ppt/slideLayouts/_rels/slideLayout1326.xml.rels" ContentType="application/vnd.openxmlformats-package.relationships+xml"/>
  <Override PartName="/ppt/slideLayouts/_rels/slideLayout3102.xml.rels" ContentType="application/vnd.openxmlformats-package.relationships+xml"/>
  <Override PartName="/ppt/slideLayouts/_rels/slideLayout120.xml.rels" ContentType="application/vnd.openxmlformats-package.relationships+xml"/>
  <Override PartName="/ppt/slideLayouts/_rels/slideLayout1324.xml.rels" ContentType="application/vnd.openxmlformats-package.relationships+xml"/>
  <Override PartName="/ppt/slideLayouts/_rels/slideLayout3141.xml.rels" ContentType="application/vnd.openxmlformats-package.relationships+xml"/>
  <Override PartName="/ppt/slideLayouts/_rels/slideLayout972.xml.rels" ContentType="application/vnd.openxmlformats-package.relationships+xml"/>
  <Override PartName="/ppt/slideLayouts/_rels/slideLayout2307.xml.rels" ContentType="application/vnd.openxmlformats-package.relationships+xml"/>
  <Override PartName="/ppt/slideLayouts/_rels/slideLayout123.xml.rels" ContentType="application/vnd.openxmlformats-package.relationships+xml"/>
  <Override PartName="/ppt/slideLayouts/_rels/slideLayout3144.xml.rels" ContentType="application/vnd.openxmlformats-package.relationships+xml"/>
  <Override PartName="/ppt/slideLayouts/_rels/slideLayout973.xml.rels" ContentType="application/vnd.openxmlformats-package.relationships+xml"/>
  <Override PartName="/ppt/slideLayouts/_rels/slideLayout124.xml.rels" ContentType="application/vnd.openxmlformats-package.relationships+xml"/>
  <Override PartName="/ppt/slideLayouts/_rels/slideLayout974.xml.rels" ContentType="application/vnd.openxmlformats-package.relationships+xml"/>
  <Override PartName="/ppt/slideLayouts/_rels/slideLayout975.xml.rels" ContentType="application/vnd.openxmlformats-package.relationships+xml"/>
  <Override PartName="/ppt/slideLayouts/_rels/slideLayout3135.xml.rels" ContentType="application/vnd.openxmlformats-package.relationships+xml"/>
  <Override PartName="/ppt/slideLayouts/_rels/slideLayout980.xml.rels" ContentType="application/vnd.openxmlformats-package.relationships+xml"/>
  <Override PartName="/ppt/slideLayouts/_rels/slideLayout923.xml.rels" ContentType="application/vnd.openxmlformats-package.relationships+xml"/>
  <Override PartName="/ppt/slideLayouts/_rels/slideLayout3136.xml.rels" ContentType="application/vnd.openxmlformats-package.relationships+xml"/>
  <Override PartName="/ppt/slideLayouts/_rels/slideLayout981.xml.rels" ContentType="application/vnd.openxmlformats-package.relationships+xml"/>
  <Override PartName="/ppt/slideLayouts/_rels/slideLayout924.xml.rels" ContentType="application/vnd.openxmlformats-package.relationships+xml"/>
  <Override PartName="/ppt/slideLayouts/_rels/slideLayout3137.xml.rels" ContentType="application/vnd.openxmlformats-package.relationships+xml"/>
  <Override PartName="/ppt/slideLayouts/_rels/slideLayout982.xml.rels" ContentType="application/vnd.openxmlformats-package.relationships+xml"/>
  <Override PartName="/ppt/slideLayouts/_rels/slideLayout925.xml.rels" ContentType="application/vnd.openxmlformats-package.relationships+xml"/>
  <Override PartName="/ppt/slideLayouts/_rels/slideLayout1335.xml.rels" ContentType="application/vnd.openxmlformats-package.relationships+xml"/>
  <Override PartName="/ppt/slideLayouts/_rels/slideLayout1376.xml.rels" ContentType="application/vnd.openxmlformats-package.relationships+xml"/>
  <Override PartName="/ppt/slideLayouts/_rels/slideLayout3152.xml.rels" ContentType="application/vnd.openxmlformats-package.relationships+xml"/>
  <Override PartName="/ppt/slideLayouts/_rels/slideLayout3160.xml.rels" ContentType="application/vnd.openxmlformats-package.relationships+xml"/>
  <Override PartName="/ppt/slideLayouts/_rels/slideLayout503.xml.rels" ContentType="application/vnd.openxmlformats-package.relationships+xml"/>
  <Override PartName="/ppt/slideLayouts/_rels/slideLayout1266.xml.rels" ContentType="application/vnd.openxmlformats-package.relationships+xml"/>
  <Override PartName="/ppt/slideLayouts/_rels/slideLayout3524.xml.rels" ContentType="application/vnd.openxmlformats-package.relationships+xml"/>
  <Override PartName="/ppt/slideLayouts/_rels/slideLayout3577.xml.rels" ContentType="application/vnd.openxmlformats-package.relationships+xml"/>
  <Override PartName="/ppt/slideLayouts/_rels/slideLayout1111.xml.rels" ContentType="application/vnd.openxmlformats-package.relationships+xml"/>
  <Override PartName="/ppt/slideLayouts/_rels/slideLayout134.xml.rels" ContentType="application/vnd.openxmlformats-package.relationships+xml"/>
  <Override PartName="/ppt/slideLayouts/_rels/slideLayout3155.xml.rels" ContentType="application/vnd.openxmlformats-package.relationships+xml"/>
  <Override PartName="/ppt/slideLayouts/_rels/slideLayout926.xml.rels" ContentType="application/vnd.openxmlformats-package.relationships+xml"/>
  <Override PartName="/ppt/slideLayouts/_rels/slideLayout1336.xml.rels" ContentType="application/vnd.openxmlformats-package.relationships+xml"/>
  <Override PartName="/ppt/slideLayouts/_rels/slideLayout3153.xml.rels" ContentType="application/vnd.openxmlformats-package.relationships+xml"/>
  <Override PartName="/ppt/slideLayouts/_rels/slideLayout984.xml.rels" ContentType="application/vnd.openxmlformats-package.relationships+xml"/>
  <Override PartName="/ppt/slideLayouts/_rels/slideLayout2319.xml.rels" ContentType="application/vnd.openxmlformats-package.relationships+xml"/>
  <Override PartName="/ppt/slideLayouts/_rels/slideLayout135.xml.rels" ContentType="application/vnd.openxmlformats-package.relationships+xml"/>
  <Override PartName="/ppt/slideLayouts/_rels/slideLayout3156.xml.rels" ContentType="application/vnd.openxmlformats-package.relationships+xml"/>
  <Override PartName="/ppt/slideLayouts/_rels/slideLayout133.xml.rels" ContentType="application/vnd.openxmlformats-package.relationships+xml"/>
  <Override PartName="/ppt/slideLayouts/_rels/slideLayout1337.xml.rels" ContentType="application/vnd.openxmlformats-package.relationships+xml"/>
  <Override PartName="/ppt/slideLayouts/_rels/slideLayout3154.xml.rels" ContentType="application/vnd.openxmlformats-package.relationships+xml"/>
  <Override PartName="/ppt/slideLayouts/_rels/slideLayout985.xml.rels" ContentType="application/vnd.openxmlformats-package.relationships+xml"/>
  <Override PartName="/ppt/slideLayouts/_rels/slideLayout140.xml.rels" ContentType="application/vnd.openxmlformats-package.relationships+xml"/>
  <Override PartName="/ppt/slideLayouts/_rels/slideLayout504.xml.rels" ContentType="application/vnd.openxmlformats-package.relationships+xml"/>
  <Override PartName="/ppt/slideLayouts/_rels/slideLayout3161.xml.rels" ContentType="application/vnd.openxmlformats-package.relationships+xml"/>
  <Override PartName="/ppt/slideLayouts/_rels/slideLayout3120.xml.rels" ContentType="application/vnd.openxmlformats-package.relationships+xml"/>
  <Override PartName="/ppt/slideLayouts/_rels/slideLayout1344.xml.rels" ContentType="application/vnd.openxmlformats-package.relationships+xml"/>
  <Override PartName="/ppt/slideLayouts/_rels/slideLayout3121.xml.rels" ContentType="application/vnd.openxmlformats-package.relationships+xml"/>
  <Override PartName="/ppt/slideLayouts/_rels/slideLayout1345.xml.rels" ContentType="application/vnd.openxmlformats-package.relationships+xml"/>
  <Override PartName="/ppt/slideLayouts/_rels/slideLayout3162.xml.rels" ContentType="application/vnd.openxmlformats-package.relationships+xml"/>
  <Override PartName="/ppt/slideLayouts/_rels/slideLayout991.xml.rels" ContentType="application/vnd.openxmlformats-package.relationships+xml"/>
  <Override PartName="/ppt/slideLayouts/_rels/slideLayout2718.xml.rels" ContentType="application/vnd.openxmlformats-package.relationships+xml"/>
  <Override PartName="/ppt/slideLayouts/_rels/slideLayout142.xml.rels" ContentType="application/vnd.openxmlformats-package.relationships+xml"/>
  <Override PartName="/ppt/slideLayouts/_rels/slideLayout3163.xml.rels" ContentType="application/vnd.openxmlformats-package.relationships+xml"/>
  <Override PartName="/ppt/slideLayouts/_rels/slideLayout143.xml.rels" ContentType="application/vnd.openxmlformats-package.relationships+xml"/>
  <Override PartName="/ppt/slideLayouts/_rels/slideLayout935.xml.rels" ContentType="application/vnd.openxmlformats-package.relationships+xml"/>
  <Override PartName="/ppt/slideLayouts/_rels/slideLayout936.xml.rels" ContentType="application/vnd.openxmlformats-package.relationships+xml"/>
  <Override PartName="/ppt/slideLayouts/_rels/slideLayout374.xml.rels" ContentType="application/vnd.openxmlformats-package.relationships+xml"/>
  <Override PartName="/ppt/slideLayouts/_rels/slideLayout2500.xml.rels" ContentType="application/vnd.openxmlformats-package.relationships+xml"/>
  <Override PartName="/ppt/slideLayouts/_rels/slideLayout937.xml.rels" ContentType="application/vnd.openxmlformats-package.relationships+xml"/>
  <Override PartName="/ppt/slideLayouts/_rels/slideLayout995.xml.rels" ContentType="application/vnd.openxmlformats-package.relationships+xml"/>
  <Override PartName="/ppt/slideLayouts/_rels/slideLayout1859.xml.rels" ContentType="application/vnd.openxmlformats-package.relationships+xml"/>
  <Override PartName="/ppt/slideLayouts/_rels/slideLayout2670.xml.rels" ContentType="application/vnd.openxmlformats-package.relationships+xml"/>
  <Override PartName="/ppt/slideLayouts/_rels/slideLayout2671.xml.rels" ContentType="application/vnd.openxmlformats-package.relationships+xml"/>
  <Override PartName="/ppt/slideLayouts/_rels/slideLayout3531.xml.rels" ContentType="application/vnd.openxmlformats-package.relationships+xml"/>
  <Override PartName="/ppt/slideLayouts/_rels/slideLayout1273.xml.rels" ContentType="application/vnd.openxmlformats-package.relationships+xml"/>
  <Override PartName="/ppt/slideLayouts/_rels/slideLayout433.xml.rels" ContentType="application/vnd.openxmlformats-package.relationships+xml"/>
  <Override PartName="/ppt/slideLayouts/_rels/slideLayout3090.xml.rels" ContentType="application/vnd.openxmlformats-package.relationships+xml"/>
  <Override PartName="/ppt/slideLayouts/_rels/slideLayout511.xml.rels" ContentType="application/vnd.openxmlformats-package.relationships+xml"/>
  <Override PartName="/ppt/slideLayouts/_rels/slideLayout1392.xml.rels" ContentType="application/vnd.openxmlformats-package.relationships+xml"/>
  <Override PartName="/ppt/slideLayouts/_rels/slideLayout560.xml.rels" ContentType="application/vnd.openxmlformats-package.relationships+xml"/>
  <Override PartName="/ppt/slideLayouts/_rels/slideLayout442.xml.rels" ContentType="application/vnd.openxmlformats-package.relationships+xml"/>
  <Override PartName="/ppt/slideLayouts/_rels/slideLayout3581.xml.rels" ContentType="application/vnd.openxmlformats-package.relationships+xml"/>
  <Override PartName="/ppt/slideLayouts/_rels/slideLayout1879.xml.rels" ContentType="application/vnd.openxmlformats-package.relationships+xml"/>
  <Override PartName="/ppt/slideLayouts/_rels/slideLayout2179.xml.rels" ContentType="application/vnd.openxmlformats-package.relationships+xml"/>
  <Override PartName="/ppt/slideLayouts/_rels/slideLayout512.xml.rels" ContentType="application/vnd.openxmlformats-package.relationships+xml"/>
  <Override PartName="/ppt/slideLayouts/_rels/slideLayout1393.xml.rels" ContentType="application/vnd.openxmlformats-package.relationships+xml"/>
  <Override PartName="/ppt/slideLayouts/_rels/slideLayout2176.xml.rels" ContentType="application/vnd.openxmlformats-package.relationships+xml"/>
  <Override PartName="/ppt/slideLayouts/_rels/slideLayout2676.xml.rels" ContentType="application/vnd.openxmlformats-package.relationships+xml"/>
  <Override PartName="/ppt/slideLayouts/_rels/slideLayout1890.xml.rels" ContentType="application/vnd.openxmlformats-package.relationships+xml"/>
  <Override PartName="/ppt/slideLayouts/_rels/slideLayout3368.xml.rels" ContentType="application/vnd.openxmlformats-package.relationships+xml"/>
  <Override PartName="/ppt/slideLayouts/_rels/slideLayout1880.xml.rels" ContentType="application/vnd.openxmlformats-package.relationships+xml"/>
  <Override PartName="/ppt/slideLayouts/_rels/slideLayout3358.xml.rels" ContentType="application/vnd.openxmlformats-package.relationships+xml"/>
  <Override PartName="/ppt/slideLayouts/_rels/slideLayout337.xml.rels" ContentType="application/vnd.openxmlformats-package.relationships+xml"/>
  <Override PartName="/ppt/slideLayouts/_rels/slideLayout2680.xml.rels" ContentType="application/vnd.openxmlformats-package.relationships+xml"/>
  <Override PartName="/ppt/slideLayouts/_rels/slideLayout1881.xml.rels" ContentType="application/vnd.openxmlformats-package.relationships+xml"/>
  <Override PartName="/ppt/slideLayouts/_rels/slideLayout3359.xml.rels" ContentType="application/vnd.openxmlformats-package.relationships+xml"/>
  <Override PartName="/ppt/slideLayouts/_rels/slideLayout338.xml.rels" ContentType="application/vnd.openxmlformats-package.relationships+xml"/>
  <Override PartName="/ppt/slideLayouts/_rels/slideLayout2681.xml.rels" ContentType="application/vnd.openxmlformats-package.relationships+xml"/>
  <Override PartName="/ppt/slideLayouts/_rels/slideLayout575.xml.rels" ContentType="application/vnd.openxmlformats-package.relationships+xml"/>
  <Override PartName="/ppt/slideLayouts/_rels/slideLayout2701.xml.rels" ContentType="application/vnd.openxmlformats-package.relationships+xml"/>
  <Override PartName="/ppt/slideLayouts/_rels/slideLayout3353.xml.rels" ContentType="application/vnd.openxmlformats-package.relationships+xml"/>
  <Override PartName="/ppt/slideLayouts/_rels/slideLayout214.xml.rels" ContentType="application/vnd.openxmlformats-package.relationships+xml"/>
  <Override PartName="/ppt/slideLayouts/_rels/slideLayout1095.xml.rels" ContentType="application/vnd.openxmlformats-package.relationships+xml"/>
  <Override PartName="/ppt/slideLayouts/_rels/slideLayout263.xml.rels" ContentType="application/vnd.openxmlformats-package.relationships+xml"/>
  <Override PartName="/ppt/slideLayouts/_rels/slideLayout2040.xml.rels" ContentType="application/vnd.openxmlformats-package.relationships+xml"/>
  <Override PartName="/ppt/slideLayouts/_rels/slideLayout848.xml.rels" ContentType="application/vnd.openxmlformats-package.relationships+xml"/>
  <Override PartName="/ppt/slideLayouts/_rels/slideLayout15.xml.rels" ContentType="application/vnd.openxmlformats-package.relationships+xml"/>
  <Override PartName="/ppt/slideLayouts/_rels/slideLayout153.xml.rels" ContentType="application/vnd.openxmlformats-package.relationships+xml"/>
  <Override PartName="/ppt/slideLayouts/_rels/slideLayout2412.xml.rels" ContentType="application/vnd.openxmlformats-package.relationships+xml"/>
  <Override PartName="/ppt/slideLayouts/_rels/slideLayout1882.xml.rels" ContentType="application/vnd.openxmlformats-package.relationships+xml"/>
  <Override PartName="/ppt/slideLayouts/_rels/slideLayout339.xml.rels" ContentType="application/vnd.openxmlformats-package.relationships+xml"/>
  <Override PartName="/ppt/slideLayouts/_rels/slideLayout2682.xml.rels" ContentType="application/vnd.openxmlformats-package.relationships+xml"/>
  <Override PartName="/ppt/slideLayouts/_rels/slideLayout576.xml.rels" ContentType="application/vnd.openxmlformats-package.relationships+xml"/>
  <Override PartName="/ppt/slideLayouts/_rels/slideLayout2702.xml.rels" ContentType="application/vnd.openxmlformats-package.relationships+xml"/>
  <Override PartName="/ppt/slideLayouts/_rels/slideLayout577.xml.rels" ContentType="application/vnd.openxmlformats-package.relationships+xml"/>
  <Override PartName="/ppt/slideLayouts/_rels/slideLayout2703.xml.rels" ContentType="application/vnd.openxmlformats-package.relationships+xml"/>
  <Override PartName="/ppt/slideLayouts/_rels/slideLayout520.xml.rels" ContentType="application/vnd.openxmlformats-package.relationships+xml"/>
  <Override PartName="/ppt/slideLayouts/_rels/slideLayout1283.xml.rels" ContentType="application/vnd.openxmlformats-package.relationships+xml"/>
  <Override PartName="/ppt/slideLayouts/_rels/slideLayout3541.xml.rels" ContentType="application/vnd.openxmlformats-package.relationships+xml"/>
  <Override PartName="/ppt/slideLayouts/_rels/slideLayout521.xml.rels" ContentType="application/vnd.openxmlformats-package.relationships+xml"/>
  <Override PartName="/ppt/slideLayouts/_rels/slideLayout3611.xml.rels" ContentType="application/vnd.openxmlformats-package.relationships+xml"/>
  <Override PartName="/ppt/slideLayouts/_rels/slideLayout1353.xml.rels" ContentType="application/vnd.openxmlformats-package.relationships+xml"/>
  <Override PartName="/ppt/slideLayouts/_rels/slideLayout513.xml.rels" ContentType="application/vnd.openxmlformats-package.relationships+xml"/>
  <Override PartName="/ppt/slideLayouts/_rels/slideLayout3170.xml.rels" ContentType="application/vnd.openxmlformats-package.relationships+xml"/>
  <Override PartName="/ppt/slideLayouts/_rels/slideLayout1394.xml.rels" ContentType="application/vnd.openxmlformats-package.relationships+xml"/>
  <Override PartName="/ppt/slideLayouts/_rels/slideLayout1896.xml.rels" ContentType="application/vnd.openxmlformats-package.relationships+xml"/>
  <Override PartName="/ppt/slideLayouts/_rels/slideLayout1328.xml.rels" ContentType="application/vnd.openxmlformats-package.relationships+xml"/>
  <Override PartName="/ppt/slideLayouts/_rels/slideLayout2186.xml.rels" ContentType="application/vnd.openxmlformats-package.relationships+xml"/>
  <Override PartName="/ppt/slideLayouts/_rels/slideLayout2686.xml.rels" ContentType="application/vnd.openxmlformats-package.relationships+xml"/>
  <Override PartName="/ppt/slideLayouts/_rels/slideLayout1897.xml.rels" ContentType="application/vnd.openxmlformats-package.relationships+xml"/>
  <Override PartName="/ppt/slideLayouts/_rels/slideLayout523.xml.rels" ContentType="application/vnd.openxmlformats-package.relationships+xml"/>
  <Override PartName="/ppt/slideLayouts/_rels/slideLayout2300.xml.rels" ContentType="application/vnd.openxmlformats-package.relationships+xml"/>
  <Override PartName="/ppt/slideLayouts/_rels/slideLayout1066.xml.rels" ContentType="application/vnd.openxmlformats-package.relationships+xml"/>
  <Override PartName="/ppt/slideLayouts/_rels/slideLayout2187.xml.rels" ContentType="application/vnd.openxmlformats-package.relationships+xml"/>
  <Override PartName="/ppt/slideLayouts/_rels/slideLayout3306.xml.rels" ContentType="application/vnd.openxmlformats-package.relationships+xml"/>
  <Override PartName="/ppt/slideLayouts/_rels/slideLayout1048.xml.rels" ContentType="application/vnd.openxmlformats-package.relationships+xml"/>
  <Override PartName="/ppt/slideLayouts/_rels/slideLayout3237.xml.rels" ContentType="application/vnd.openxmlformats-package.relationships+xml"/>
  <Override PartName="/ppt/slideLayouts/_rels/slideLayout1097.xml.rels" ContentType="application/vnd.openxmlformats-package.relationships+xml"/>
  <Override PartName="/ppt/slideLayouts/_rels/slideLayout216.xml.rels" ContentType="application/vnd.openxmlformats-package.relationships+xml"/>
  <Override PartName="/ppt/slideLayouts/_rels/slideLayout204.xml.rels" ContentType="application/vnd.openxmlformats-package.relationships+xml"/>
  <Override PartName="/ppt/slideLayouts/_rels/slideLayout1085.xml.rels" ContentType="application/vnd.openxmlformats-package.relationships+xml"/>
  <Override PartName="/ppt/slideLayouts/_rels/slideLayout1888.xml.rels" ContentType="application/vnd.openxmlformats-package.relationships+xml"/>
  <Override PartName="/ppt/slideLayouts/_rels/slideLayout2188.xml.rels" ContentType="application/vnd.openxmlformats-package.relationships+xml"/>
  <Override PartName="/ppt/slideLayouts/_rels/slideLayout451.xml.rels" ContentType="application/vnd.openxmlformats-package.relationships+xml"/>
  <Override PartName="/ppt/slideLayouts/_rels/slideLayout2710.xml.rels" ContentType="application/vnd.openxmlformats-package.relationships+xml"/>
  <Override PartName="/ppt/slideLayouts/_rels/slideLayout2692.xml.rels" ContentType="application/vnd.openxmlformats-package.relationships+xml"/>
  <Override PartName="/ppt/slideLayouts/_rels/slideLayout587.xml.rels" ContentType="application/vnd.openxmlformats-package.relationships+xml"/>
  <Override PartName="/ppt/slideLayouts/_rels/slideLayout2713.xml.rels" ContentType="application/vnd.openxmlformats-package.relationships+xml"/>
  <Override PartName="/ppt/slideLayouts/_rels/slideLayout275.xml.rels" ContentType="application/vnd.openxmlformats-package.relationships+xml"/>
  <Override PartName="/ppt/slideLayouts/_rels/slideLayout2052.xml.rels" ContentType="application/vnd.openxmlformats-package.relationships+xml"/>
  <Override PartName="/ppt/slideLayouts/_rels/slideLayout382.xml.rels" ContentType="application/vnd.openxmlformats-package.relationships+xml"/>
  <Override PartName="/ppt/slideLayouts/_rels/slideLayout2820.xml.rels" ContentType="application/vnd.openxmlformats-package.relationships+xml"/>
  <Override PartName="/ppt/slideLayouts/_rels/slideLayout694.xml.rels" ContentType="application/vnd.openxmlformats-package.relationships+xml"/>
  <Override PartName="/ppt/slideLayouts/_rels/slideLayout1898.xml.rels" ContentType="application/vnd.openxmlformats-package.relationships+xml"/>
  <Override PartName="/ppt/slideLayouts/_rels/slideLayout3551.xml.rels" ContentType="application/vnd.openxmlformats-package.relationships+xml"/>
  <Override PartName="/ppt/slideLayouts/_rels/slideLayout1775.xml.rels" ContentType="application/vnd.openxmlformats-package.relationships+xml"/>
  <Override PartName="/ppt/slideLayouts/_rels/slideLayout3592.xml.rels" ContentType="application/vnd.openxmlformats-package.relationships+xml"/>
  <Override PartName="/ppt/slideLayouts/_rels/slideLayout2198.xml.rels" ContentType="application/vnd.openxmlformats-package.relationships+xml"/>
  <Override PartName="/ppt/slideLayouts/_rels/slideLayout2160.xml.rels" ContentType="application/vnd.openxmlformats-package.relationships+xml"/>
  <Override PartName="/ppt/slideLayouts/_rels/slideLayout383.xml.rels" ContentType="application/vnd.openxmlformats-package.relationships+xml"/>
  <Override PartName="/ppt/slideLayouts/_rels/slideLayout40.xml.rels" ContentType="application/vnd.openxmlformats-package.relationships+xml"/>
  <Override PartName="/ppt/slideLayouts/_rels/slideLayout2821.xml.rels" ContentType="application/vnd.openxmlformats-package.relationships+xml"/>
  <Override PartName="/ppt/slideLayouts/_rels/slideLayout695.xml.rels" ContentType="application/vnd.openxmlformats-package.relationships+xml"/>
  <Override PartName="/ppt/slideLayouts/_rels/slideLayout1055.xml.rels" ContentType="application/vnd.openxmlformats-package.relationships+xml"/>
  <Override PartName="/ppt/slideLayouts/_rels/slideLayout3313.xml.rels" ContentType="application/vnd.openxmlformats-package.relationships+xml"/>
  <Override PartName="/ppt/slideLayouts/_rels/slideLayout2199.xml.rels" ContentType="application/vnd.openxmlformats-package.relationships+xml"/>
  <Override PartName="/ppt/slideLayouts/_rels/slideLayout230.xml.rels" ContentType="application/vnd.openxmlformats-package.relationships+xml"/>
  <Override PartName="/ppt/slideLayouts/_rels/slideLayout540.xml.rels" ContentType="application/vnd.openxmlformats-package.relationships+xml"/>
  <Override PartName="/ppt/slideLayouts/_rels/slideLayout3561.xml.rels" ContentType="application/vnd.openxmlformats-package.relationships+xml"/>
  <Override PartName="/ppt/slideLayouts/_rels/slideLayout3630.xml.rels" ContentType="application/vnd.openxmlformats-package.relationships+xml"/>
  <Override PartName="/ppt/slideLayouts/_rels/slideLayout1372.xml.rels" ContentType="application/vnd.openxmlformats-package.relationships+xml"/>
  <Override PartName="/ppt/slideLayouts/_rels/slideLayout541.xml.rels" ContentType="application/vnd.openxmlformats-package.relationships+xml"/>
  <Override PartName="/ppt/slideLayouts/_rels/slideLayout400.xml.rels" ContentType="application/vnd.openxmlformats-package.relationships+xml"/>
  <Override PartName="/ppt/slideLayouts/_rels/slideLayout3190.xml.rels" ContentType="application/vnd.openxmlformats-package.relationships+xml"/>
  <Override PartName="/ppt/slideLayouts/_rels/slideLayout3562.xml.rels" ContentType="application/vnd.openxmlformats-package.relationships+xml"/>
  <Override PartName="/ppt/slideLayouts/_rels/slideLayout3631.xml.rels" ContentType="application/vnd.openxmlformats-package.relationships+xml"/>
  <Override PartName="/ppt/slideLayouts/_rels/slideLayout1373.xml.rels" ContentType="application/vnd.openxmlformats-package.relationships+xml"/>
  <Override PartName="/ppt/slideLayouts/_rels/slideLayout542.xml.rels" ContentType="application/vnd.openxmlformats-package.relationships+xml"/>
  <Override PartName="/ppt/slideLayouts/_rels/slideLayout401.xml.rels" ContentType="application/vnd.openxmlformats-package.relationships+xml"/>
  <Override PartName="/ppt/slideLayouts/_rels/slideLayout3191.xml.rels" ContentType="application/vnd.openxmlformats-package.relationships+xml"/>
  <Override PartName="/ppt/slideLayouts/_rels/slideLayout170.xml.rels" ContentType="application/vnd.openxmlformats-package.relationships+xml"/>
  <Override PartName="/ppt/slideLayouts/_rels/slideLayout3632.xml.rels" ContentType="application/vnd.openxmlformats-package.relationships+xml"/>
  <Override PartName="/ppt/slideLayouts/_rels/slideLayout1374.xml.rels" ContentType="application/vnd.openxmlformats-package.relationships+xml"/>
  <Override PartName="/ppt/slideLayouts/_rels/slideLayout844.xml.rels" ContentType="application/vnd.openxmlformats-package.relationships+xml"/>
  <Override PartName="/ppt/slideLayouts/_rels/slideLayout1676.xml.rels" ContentType="application/vnd.openxmlformats-package.relationships+xml"/>
  <Override PartName="/ppt/slideLayouts/_rels/slideLayout1618.xml.rels" ContentType="application/vnd.openxmlformats-package.relationships+xml"/>
  <Override PartName="/ppt/slideLayouts/_rels/slideLayout1619.xml.rels" ContentType="application/vnd.openxmlformats-package.relationships+xml"/>
  <Override PartName="/ppt/slideLayouts/_rels/slideLayout855.xml.rels" ContentType="application/vnd.openxmlformats-package.relationships+xml"/>
  <Override PartName="/ppt/slideLayouts/_rels/slideLayout856.xml.rels" ContentType="application/vnd.openxmlformats-package.relationships+xml"/>
  <Override PartName="/ppt/slideLayouts/_rels/slideLayout1688.xml.rels" ContentType="application/vnd.openxmlformats-package.relationships+xml"/>
  <Override PartName="/ppt/slideLayouts/_rels/slideLayout857.xml.rels" ContentType="application/vnd.openxmlformats-package.relationships+xml"/>
  <Override PartName="/ppt/slideLayouts/_rels/slideLayout1689.xml.rels" ContentType="application/vnd.openxmlformats-package.relationships+xml"/>
  <Override PartName="/ppt/slideLayouts/_rels/slideLayout570.xml.rels" ContentType="application/vnd.openxmlformats-package.relationships+xml"/>
  <Override PartName="/ppt/slideLayouts/_rels/slideLayout934.xml.rels" ContentType="application/vnd.openxmlformats-package.relationships+xml"/>
  <Override PartName="/ppt/slideLayouts/_rels/slideLayout3591.xml.rels" ContentType="application/vnd.openxmlformats-package.relationships+xml"/>
  <Override PartName="/ppt/slideLayouts/_rels/slideLayout572.xml.rels" ContentType="application/vnd.openxmlformats-package.relationships+xml"/>
  <Override PartName="/ppt/slideLayouts/_rels/slideLayout463.xml.rels" ContentType="application/vnd.openxmlformats-package.relationships+xml"/>
  <Override PartName="/ppt/slideLayouts/_rels/slideLayout2722.xml.rels" ContentType="application/vnd.openxmlformats-package.relationships+xml"/>
  <Override PartName="/ppt/slideLayouts/_rels/slideLayout2350.xml.rels" ContentType="application/vnd.openxmlformats-package.relationships+xml"/>
  <Override PartName="/ppt/slideLayouts/_rels/slideLayout573.xml.rels" ContentType="application/vnd.openxmlformats-package.relationships+xml"/>
  <Override PartName="/ppt/slideLayouts/_rels/slideLayout1081.xml.rels" ContentType="application/vnd.openxmlformats-package.relationships+xml"/>
  <Override PartName="/ppt/slideLayouts/_rels/slideLayout131.xml.rels" ContentType="application/vnd.openxmlformats-package.relationships+xml"/>
  <Override PartName="/ppt/slideLayouts/_rels/slideLayout3270.xml.rels" ContentType="application/vnd.openxmlformats-package.relationships+xml"/>
  <Override PartName="/ppt/slideLayouts/_rels/slideLayout141.xml.rels" ContentType="application/vnd.openxmlformats-package.relationships+xml"/>
  <Override PartName="/ppt/slideLayouts/_rels/slideLayout2400.xml.rels" ContentType="application/vnd.openxmlformats-package.relationships+xml"/>
  <Override PartName="/ppt/slideLayouts/_rels/slideLayout3493.xml.rels" ContentType="application/vnd.openxmlformats-package.relationships+xml"/>
  <Override PartName="/ppt/slideLayouts/_rels/slideLayout836.xml.rels" ContentType="application/vnd.openxmlformats-package.relationships+xml"/>
  <Override PartName="/ppt/slideLayouts/_rels/slideLayout151.xml.rels" ContentType="application/vnd.openxmlformats-package.relationships+xml"/>
  <Override PartName="/ppt/slideLayouts/_rels/slideLayout2410.xml.rels" ContentType="application/vnd.openxmlformats-package.relationships+xml"/>
  <Override PartName="/ppt/slideLayouts/_rels/slideLayout152.xml.rels" ContentType="application/vnd.openxmlformats-package.relationships+xml"/>
  <Override PartName="/ppt/slideLayouts/_rels/slideLayout14.xml.rels" ContentType="application/vnd.openxmlformats-package.relationships+xml"/>
  <Override PartName="/ppt/slideLayouts/_rels/slideLayout2411.xml.rels" ContentType="application/vnd.openxmlformats-package.relationships+xml"/>
  <Override PartName="/ppt/slideLayouts/_rels/slideLayout847.xml.rels" ContentType="application/vnd.openxmlformats-package.relationships+xml"/>
  <Override PartName="/ppt/slideLayouts/_rels/slideLayout763.xml.rels" ContentType="application/vnd.openxmlformats-package.relationships+xml"/>
  <Override PartName="/ppt/slideLayouts/_rels/slideLayout2540.xml.rels" ContentType="application/vnd.openxmlformats-package.relationships+xml"/>
  <Override PartName="/ppt/slideLayouts/_rels/slideLayout2541.xml.rels" ContentType="application/vnd.openxmlformats-package.relationships+xml"/>
  <Override PartName="/ppt/slideLayouts/_rels/slideLayout2396.xml.rels" ContentType="application/vnd.openxmlformats-package.relationships+xml"/>
  <Override PartName="/ppt/slideLayouts/_rels/slideLayout2896.xml.rels" ContentType="application/vnd.openxmlformats-package.relationships+xml"/>
  <Override PartName="/ppt/slideLayouts/_rels/slideLayout3197.xml.rels" ContentType="application/vnd.openxmlformats-package.relationships+xml"/>
  <Override PartName="/ppt/slideLayouts/_rels/slideLayout3569.xml.rels" ContentType="application/vnd.openxmlformats-package.relationships+xml"/>
  <Override PartName="/ppt/slideLayouts/_rels/slideLayout2397.xml.rels" ContentType="application/vnd.openxmlformats-package.relationships+xml"/>
  <Override PartName="/ppt/slideLayouts/_rels/slideLayout3183.xml.rels" ContentType="application/vnd.openxmlformats-package.relationships+xml"/>
  <Override PartName="/ppt/slideLayouts/_rels/slideLayout526.xml.rels" ContentType="application/vnd.openxmlformats-package.relationships+xml"/>
  <Override PartName="/ppt/slideLayouts/_rels/slideLayout2053.xml.rels" ContentType="application/vnd.openxmlformats-package.relationships+xml"/>
  <Override PartName="/ppt/slideLayouts/_rels/slideLayout276.xml.rels" ContentType="application/vnd.openxmlformats-package.relationships+xml"/>
  <Override PartName="/ppt/slideLayouts/_rels/slideLayout2766.xml.rels" ContentType="application/vnd.openxmlformats-package.relationships+xml"/>
  <Override PartName="/ppt/slideLayouts/_rels/slideLayout2894.xml.rels" ContentType="application/vnd.openxmlformats-package.relationships+xml"/>
  <Override PartName="/ppt/slideLayouts/_rels/slideLayout2421.xml.rels" ContentType="application/vnd.openxmlformats-package.relationships+xml"/>
  <Override PartName="/ppt/slideLayouts/_rels/slideLayout2767.xml.rels" ContentType="application/vnd.openxmlformats-package.relationships+xml"/>
  <Override PartName="/ppt/slideLayouts/_rels/slideLayout2895.xml.rels" ContentType="application/vnd.openxmlformats-package.relationships+xml"/>
  <Override PartName="/ppt/slideLayouts/_rels/slideLayout1074.xml.rels" ContentType="application/vnd.openxmlformats-package.relationships+xml"/>
  <Override PartName="/ppt/slideLayouts/_rels/slideLayout3332.xml.rels" ContentType="application/vnd.openxmlformats-package.relationships+xml"/>
  <Override PartName="/ppt/slideLayouts/_rels/slideLayout556.xml.rels" ContentType="application/vnd.openxmlformats-package.relationships+xml"/>
  <Override PartName="/ppt/slideLayouts/_rels/slideLayout2815.xml.rels" ContentType="application/vnd.openxmlformats-package.relationships+xml"/>
  <Override PartName="/ppt/slideLayouts/_rels/slideLayout377.xml.rels" ContentType="application/vnd.openxmlformats-package.relationships+xml"/>
  <Override PartName="/ppt/slideLayouts/_rels/slideLayout2021.xml.rels" ContentType="application/vnd.openxmlformats-package.relationships+xml"/>
  <Override PartName="/ppt/slideLayouts/_rels/slideLayout2430.xml.rels" ContentType="application/vnd.openxmlformats-package.relationships+xml"/>
  <Override PartName="/ppt/slideLayouts/_rels/slideLayout33.xml.rels" ContentType="application/vnd.openxmlformats-package.relationships+xml"/>
  <Override PartName="/ppt/slideLayouts/_rels/slideLayout2178.xml.rels" ContentType="application/vnd.openxmlformats-package.relationships+xml"/>
  <Override PartName="/ppt/slideLayouts/_rels/slideLayout1636.xml.rels" ContentType="application/vnd.openxmlformats-package.relationships+xml"/>
  <Override PartName="/ppt/slideLayouts/_rels/slideLayout3412.xml.rels" ContentType="application/vnd.openxmlformats-package.relationships+xml"/>
  <Override PartName="/ppt/slideLayouts/_rels/slideLayout2678.xml.rels" ContentType="application/vnd.openxmlformats-package.relationships+xml"/>
  <Override PartName="/ppt/slideLayouts/_rels/slideLayout2431.xml.rels" ContentType="application/vnd.openxmlformats-package.relationships+xml"/>
  <Override PartName="/ppt/slideLayouts/_rels/slideLayout34.xml.rels" ContentType="application/vnd.openxmlformats-package.relationships+xml"/>
  <Override PartName="/ppt/slideLayouts/_rels/slideLayout2931.xml.rels" ContentType="application/vnd.openxmlformats-package.relationships+xml"/>
  <Override PartName="/ppt/slideLayouts/_rels/slideLayout1169.xml.rels" ContentType="application/vnd.openxmlformats-package.relationships+xml"/>
  <Override PartName="/ppt/slideLayouts/_rels/slideLayout3427.xml.rels" ContentType="application/vnd.openxmlformats-package.relationships+xml"/>
  <Override PartName="/ppt/slideLayouts/_rels/slideLayout1238.xml.rels" ContentType="application/vnd.openxmlformats-package.relationships+xml"/>
  <Override PartName="/ppt/slideLayouts/_rels/slideLayout3567.xml.rels" ContentType="application/vnd.openxmlformats-package.relationships+xml"/>
  <Override PartName="/ppt/slideLayouts/_rels/slideLayout3636.xml.rels" ContentType="application/vnd.openxmlformats-package.relationships+xml"/>
  <Override PartName="/ppt/slideLayouts/_rels/slideLayout1378.xml.rels" ContentType="application/vnd.openxmlformats-package.relationships+xml"/>
  <Override PartName="/ppt/slideLayouts/_rels/slideLayout2805.xml.rels" ContentType="application/vnd.openxmlformats-package.relationships+xml"/>
  <Override PartName="/ppt/slideLayouts/_rels/slideLayout546.xml.rels" ContentType="application/vnd.openxmlformats-package.relationships+xml"/>
  <Override PartName="/ppt/slideLayouts/_rels/slideLayout1038.xml.rels" ContentType="application/vnd.openxmlformats-package.relationships+xml"/>
  <Override PartName="/ppt/slideLayouts/_rels/slideLayout3227.xml.rels" ContentType="application/vnd.openxmlformats-package.relationships+xml"/>
  <Override PartName="/ppt/slideLayouts/_rels/slideLayout206.xml.rels" ContentType="application/vnd.openxmlformats-package.relationships+xml"/>
  <Override PartName="/ppt/slideLayouts/_rels/slideLayout2838.xml.rels" ContentType="application/vnd.openxmlformats-package.relationships+xml"/>
  <Override PartName="/ppt/slideLayouts/_rels/slideLayout37.xml.rels" ContentType="application/vnd.openxmlformats-package.relationships+xml"/>
  <Override PartName="/ppt/slideLayouts/_rels/slideLayout3018.xml.rels" ContentType="application/vnd.openxmlformats-package.relationships+xml"/>
  <Override PartName="/ppt/slideLayouts/_rels/slideLayout863.xml.rels" ContentType="application/vnd.openxmlformats-package.relationships+xml"/>
  <Override PartName="/ppt/slideLayouts/_rels/slideLayout3131.xml.rels" ContentType="application/vnd.openxmlformats-package.relationships+xml"/>
  <Override PartName="/ppt/slideLayouts/_rels/slideLayout2808.xml.rels" ContentType="application/vnd.openxmlformats-package.relationships+xml"/>
  <Override PartName="/ppt/slideLayouts/_rels/slideLayout2424.xml.rels" ContentType="application/vnd.openxmlformats-package.relationships+xml"/>
  <Override PartName="/ppt/slideLayouts/_rels/slideLayout27.xml.rels" ContentType="application/vnd.openxmlformats-package.relationships+xml"/>
  <Override PartName="/ppt/slideLayouts/_rels/slideLayout165.xml.rels" ContentType="application/vnd.openxmlformats-package.relationships+xml"/>
  <Override PartName="/ppt/slideLayouts/_rels/slideLayout3145.xml.rels" ContentType="application/vnd.openxmlformats-package.relationships+xml"/>
  <Override PartName="/ppt/slideLayouts/_rels/slideLayout1369.xml.rels" ContentType="application/vnd.openxmlformats-package.relationships+xml"/>
  <Override PartName="/ppt/slideLayouts/_rels/slideLayout2451.xml.rels" ContentType="application/vnd.openxmlformats-package.relationships+xml"/>
  <Override PartName="/ppt/slideLayouts/_rels/slideLayout2951.xml.rels" ContentType="application/vnd.openxmlformats-package.relationships+xml"/>
  <Override PartName="/ppt/slideLayouts/_rels/slideLayout2952.xml.rels" ContentType="application/vnd.openxmlformats-package.relationships+xml"/>
  <Override PartName="/ppt/slideLayouts/_rels/slideLayout2460.xml.rels" ContentType="application/vnd.openxmlformats-package.relationships+xml"/>
  <Override PartName="/ppt/slideLayouts/_rels/slideLayout2955.xml.rels" ContentType="application/vnd.openxmlformats-package.relationships+xml"/>
  <Override PartName="/ppt/slideLayouts/_rels/slideLayout347.xml.rels" ContentType="application/vnd.openxmlformats-package.relationships+xml"/>
  <Override PartName="/ppt/slideLayouts/_rels/slideLayout3486.xml.rels" ContentType="application/vnd.openxmlformats-package.relationships+xml"/>
  <Override PartName="/ppt/slideLayouts/_rels/slideLayout465.xml.rels" ContentType="application/vnd.openxmlformats-package.relationships+xml"/>
  <Override PartName="/ppt/slideLayouts/_rels/slideLayout2242.xml.rels" ContentType="application/vnd.openxmlformats-package.relationships+xml"/>
  <Override PartName="/ppt/slideLayouts/_rels/slideLayout355.xml.rels" ContentType="application/vnd.openxmlformats-package.relationships+xml"/>
  <Override PartName="/ppt/slideLayouts/_rels/slideLayout2614.xml.rels" ContentType="application/vnd.openxmlformats-package.relationships+xml"/>
  <Override PartName="/ppt/slideLayouts/_rels/slideLayout2461.xml.rels" ContentType="application/vnd.openxmlformats-package.relationships+xml"/>
  <Override PartName="/ppt/slideLayouts/_rels/slideLayout64.xml.rels" ContentType="application/vnd.openxmlformats-package.relationships+xml"/>
  <Override PartName="/ppt/slideLayouts/_rels/slideLayout2845.xml.rels" ContentType="application/vnd.openxmlformats-package.relationships+xml"/>
  <Override PartName="/ppt/slideLayouts/_rels/slideLayout2961.xml.rels" ContentType="application/vnd.openxmlformats-package.relationships+xml"/>
  <Override PartName="/ppt/slideLayouts/_rels/slideLayout2956.xml.rels" ContentType="application/vnd.openxmlformats-package.relationships+xml"/>
  <Override PartName="/ppt/slideLayouts/_rels/slideLayout2584.xml.rels" ContentType="application/vnd.openxmlformats-package.relationships+xml"/>
  <Override PartName="/ppt/slideLayouts/_rels/slideLayout2604.xml.rels" ContentType="application/vnd.openxmlformats-package.relationships+xml"/>
  <Override PartName="/ppt/slideLayouts/_rels/slideLayout3187.xml.rels" ContentType="application/vnd.openxmlformats-package.relationships+xml"/>
  <Override PartName="/ppt/slideLayouts/_rels/slideLayout2425.xml.rels" ContentType="application/vnd.openxmlformats-package.relationships+xml"/>
  <Override PartName="/ppt/slideLayouts/_rels/slideLayout166.xml.rels" ContentType="application/vnd.openxmlformats-package.relationships+xml"/>
  <Override PartName="/ppt/slideLayouts/_rels/slideLayout28.xml.rels" ContentType="application/vnd.openxmlformats-package.relationships+xml"/>
  <Override PartName="/ppt/slideLayouts/_rels/slideLayout2464.xml.rels" ContentType="application/vnd.openxmlformats-package.relationships+xml"/>
  <Override PartName="/ppt/slideLayouts/_rels/slideLayout2836.xml.rels" ContentType="application/vnd.openxmlformats-package.relationships+xml"/>
  <Override PartName="/ppt/slideLayouts/_rels/slideLayout55.xml.rels" ContentType="application/vnd.openxmlformats-package.relationships+xml"/>
  <Override PartName="/ppt/slideLayouts/_rels/slideLayout193.xml.rels" ContentType="application/vnd.openxmlformats-package.relationships+xml"/>
  <Override PartName="/ppt/slideLayouts/_rels/slideLayout2631.xml.rels" ContentType="application/vnd.openxmlformats-package.relationships+xml"/>
  <Override PartName="/ppt/slideLayouts/_rels/slideLayout2964.xml.rels" ContentType="application/vnd.openxmlformats-package.relationships+xml"/>
  <Override PartName="/ppt/slideLayouts/_rels/slideLayout2465.xml.rels" ContentType="application/vnd.openxmlformats-package.relationships+xml"/>
  <Override PartName="/ppt/slideLayouts/_rels/slideLayout2837.xml.rels" ContentType="application/vnd.openxmlformats-package.relationships+xml"/>
  <Override PartName="/ppt/slideLayouts/_rels/slideLayout56.xml.rels" ContentType="application/vnd.openxmlformats-package.relationships+xml"/>
  <Override PartName="/ppt/slideLayouts/_rels/slideLayout2965.xml.rels" ContentType="application/vnd.openxmlformats-package.relationships+xml"/>
  <Override PartName="/ppt/slideLayouts/_rels/slideLayout693.xml.rels" ContentType="application/vnd.openxmlformats-package.relationships+xml"/>
  <Override PartName="/ppt/slideLayouts/_rels/slideLayout2470.xml.rels" ContentType="application/vnd.openxmlformats-package.relationships+xml"/>
  <Override PartName="/ppt/slideLayouts/_rels/slideLayout2466.xml.rels" ContentType="application/vnd.openxmlformats-package.relationships+xml"/>
  <Override PartName="/ppt/slideLayouts/_rels/slideLayout57.xml.rels" ContentType="application/vnd.openxmlformats-package.relationships+xml"/>
  <Override PartName="/ppt/slideLayouts/_rels/slideLayout2966.xml.rels" ContentType="application/vnd.openxmlformats-package.relationships+xml"/>
  <Override PartName="/ppt/slideLayouts/_rels/slideLayout2471.xml.rels" ContentType="application/vnd.openxmlformats-package.relationships+xml"/>
  <Override PartName="/ppt/slideLayouts/_rels/slideLayout2843.xml.rels" ContentType="application/vnd.openxmlformats-package.relationships+xml"/>
  <Override PartName="/ppt/slideLayouts/_rels/slideLayout584.xml.rels" ContentType="application/vnd.openxmlformats-package.relationships+xml"/>
  <Override PartName="/ppt/slideLayouts/_rels/slideLayout2971.xml.rels" ContentType="application/vnd.openxmlformats-package.relationships+xml"/>
  <Override PartName="/ppt/slideLayouts/_rels/slideLayout2914.xml.rels" ContentType="application/vnd.openxmlformats-package.relationships+xml"/>
  <Override PartName="/ppt/slideLayouts/_rels/slideLayout3497.xml.rels" ContentType="application/vnd.openxmlformats-package.relationships+xml"/>
  <Override PartName="/ppt/slideLayouts/_rels/slideLayout2414.xml.rels" ContentType="application/vnd.openxmlformats-package.relationships+xml"/>
  <Override PartName="/ppt/slideLayouts/_rels/slideLayout2472.xml.rels" ContentType="application/vnd.openxmlformats-package.relationships+xml"/>
  <Override PartName="/ppt/slideLayouts/_rels/slideLayout2972.xml.rels" ContentType="application/vnd.openxmlformats-package.relationships+xml"/>
  <Override PartName="/ppt/slideLayouts/_rels/slideLayout3198.xml.rels" ContentType="application/vnd.openxmlformats-package.relationships+xml"/>
  <Override PartName="/ppt/slideLayouts/_rels/slideLayout2898.xml.rels" ContentType="application/vnd.openxmlformats-package.relationships+xml"/>
  <Override PartName="/ppt/slideLayouts/_rels/slideLayout2546.xml.rels" ContentType="application/vnd.openxmlformats-package.relationships+xml"/>
  <Override PartName="/ppt/slideLayouts/_rels/slideLayout2918.xml.rels" ContentType="application/vnd.openxmlformats-package.relationships+xml"/>
  <Override PartName="/ppt/slideLayouts/_rels/slideLayout909.xml.rels" ContentType="application/vnd.openxmlformats-package.relationships+xml"/>
  <Override PartName="/ppt/slideLayouts/_rels/slideLayout3566.xml.rels" ContentType="application/vnd.openxmlformats-package.relationships+xml"/>
  <Override PartName="/ppt/slideLayouts/_rels/slideLayout2804.xml.rels" ContentType="application/vnd.openxmlformats-package.relationships+xml"/>
  <Override PartName="/ppt/slideLayouts/_rels/slideLayout545.xml.rels" ContentType="application/vnd.openxmlformats-package.relationships+xml"/>
  <Override PartName="/ppt/slideLayouts/_rels/slideLayout2477.xml.rels" ContentType="application/vnd.openxmlformats-package.relationships+xml"/>
  <Override PartName="/ppt/slideLayouts/_rels/slideLayout2849.xml.rels" ContentType="application/vnd.openxmlformats-package.relationships+xml"/>
  <Override PartName="/ppt/slideLayouts/_rels/slideLayout68.xml.rels" ContentType="application/vnd.openxmlformats-package.relationships+xml"/>
  <Override PartName="/ppt/slideLayouts/_rels/slideLayout2876.xml.rels" ContentType="application/vnd.openxmlformats-package.relationships+xml"/>
  <Override PartName="/ppt/slideLayouts/_rels/slideLayout75.xml.rels" ContentType="application/vnd.openxmlformats-package.relationships+xml"/>
  <Override PartName="/ppt/slideLayouts/_rels/slideLayout1608.xml.rels" ContentType="application/vnd.openxmlformats-package.relationships+xml"/>
  <Override PartName="/ppt/slideLayouts/_rels/slideLayout2408.xml.rels" ContentType="application/vnd.openxmlformats-package.relationships+xml"/>
  <Override PartName="/ppt/slideLayouts/_rels/slideLayout681.xml.rels" ContentType="application/vnd.openxmlformats-package.relationships+xml"/>
  <Override PartName="/ppt/slideLayouts/_rels/slideLayout2908.xml.rels" ContentType="application/vnd.openxmlformats-package.relationships+xml"/>
  <Override PartName="/ppt/slideLayouts/_rels/slideLayout1609.xml.rels" ContentType="application/vnd.openxmlformats-package.relationships+xml"/>
  <Override PartName="/ppt/slideLayouts/_rels/slideLayout3426.xml.rels" ContentType="application/vnd.openxmlformats-package.relationships+xml"/>
  <Override PartName="/ppt/slideLayouts/_rels/slideLayout2409.xml.rels" ContentType="application/vnd.openxmlformats-package.relationships+xml"/>
  <Override PartName="/ppt/slideLayouts/_rels/slideLayout2909.xml.rels" ContentType="application/vnd.openxmlformats-package.relationships+xml"/>
  <Override PartName="/ppt/slideLayouts/_rels/slideLayout2388.xml.rels" ContentType="application/vnd.openxmlformats-package.relationships+xml"/>
  <Override PartName="/ppt/slideLayouts/_rels/slideLayout2888.xml.rels" ContentType="application/vnd.openxmlformats-package.relationships+xml"/>
  <Override PartName="/ppt/slideLayouts/_rels/slideLayout421.xml.rels" ContentType="application/vnd.openxmlformats-package.relationships+xml"/>
  <Override PartName="/ppt/slideLayouts/_rels/slideLayout2389.xml.rels" ContentType="application/vnd.openxmlformats-package.relationships+xml"/>
  <Override PartName="/ppt/slideLayouts/_rels/slideLayout2942.xml.rels" ContentType="application/vnd.openxmlformats-package.relationships+xml"/>
  <Override PartName="/ppt/slideLayouts/_rels/slideLayout2548.xml.rels" ContentType="application/vnd.openxmlformats-package.relationships+xml"/>
  <Override PartName="/ppt/slideLayouts/_rels/slideLayout2573.xml.rels" ContentType="application/vnd.openxmlformats-package.relationships+xml"/>
  <Override PartName="/ppt/slideLayouts/_rels/slideLayout2962.xml.rels" ContentType="application/vnd.openxmlformats-package.relationships+xml"/>
  <Override PartName="/ppt/slideLayouts/_rels/slideLayout2590.xml.rels" ContentType="application/vnd.openxmlformats-package.relationships+xml"/>
  <Override PartName="/ppt/slideLayouts/_rels/slideLayout418.xml.rels" ContentType="application/vnd.openxmlformats-package.relationships+xml"/>
  <Override PartName="/ppt/slideLayouts/_rels/slideLayout1299.xml.rels" ContentType="application/vnd.openxmlformats-package.relationships+xml"/>
  <Override PartName="/ppt/slideLayouts/_rels/slideLayout2091.xml.rels" ContentType="application/vnd.openxmlformats-package.relationships+xml"/>
  <Override PartName="/ppt/slideLayouts/_rels/slideLayout2963.xml.rels" ContentType="application/vnd.openxmlformats-package.relationships+xml"/>
  <Override PartName="/ppt/slideLayouts/_rels/slideLayout2591.xml.rels" ContentType="application/vnd.openxmlformats-package.relationships+xml"/>
  <Override PartName="/ppt/slideLayouts/_rels/slideLayout2585.xml.rels" ContentType="application/vnd.openxmlformats-package.relationships+xml"/>
  <Override PartName="/ppt/slideLayouts/_rels/slideLayout2957.xml.rels" ContentType="application/vnd.openxmlformats-package.relationships+xml"/>
  <Override PartName="/ppt/slideLayouts/_rels/slideLayout2906.xml.rels" ContentType="application/vnd.openxmlformats-package.relationships+xml"/>
  <Override PartName="/ppt/slideLayouts/_rels/slideLayout2534.xml.rels" ContentType="application/vnd.openxmlformats-package.relationships+xml"/>
  <Override PartName="/ppt/slideLayouts/_rels/slideLayout2612.xml.rels" ContentType="application/vnd.openxmlformats-package.relationships+xml"/>
  <Override PartName="/ppt/slideLayouts/_rels/slideLayout353.xml.rels" ContentType="application/vnd.openxmlformats-package.relationships+xml"/>
  <Override PartName="/ppt/slideLayouts/_rels/slideLayout2885.xml.rels" ContentType="application/vnd.openxmlformats-package.relationships+xml"/>
  <Override PartName="/ppt/slideLayouts/_rels/slideLayout2953.xml.rels" ContentType="application/vnd.openxmlformats-package.relationships+xml"/>
  <Override PartName="/ppt/slideLayouts/_rels/slideLayout2454.xml.rels" ContentType="application/vnd.openxmlformats-package.relationships+xml"/>
  <Override PartName="/ppt/slideLayouts/_rels/slideLayout45.xml.rels" ContentType="application/vnd.openxmlformats-package.relationships+xml"/>
  <Override PartName="/ppt/slideLayouts/_rels/slideLayout1637.xml.rels" ContentType="application/vnd.openxmlformats-package.relationships+xml"/>
  <Override PartName="/ppt/slideLayouts/_rels/slideLayout2954.xml.rels" ContentType="application/vnd.openxmlformats-package.relationships+xml"/>
  <Override PartName="/ppt/slideLayouts/_rels/slideLayout2489.xml.rels" ContentType="application/vnd.openxmlformats-package.relationships+xml"/>
  <Override PartName="/ppt/slideLayouts/_rels/slideLayout1032.xml.rels" ContentType="application/vnd.openxmlformats-package.relationships+xml"/>
  <Override PartName="/ppt/slideLayouts/_rels/slideLayout3168.xml.rels" ContentType="application/vnd.openxmlformats-package.relationships+xml"/>
  <Override PartName="/ppt/slideLayouts/_rels/slideLayout880.xml.rels" ContentType="application/vnd.openxmlformats-package.relationships+xml"/>
  <Override PartName="/ppt/slideLayouts/_rels/slideLayout2868.xml.rels" ContentType="application/vnd.openxmlformats-package.relationships+xml"/>
  <Override PartName="/ppt/slideLayouts/_rels/slideLayout2496.xml.rels" ContentType="application/vnd.openxmlformats-package.relationships+xml"/>
  <Override PartName="/ppt/slideLayouts/_rels/slideLayout2516.xml.rels" ContentType="application/vnd.openxmlformats-package.relationships+xml"/>
  <Override PartName="/ppt/slideLayouts/_rels/slideLayout3099.xml.rels" ContentType="application/vnd.openxmlformats-package.relationships+xml"/>
  <Override PartName="/ppt/slideLayouts/_rels/slideLayout2458.xml.rels" ContentType="application/vnd.openxmlformats-package.relationships+xml"/>
  <Override PartName="/ppt/slideLayouts/_rels/slideLayout1001.xml.rels" ContentType="application/vnd.openxmlformats-package.relationships+xml"/>
  <Override PartName="/ppt/slideLayouts/_rels/slideLayout2459.xml.rels" ContentType="application/vnd.openxmlformats-package.relationships+xml"/>
  <Override PartName="/ppt/slideLayouts/_rels/slideLayout2907.xml.rels" ContentType="application/vnd.openxmlformats-package.relationships+xml"/>
  <Override PartName="/ppt/slideLayouts/_rels/slideLayout2535.xml.rels" ContentType="application/vnd.openxmlformats-package.relationships+xml"/>
  <Override PartName="/ppt/slideLayouts/_rels/slideLayout354.xml.rels" ContentType="application/vnd.openxmlformats-package.relationships+xml"/>
  <Override PartName="/ppt/slideLayouts/_rels/slideLayout2613.xml.rels" ContentType="application/vnd.openxmlformats-package.relationships+xml"/>
  <Override PartName="/ppt/slideLayouts/_rels/slideLayout2932.xml.rels" ContentType="application/vnd.openxmlformats-package.relationships+xml"/>
  <Override PartName="/ppt/slideLayouts/_rels/slideLayout2560.xml.rels" ContentType="application/vnd.openxmlformats-package.relationships+xml"/>
  <Override PartName="/ppt/slideLayouts/_rels/slideLayout2719.xml.rels" ContentType="application/vnd.openxmlformats-package.relationships+xml"/>
  <Override PartName="/ppt/slideLayouts/_rels/slideLayout1894.xml.rels" ContentType="application/vnd.openxmlformats-package.relationships+xml"/>
  <Override PartName="/ppt/slideLayouts/_rels/slideLayout690.xml.rels" ContentType="application/vnd.openxmlformats-package.relationships+xml"/>
  <Override PartName="/ppt/slideLayouts/_rels/slideLayout2194.xml.rels" ContentType="application/vnd.openxmlformats-package.relationships+xml"/>
  <Override PartName="/ppt/slideLayouts/_rels/slideLayout2694.xml.rels" ContentType="application/vnd.openxmlformats-package.relationships+xml"/>
  <Override PartName="/ppt/slideLayouts/_rels/slideLayout1677.xml.rels" ContentType="application/vnd.openxmlformats-package.relationships+xml"/>
  <Override PartName="/ppt/slideLayouts/_rels/slideLayout2622.xml.rels" ContentType="application/vnd.openxmlformats-package.relationships+xml"/>
  <Override PartName="/ppt/slideLayouts/_rels/slideLayout845.xml.rels" ContentType="application/vnd.openxmlformats-package.relationships+xml"/>
  <Override PartName="/ppt/slideLayouts/_rels/slideLayout3619.xml.rels" ContentType="application/vnd.openxmlformats-package.relationships+xml"/>
  <Override PartName="/ppt/slideLayouts/_rels/slideLayout3247.xml.rels" ContentType="application/vnd.openxmlformats-package.relationships+xml"/>
  <Override PartName="/ppt/slideLayouts/_rels/slideLayout2174.xml.rels" ContentType="application/vnd.openxmlformats-package.relationships+xml"/>
  <Override PartName="/ppt/slideLayouts/_rels/slideLayout2674.xml.rels" ContentType="application/vnd.openxmlformats-package.relationships+xml"/>
  <Override PartName="/ppt/slideLayouts/_rels/slideLayout2468.xml.rels" ContentType="application/vnd.openxmlformats-package.relationships+xml"/>
  <Override PartName="/ppt/slideLayouts/_rels/slideLayout2968.xml.rels" ContentType="application/vnd.openxmlformats-package.relationships+xml"/>
  <Override PartName="/ppt/slideLayouts/_rels/slideLayout2616.xml.rels" ContentType="application/vnd.openxmlformats-package.relationships+xml"/>
  <Override PartName="/ppt/slideLayouts/_rels/slideLayout3199.xml.rels" ContentType="application/vnd.openxmlformats-package.relationships+xml"/>
  <Override PartName="/ppt/slideLayouts/_rels/slideLayout3268.xml.rels" ContentType="application/vnd.openxmlformats-package.relationships+xml"/>
  <Override PartName="/ppt/slideLayouts/_rels/slideLayout1566.xml.rels" ContentType="application/vnd.openxmlformats-package.relationships+xml"/>
  <Override PartName="/ppt/slideLayouts/_rels/slideLayout3342.xml.rels" ContentType="application/vnd.openxmlformats-package.relationships+xml"/>
  <Override PartName="/ppt/slideLayouts/_rels/slideLayout1895.xml.rels" ContentType="application/vnd.openxmlformats-package.relationships+xml"/>
  <Override PartName="/ppt/slideLayouts/_rels/slideLayout691.xml.rels" ContentType="application/vnd.openxmlformats-package.relationships+xml"/>
  <Override PartName="/ppt/slideLayouts/_rels/slideLayout2950.xml.rels" ContentType="application/vnd.openxmlformats-package.relationships+xml"/>
  <Override PartName="/ppt/slideLayouts/_rels/slideLayout2695.xml.rels" ContentType="application/vnd.openxmlformats-package.relationships+xml"/>
  <Override PartName="/ppt/slideLayouts/_rels/slideLayout1678.xml.rels" ContentType="application/vnd.openxmlformats-package.relationships+xml"/>
  <Override PartName="/ppt/slideLayouts/_rels/slideLayout2623.xml.rels" ContentType="application/vnd.openxmlformats-package.relationships+xml"/>
  <Override PartName="/ppt/slideLayouts/_rels/slideLayout846.xml.rels" ContentType="application/vnd.openxmlformats-package.relationships+xml"/>
  <Override PartName="/ppt/slideLayouts/_rels/slideLayout2672.xml.rels" ContentType="application/vnd.openxmlformats-package.relationships+xml"/>
  <Override PartName="/ppt/slideLayouts/_rels/slideLayout1037.xml.rels" ContentType="application/vnd.openxmlformats-package.relationships+xml"/>
  <Override PartName="/ppt/slideLayouts/_rels/slideLayout205.xml.rels" ContentType="application/vnd.openxmlformats-package.relationships+xml"/>
  <Override PartName="/ppt/slideLayouts/_rels/slideLayout3226.xml.rels" ContentType="application/vnd.openxmlformats-package.relationships+xml"/>
  <Override PartName="/ppt/slideLayouts/_rels/slideLayout1409.xml.rels" ContentType="application/vnd.openxmlformats-package.relationships+xml"/>
  <Override PartName="/ppt/slideLayouts/_rels/slideLayout2189.xml.rels" ContentType="application/vnd.openxmlformats-package.relationships+xml"/>
  <Override PartName="/ppt/slideLayouts/_rels/slideLayout1606.xml.rels" ContentType="application/vnd.openxmlformats-package.relationships+xml"/>
  <Override PartName="/ppt/slideLayouts/_rels/slideLayout2941.xml.rels" ContentType="application/vnd.openxmlformats-package.relationships+xml"/>
  <Override PartName="/ppt/slideLayouts/_rels/slideLayout3093.xml.rels" ContentType="application/vnd.openxmlformats-package.relationships+xml"/>
  <Override PartName="/ppt/slideLayouts/_rels/slideLayout384.xml.rels" ContentType="application/vnd.openxmlformats-package.relationships+xml"/>
  <Override PartName="/ppt/slideLayouts/_rels/slideLayout2510.xml.rels" ContentType="application/vnd.openxmlformats-package.relationships+xml"/>
  <Override PartName="/ppt/slideLayouts/_rels/slideLayout3408.xml.rels" ContentType="application/vnd.openxmlformats-package.relationships+xml"/>
  <Override PartName="/ppt/slideLayouts/_rels/slideLayout555.xml.rels" ContentType="application/vnd.openxmlformats-package.relationships+xml"/>
  <Override PartName="/ppt/slideLayouts/_rels/slideLayout2814.xml.rels" ContentType="application/vnd.openxmlformats-package.relationships+xml"/>
  <Override PartName="/ppt/slideLayouts/_rels/slideLayout125.xml.rels" ContentType="application/vnd.openxmlformats-package.relationships+xml"/>
  <Override PartName="/ppt/slideLayouts/_rels/slideLayout3397.xml.rels" ContentType="application/vnd.openxmlformats-package.relationships+xml"/>
  <Override PartName="/ppt/slideLayouts/_rels/slideLayout13.xml.rels" ContentType="application/vnd.openxmlformats-package.relationships+xml"/>
  <Override PartName="/ppt/slideLayouts/_rels/slideLayout376.xml.rels" ContentType="application/vnd.openxmlformats-package.relationships+xml"/>
  <Override PartName="/ppt/slideLayouts/_rels/slideLayout3037.xml.rels" ContentType="application/vnd.openxmlformats-package.relationships+xml"/>
  <Override PartName="/ppt/slideLayouts/_rels/slideLayout458.xml.rels" ContentType="application/vnd.openxmlformats-package.relationships+xml"/>
  <Override PartName="/ppt/slideLayouts/_rels/slideLayout3627.xml.rels" ContentType="application/vnd.openxmlformats-package.relationships+xml"/>
  <Override PartName="/ppt/slideLayouts/_rels/slideLayout1893.xml.rels" ContentType="application/vnd.openxmlformats-package.relationships+xml"/>
  <Override PartName="/ppt/slideLayouts/_rels/slideLayout2193.xml.rels" ContentType="application/vnd.openxmlformats-package.relationships+xml"/>
  <Override PartName="/ppt/slideLayouts/_rels/slideLayout2693.xml.rels" ContentType="application/vnd.openxmlformats-package.relationships+xml"/>
  <Override PartName="/ppt/slideLayouts/_rels/slideLayout3047.xml.rels" ContentType="application/vnd.openxmlformats-package.relationships+xml"/>
  <Override PartName="/ppt/slideLayouts/_rels/slideLayout2944.xml.rels" ContentType="application/vnd.openxmlformats-package.relationships+xml"/>
  <Override PartName="/ppt/slideLayouts/_rels/slideLayout2572.xml.rels" ContentType="application/vnd.openxmlformats-package.relationships+xml"/>
  <Override PartName="/ppt/slideLayouts/_rels/slideLayout3081.xml.rels" ContentType="application/vnd.openxmlformats-package.relationships+xml"/>
  <Override PartName="/ppt/slideLayouts/_rels/slideLayout3498.xml.rels" ContentType="application/vnd.openxmlformats-package.relationships+xml"/>
  <Override PartName="/ppt/slideLayouts/_rels/slideLayout359.xml.rels" ContentType="application/vnd.openxmlformats-package.relationships+xml"/>
  <Override PartName="/ppt/slideLayouts/_rels/slideLayout2473.xml.rels" ContentType="application/vnd.openxmlformats-package.relationships+xml"/>
  <Override PartName="/ppt/slideLayouts/_rels/slideLayout2973.xml.rels" ContentType="application/vnd.openxmlformats-package.relationships+xml"/>
  <Override PartName="/ppt/slideLayouts/_rels/slideLayout255.xml.rels" ContentType="application/vnd.openxmlformats-package.relationships+xml"/>
  <Override PartName="/ppt/slideLayouts/_rels/slideLayout3276.xml.rels" ContentType="application/vnd.openxmlformats-package.relationships+xml"/>
  <Override PartName="/ppt/slideLayouts/_rels/slideLayout3235.xml.rels" ContentType="application/vnd.openxmlformats-package.relationships+xml"/>
  <Override PartName="/ppt/slideLayouts/_rels/slideLayout1459.xml.rels" ContentType="application/vnd.openxmlformats-package.relationships+xml"/>
  <Override PartName="/ppt/slideLayouts/_rels/slideLayout2407.xml.rels" ContentType="application/vnd.openxmlformats-package.relationships+xml"/>
  <Override PartName="/ppt/slideLayouts/_rels/slideLayout680.xml.rels" ContentType="application/vnd.openxmlformats-package.relationships+xml"/>
  <Override PartName="/ppt/slideLayouts/_rels/slideLayout2416.xml.rels" ContentType="application/vnd.openxmlformats-package.relationships+xml"/>
  <Override PartName="/ppt/slideLayouts/_rels/slideLayout2916.xml.rels" ContentType="application/vnd.openxmlformats-package.relationships+xml"/>
  <Override PartName="/ppt/slideLayouts/_rels/slideLayout3499.xml.rels" ContentType="application/vnd.openxmlformats-package.relationships+xml"/>
  <Override PartName="/ppt/slideLayouts/_rels/slideLayout478.xml.rels" ContentType="application/vnd.openxmlformats-package.relationships+xml"/>
  <Override PartName="/ppt/slideLayouts/_rels/slideLayout2255.xml.rels" ContentType="application/vnd.openxmlformats-package.relationships+xml"/>
  <Override PartName="/ppt/slideLayouts/_rels/slideLayout2974.xml.rels" ContentType="application/vnd.openxmlformats-package.relationships+xml"/>
  <Override PartName="/ppt/slideLayouts/_rels/slideLayout2483.xml.rels" ContentType="application/vnd.openxmlformats-package.relationships+xml"/>
  <Override PartName="/ppt/slideLayouts/_rels/slideLayout2855.xml.rels" ContentType="application/vnd.openxmlformats-package.relationships+xml"/>
  <Override PartName="/ppt/slideLayouts/_rels/slideLayout596.xml.rels" ContentType="application/vnd.openxmlformats-package.relationships+xml"/>
  <Override PartName="/ppt/slideLayouts/_rels/slideLayout428.xml.rels" ContentType="application/vnd.openxmlformats-package.relationships+xml"/>
  <Override PartName="/ppt/slideLayouts/_rels/slideLayout2205.xml.rels" ContentType="application/vnd.openxmlformats-package.relationships+xml"/>
  <Override PartName="/ppt/slideLayouts/_rels/slideLayout2983.xml.rels" ContentType="application/vnd.openxmlformats-package.relationships+xml"/>
  <Override PartName="/ppt/slideLayouts/_rels/slideLayout2417.xml.rels" ContentType="application/vnd.openxmlformats-package.relationships+xml"/>
  <Override PartName="/ppt/slideLayouts/_rels/slideLayout78.xml.rels" ContentType="application/vnd.openxmlformats-package.relationships+xml"/>
  <Override PartName="/ppt/slideLayouts/_rels/slideLayout2475.xml.rels" ContentType="application/vnd.openxmlformats-package.relationships+xml"/>
  <Override PartName="/ppt/slideLayouts/_rels/slideLayout2917.xml.rels" ContentType="application/vnd.openxmlformats-package.relationships+xml"/>
  <Override PartName="/ppt/slideLayouts/_rels/slideLayout2975.xml.rels" ContentType="application/vnd.openxmlformats-package.relationships+xml"/>
  <Override PartName="/ppt/slideLayouts/_rels/slideLayout3217.xml.rels" ContentType="application/vnd.openxmlformats-package.relationships+xml"/>
  <Override PartName="/ppt/slideLayouts/_rels/slideLayout156.xml.rels" ContentType="application/vnd.openxmlformats-package.relationships+xml"/>
  <Override PartName="/ppt/slideLayouts/_rels/slideLayout3295.xml.rels" ContentType="application/vnd.openxmlformats-package.relationships+xml"/>
  <Override PartName="/ppt/slideLayouts/_rels/slideLayout2712.xml.rels" ContentType="application/vnd.openxmlformats-package.relationships+xml"/>
  <Override PartName="/ppt/slideLayouts/_rels/slideLayout1478.xml.rels" ContentType="application/vnd.openxmlformats-package.relationships+xml"/>
  <Override PartName="/ppt/slideLayouts/_rels/slideLayout3254.xml.rels" ContentType="application/vnd.openxmlformats-package.relationships+xml"/>
  <Override PartName="/ppt/slideLayouts/_rels/slideLayout1437.xml.rels" ContentType="application/vnd.openxmlformats-package.relationships+xml"/>
  <Override PartName="/ppt/slideLayouts/_rels/slideLayout1368.xml.rels" ContentType="application/vnd.openxmlformats-package.relationships+xml"/>
  <Override PartName="/ppt/slideLayouts/_rels/slideLayout3626.xml.rels" ContentType="application/vnd.openxmlformats-package.relationships+xml"/>
  <Override PartName="/ppt/slideLayouts/_rels/slideLayout3395.xml.rels" ContentType="application/vnd.openxmlformats-package.relationships+xml"/>
  <Override PartName="/ppt/slideLayouts/_rels/slideLayout605.xml.rels" ContentType="application/vnd.openxmlformats-package.relationships+xml"/>
  <Override PartName="/ppt/slideLayouts/_rels/slideLayout233.xml.rels" ContentType="application/vnd.openxmlformats-package.relationships+xml"/>
  <Override PartName="/ppt/slideLayouts/_rels/slideLayout2995.xml.rels" ContentType="application/vnd.openxmlformats-package.relationships+xml"/>
  <Override PartName="/ppt/slideLayouts/_rels/slideLayout3628.xml.rels" ContentType="application/vnd.openxmlformats-package.relationships+xml"/>
  <Override PartName="/ppt/slideLayouts/_rels/slideLayout3167.xml.rels" ContentType="application/vnd.openxmlformats-package.relationships+xml"/>
  <Override PartName="/ppt/slideLayouts/_rels/slideLayout146.xml.rels" ContentType="application/vnd.openxmlformats-package.relationships+xml"/>
  <Override PartName="/ppt/slideLayouts/_rels/slideLayout954.xml.rels" ContentType="application/vnd.openxmlformats-package.relationships+xml"/>
  <Override PartName="/ppt/slideLayouts/_rels/slideLayout3109.xml.rels" ContentType="application/vnd.openxmlformats-package.relationships+xml"/>
  <Override PartName="/ppt/slideLayouts/_rels/slideLayout2867.xml.rels" ContentType="application/vnd.openxmlformats-package.relationships+xml"/>
  <Override PartName="/ppt/slideLayouts/_rels/slideLayout2495.xml.rels" ContentType="application/vnd.openxmlformats-package.relationships+xml"/>
  <Override PartName="/ppt/slideLayouts/_rels/slideLayout2809.xml.rels" ContentType="application/vnd.openxmlformats-package.relationships+xml"/>
  <Override PartName="/ppt/slideLayouts/_rels/slideLayout3132.xml.rels" ContentType="application/vnd.openxmlformats-package.relationships+xml"/>
  <Override PartName="/ppt/slideLayouts/_rels/slideLayout2578.xml.rels" ContentType="application/vnd.openxmlformats-package.relationships+xml"/>
  <Override PartName="/ppt/slideLayouts/_rels/slideLayout111.xml.rels" ContentType="application/vnd.openxmlformats-package.relationships+xml"/>
  <Override PartName="/ppt/slideLayouts/_rels/slideLayout3609.xml.rels" ContentType="application/vnd.openxmlformats-package.relationships+xml"/>
  <Override PartName="/ppt/slideLayouts/_rels/slideLayout3399.xml.rels" ContentType="application/vnd.openxmlformats-package.relationships+xml"/>
  <Override PartName="/ppt/slideLayouts/_rels/slideLayout2586.xml.rels" ContentType="application/vnd.openxmlformats-package.relationships+xml"/>
  <Override PartName="/ppt/slideLayouts/_rels/slideLayout737.xml.rels" ContentType="application/vnd.openxmlformats-package.relationships+xml"/>
  <Override PartName="/ppt/slideLayouts/_rels/slideLayout1569.xml.rels" ContentType="application/vnd.openxmlformats-package.relationships+xml"/>
  <Override PartName="/ppt/slideLayouts/_rels/slideLayout2485.xml.rels" ContentType="application/vnd.openxmlformats-package.relationships+xml"/>
  <Override PartName="/ppt/slideLayouts/_rels/slideLayout3250.xml.rels" ContentType="application/vnd.openxmlformats-package.relationships+xml"/>
  <Override PartName="/ppt/slideLayouts/_rels/slideLayout2927.xml.rels" ContentType="application/vnd.openxmlformats-package.relationships+xml"/>
  <Override PartName="/ppt/slideLayouts/_rels/slideLayout489.xml.rels" ContentType="application/vnd.openxmlformats-package.relationships+xml"/>
  <Override PartName="/ppt/slideLayouts/_rels/slideLayout2748.xml.rels" ContentType="application/vnd.openxmlformats-package.relationships+xml"/>
  <Override PartName="/ppt/slideLayouts/_rels/slideLayout2985.xml.rels" ContentType="application/vnd.openxmlformats-package.relationships+xml"/>
  <Override PartName="/ppt/slideLayouts/_rels/slideLayout3579.xml.rels" ContentType="application/vnd.openxmlformats-package.relationships+xml"/>
  <Override PartName="/ppt/slideLayouts/_rels/slideLayout2383.xml.rels" ContentType="application/vnd.openxmlformats-package.relationships+xml"/>
  <Override PartName="/ppt/slideLayouts/_rels/slideLayout2883.xml.rels" ContentType="application/vnd.openxmlformats-package.relationships+xml"/>
  <Override PartName="/ppt/slideLayouts/_rels/slideLayout2449.xml.rels" ContentType="application/vnd.openxmlformats-package.relationships+xml"/>
  <Override PartName="/ppt/slideLayouts/_rels/slideLayout3249.xml.rels" ContentType="application/vnd.openxmlformats-package.relationships+xml"/>
  <Override PartName="/ppt/slideLayouts/_rels/slideLayout961.xml.rels" ContentType="application/vnd.openxmlformats-package.relationships+xml"/>
  <Override PartName="/ppt/slideLayouts/_rels/slideLayout2587.xml.rels" ContentType="application/vnd.openxmlformats-package.relationships+xml"/>
  <Override PartName="/ppt/slideLayouts/_rels/slideLayout2793.xml.rels" ContentType="application/vnd.openxmlformats-package.relationships+xml"/>
  <Override PartName="/ppt/slideLayouts/_rels/slideLayout3387.xml.rels" ContentType="application/vnd.openxmlformats-package.relationships+xml"/>
  <Override PartName="/ppt/slideLayouts/_rels/slideLayout738.xml.rels" ContentType="application/vnd.openxmlformats-package.relationships+xml"/>
  <Override PartName="/ppt/slideLayouts/_rels/slideLayout2515.xml.rels" ContentType="application/vnd.openxmlformats-package.relationships+xml"/>
  <Override PartName="/ppt/slideLayouts/_rels/slideLayout1327.xml.rels" ContentType="application/vnd.openxmlformats-package.relationships+xml"/>
  <Override PartName="/ppt/slideLayouts/_rels/slideLayout1885.xml.rels" ContentType="application/vnd.openxmlformats-package.relationships+xml"/>
  <Override PartName="/ppt/slideLayouts/_rels/slideLayout2185.xml.rels" ContentType="application/vnd.openxmlformats-package.relationships+xml"/>
  <Override PartName="/ppt/slideLayouts/_rels/slideLayout2685.xml.rels" ContentType="application/vnd.openxmlformats-package.relationships+xml"/>
  <Override PartName="/ppt/slideLayouts/_rels/slideLayout3279.xml.rels" ContentType="application/vnd.openxmlformats-package.relationships+xml"/>
  <Override PartName="/ppt/slideLayouts/_rels/slideLayout2426.xml.rels" ContentType="application/vnd.openxmlformats-package.relationships+xml"/>
  <Override PartName="/ppt/slideLayouts/_rels/slideLayout2484.xml.rels" ContentType="application/vnd.openxmlformats-package.relationships+xml"/>
  <Override PartName="/ppt/slideLayouts/_rels/slideLayout2856.xml.rels" ContentType="application/vnd.openxmlformats-package.relationships+xml"/>
  <Override PartName="/ppt/slideLayouts/_rels/slideLayout597.xml.rels" ContentType="application/vnd.openxmlformats-package.relationships+xml"/>
  <Override PartName="/ppt/slideLayouts/_rels/slideLayout2984.xml.rels" ContentType="application/vnd.openxmlformats-package.relationships+xml"/>
  <Override PartName="/ppt/slideLayouts/_rels/slideLayout3284.xml.rels" ContentType="application/vnd.openxmlformats-package.relationships+xml"/>
  <Override PartName="/ppt/slideLayouts/_rels/slideLayout1467.xml.rels" ContentType="application/vnd.openxmlformats-package.relationships+xml"/>
  <Override PartName="/ppt/slideLayouts/_rels/slideLayout2882.xml.rels" ContentType="application/vnd.openxmlformats-package.relationships+xml"/>
  <Override PartName="/ppt/slideLayouts/_rels/slideLayout677.xml.rels" ContentType="application/vnd.openxmlformats-package.relationships+xml"/>
  <Override PartName="/ppt/slideLayouts/_rels/slideLayout2936.xml.rels" ContentType="application/vnd.openxmlformats-package.relationships+xml"/>
  <Override PartName="/ppt/slideLayouts/_rels/slideLayout3588.xml.rels" ContentType="application/vnd.openxmlformats-package.relationships+xml"/>
  <Override PartName="/ppt/slideLayouts/_rels/slideLayout316.xml.rels" ContentType="application/vnd.openxmlformats-package.relationships+xml"/>
  <Override PartName="/ppt/slideLayouts/_rels/slideLayout2989.xml.rels" ContentType="application/vnd.openxmlformats-package.relationships+xml"/>
  <Override PartName="/ppt/slideLayouts/_rels/slideLayout3437.xml.rels" ContentType="application/vnd.openxmlformats-package.relationships+xml"/>
  <Override PartName="/ppt/slideLayouts/_rels/slideLayout3555.xml.rels" ContentType="application/vnd.openxmlformats-package.relationships+xml"/>
  <Override PartName="/ppt/slideLayouts/_rels/slideLayout1297.xml.rels" ContentType="application/vnd.openxmlformats-package.relationships+xml"/>
  <Override PartName="/ppt/slideLayouts/_rels/slideLayout416.xml.rels" ContentType="application/vnd.openxmlformats-package.relationships+xml"/>
  <Override PartName="/ppt/slideLayouts/_rels/slideLayout3289.xml.rels" ContentType="application/vnd.openxmlformats-package.relationships+xml"/>
  <Override PartName="/ppt/slideLayouts/_rels/slideLayout2706.xml.rels" ContentType="application/vnd.openxmlformats-package.relationships+xml"/>
  <Override PartName="/ppt/slideLayouts/_rels/slideLayout268.xml.rels" ContentType="application/vnd.openxmlformats-package.relationships+xml"/>
  <Override PartName="/ppt/slideLayouts/_rels/slideLayout557.xml.rels" ContentType="application/vnd.openxmlformats-package.relationships+xml"/>
  <Override PartName="/ppt/slideLayouts/_rels/slideLayout2816.xml.rels" ContentType="application/vnd.openxmlformats-package.relationships+xml"/>
  <Override PartName="/ppt/slideLayouts/_rels/slideLayout2791.xml.rels" ContentType="application/vnd.openxmlformats-package.relationships+xml"/>
  <Override PartName="/ppt/slideLayouts/_rels/slideLayout890.xml.rels" ContentType="application/vnd.openxmlformats-package.relationships+xml"/>
  <Override PartName="/ppt/slideLayouts/_rels/slideLayout3178.xml.rels" ContentType="application/vnd.openxmlformats-package.relationships+xml"/>
  <Override PartName="/ppt/slideLayouts/_rels/slideLayout3296.xml.rels" ContentType="application/vnd.openxmlformats-package.relationships+xml"/>
  <Override PartName="/ppt/slideLayouts/_rels/slideLayout157.xml.rels" ContentType="application/vnd.openxmlformats-package.relationships+xml"/>
  <Override PartName="/ppt/slideLayouts/_rels/slideLayout3186.xml.rels" ContentType="application/vnd.openxmlformats-package.relationships+xml"/>
  <Override PartName="/ppt/slideLayouts/_rels/slideLayout529.xml.rels" ContentType="application/vnd.openxmlformats-package.relationships+xml"/>
  <Override PartName="/ppt/slideLayouts/_rels/slideLayout2378.xml.rels" ContentType="application/vnd.openxmlformats-package.relationships+xml"/>
  <Override PartName="/ppt/slideLayouts/_rels/slideLayout1869.xml.rels" ContentType="application/vnd.openxmlformats-package.relationships+xml"/>
  <Override PartName="/ppt/slideLayouts/_rels/slideLayout665.xml.rels" ContentType="application/vnd.openxmlformats-package.relationships+xml"/>
  <Override PartName="/ppt/slideLayouts/_rels/slideLayout2924.xml.rels" ContentType="application/vnd.openxmlformats-package.relationships+xml"/>
  <Override PartName="/ppt/slideLayouts/_rels/slideLayout396.xml.rels" ContentType="application/vnd.openxmlformats-package.relationships+xml"/>
  <Override PartName="/ppt/slideLayouts/_rels/slideLayout2173.xml.rels" ContentType="application/vnd.openxmlformats-package.relationships+xml"/>
  <Override PartName="/ppt/slideLayouts/_rels/slideLayout896.xml.rels" ContentType="application/vnd.openxmlformats-package.relationships+xml"/>
  <Override PartName="/ppt/slideLayouts/_rels/slideLayout2673.xml.rels" ContentType="application/vnd.openxmlformats-package.relationships+xml"/>
  <Override PartName="/ppt/slideLayouts/_rels/slideLayout2467.xml.rels" ContentType="application/vnd.openxmlformats-package.relationships+xml"/>
  <Override PartName="/ppt/slideLayouts/_rels/slideLayout3290.xml.rels" ContentType="application/vnd.openxmlformats-package.relationships+xml"/>
  <Override PartName="/ppt/slideLayouts/_rels/slideLayout2967.xml.rels" ContentType="application/vnd.openxmlformats-package.relationships+xml"/>
  <Override PartName="/ppt/slideLayouts/_rels/slideLayout3267.xml.rels" ContentType="application/vnd.openxmlformats-package.relationships+xml"/>
  <Override PartName="/ppt/slideLayouts/_rels/slideLayout618.xml.rels" ContentType="application/vnd.openxmlformats-package.relationships+xml"/>
  <Override PartName="/ppt/slideLayouts/_rels/slideLayout3409.xml.rels" ContentType="application/vnd.openxmlformats-package.relationships+xml"/>
  <Override PartName="/ppt/slideLayouts/_rels/slideLayout3589.xml.rels" ContentType="application/vnd.openxmlformats-package.relationships+xml"/>
  <Override PartName="/ppt/slideLayouts/_rels/slideLayout1123.xml.rels" ContentType="application/vnd.openxmlformats-package.relationships+xml"/>
  <Override PartName="/ppt/slideLayouts/_rels/slideLayout2071.xml.rels" ContentType="application/vnd.openxmlformats-package.relationships+xml"/>
  <Override PartName="/ppt/slideLayouts/_rels/slideLayout2943.xml.rels" ContentType="application/vnd.openxmlformats-package.relationships+xml"/>
  <Override PartName="/ppt/slideLayouts/_rels/slideLayout2571.xml.rels" ContentType="application/vnd.openxmlformats-package.relationships+xml"/>
  <Override PartName="/ppt/slideLayouts/_rels/slideLayout3139.xml.rels" ContentType="application/vnd.openxmlformats-package.relationships+xml"/>
  <Override PartName="/ppt/slideLayouts/_rels/slideLayout2839.xml.rels" ContentType="application/vnd.openxmlformats-package.relationships+xml"/>
  <Override PartName="/ppt/slideLayouts/_rels/slideLayout38.xml.rels" ContentType="application/vnd.openxmlformats-package.relationships+xml"/>
  <Override PartName="/ppt/slideLayouts/_rels/slideLayout1010.xml.rels" ContentType="application/vnd.openxmlformats-package.relationships+xml"/>
  <Override PartName="/ppt/slideLayouts/_rels/slideLayout3080.xml.rels" ContentType="application/vnd.openxmlformats-package.relationships+xml"/>
  <Override PartName="/ppt/slideLayouts/_rels/slideLayout3314.xml.rels" ContentType="application/vnd.openxmlformats-package.relationships+xml"/>
  <Override PartName="/ppt/slideLayouts/_rels/slideLayout1056.xml.rels" ContentType="application/vnd.openxmlformats-package.relationships+xml"/>
  <Override PartName="/ppt/slideLayouts/_rels/slideLayout224.xml.rels" ContentType="application/vnd.openxmlformats-package.relationships+xml"/>
  <Override PartName="/ppt/slideLayouts/_rels/slideLayout3107.xml.rels" ContentType="application/vnd.openxmlformats-package.relationships+xml"/>
  <Override PartName="/ppt/slideLayouts/_rels/slideLayout83.xml.rels" ContentType="application/vnd.openxmlformats-package.relationships+xml"/>
  <Override PartName="/ppt/slideLayouts/_rels/slideLayout2480.xml.rels" ContentType="application/vnd.openxmlformats-package.relationships+xml"/>
  <Override PartName="/ppt/slideLayouts/_rels/slideLayout2980.xml.rels" ContentType="application/vnd.openxmlformats-package.relationships+xml"/>
  <Override PartName="/ppt/slideLayouts/_rels/slideLayout2269.xml.rels" ContentType="application/vnd.openxmlformats-package.relationships+xml"/>
  <Override PartName="/ppt/slideLayouts/_rels/slideLayout2384.xml.rels" ContentType="application/vnd.openxmlformats-package.relationships+xml"/>
  <Override PartName="/ppt/slideLayouts/_rels/slideLayout2884.xml.rels" ContentType="application/vnd.openxmlformats-package.relationships+xml"/>
  <Override PartName="/ppt/slideLayouts/_rels/slideLayout1884.xml.rels" ContentType="application/vnd.openxmlformats-package.relationships+xml"/>
  <Override PartName="/ppt/slideLayouts/_rels/slideLayout3278.xml.rels" ContentType="application/vnd.openxmlformats-package.relationships+xml"/>
  <Override PartName="/ppt/slideLayouts/_rels/slideLayout629.xml.rels" ContentType="application/vnd.openxmlformats-package.relationships+xml"/>
  <Override PartName="/ppt/slideLayouts/_rels/slideLayout84.xml.rels" ContentType="application/vnd.openxmlformats-package.relationships+xml"/>
  <Override PartName="/ppt/slideLayouts/_rels/slideLayout2481.xml.rels" ContentType="application/vnd.openxmlformats-package.relationships+xml"/>
  <Override PartName="/ppt/slideLayouts/_rels/slideLayout2981.xml.rels" ContentType="application/vnd.openxmlformats-package.relationships+xml"/>
  <Override PartName="/ppt/slideLayouts/_rels/slideLayout260.xml.rels" ContentType="application/vnd.openxmlformats-package.relationships+xml"/>
  <Override PartName="/ppt/slideLayouts/_rels/slideLayout3188.xml.rels" ContentType="application/vnd.openxmlformats-package.relationships+xml"/>
  <Override PartName="/ppt/slideLayouts/_rels/slideLayout167.xml.rels" ContentType="application/vnd.openxmlformats-package.relationships+xml"/>
  <Override PartName="/ppt/slideLayouts/_rels/slideLayout29.xml.rels" ContentType="application/vnd.openxmlformats-package.relationships+xml"/>
  <Override PartName="/ppt/slideLayouts/_rels/slideLayout3257.xml.rels" ContentType="application/vnd.openxmlformats-package.relationships+xml"/>
  <Override PartName="/ppt/slideLayouts/_rels/slideLayout236.xml.rels" ContentType="application/vnd.openxmlformats-package.relationships+xml"/>
  <Override PartName="/ppt/slideLayouts/_rels/slideLayout178.xml.rels" ContentType="application/vnd.openxmlformats-package.relationships+xml"/>
  <Override PartName="/ppt/slideLayouts/_rels/slideLayout2437.xml.rels" ContentType="application/vnd.openxmlformats-package.relationships+xml"/>
  <Override PartName="/ppt/slideLayouts/_rels/slideLayout678.xml.rels" ContentType="application/vnd.openxmlformats-package.relationships+xml"/>
  <Override PartName="/ppt/slideLayouts/_rels/slideLayout2937.xml.rels" ContentType="application/vnd.openxmlformats-package.relationships+xml"/>
  <Override PartName="/ppt/slideLayouts/_rels/slideLayout502.xml.rels" ContentType="application/vnd.openxmlformats-package.relationships+xml"/>
  <Override PartName="/ppt/slideLayouts/_rels/slideLayout1383.xml.rels" ContentType="application/vnd.openxmlformats-package.relationships+xml"/>
  <Override PartName="/ppt/slideLayouts/_rels/slideLayout3251.xml.rels" ContentType="application/vnd.openxmlformats-package.relationships+xml"/>
  <Override PartName="/ppt/slideLayouts/_rels/slideLayout2928.xml.rels" ContentType="application/vnd.openxmlformats-package.relationships+xml"/>
  <Override PartName="/ppt/slideLayouts/_rels/slideLayout2986.xml.rels" ContentType="application/vnd.openxmlformats-package.relationships+xml"/>
  <Override PartName="/ppt/slideLayouts/_rels/slideLayout3228.xml.rels" ContentType="application/vnd.openxmlformats-package.relationships+xml"/>
  <Override PartName="/ppt/slideLayouts/_rels/slideLayout3479.xml.rels" ContentType="application/vnd.openxmlformats-package.relationships+xml"/>
  <Override PartName="/ppt/slideLayouts/_rels/slideLayout207.xml.rels" ContentType="application/vnd.openxmlformats-package.relationships+xml"/>
  <Override PartName="/ppt/slideLayouts/_rels/slideLayout2177.xml.rels" ContentType="application/vnd.openxmlformats-package.relationships+xml"/>
  <Override PartName="/ppt/slideLayouts/_rels/slideLayout1635.xml.rels" ContentType="application/vnd.openxmlformats-package.relationships+xml"/>
  <Override PartName="/ppt/slideLayouts/_rels/slideLayout3411.xml.rels" ContentType="application/vnd.openxmlformats-package.relationships+xml"/>
  <Override PartName="/ppt/slideLayouts/_rels/slideLayout2677.xml.rels" ContentType="application/vnd.openxmlformats-package.relationships+xml"/>
  <Override PartName="/ppt/slideLayouts/_rels/slideLayout1019.xml.rels" ContentType="application/vnd.openxmlformats-package.relationships+xml"/>
  <Override PartName="/ppt/slideLayouts/_rels/slideLayout3208.xml.rels" ContentType="application/vnd.openxmlformats-package.relationships+xml"/>
  <Override PartName="/ppt/slideLayouts/_rels/slideLayout2377.xml.rels" ContentType="application/vnd.openxmlformats-package.relationships+xml"/>
  <Override PartName="/ppt/slideLayouts/_rels/slideLayout3142.xml.rels" ContentType="application/vnd.openxmlformats-package.relationships+xml"/>
  <Override PartName="/ppt/slideLayouts/_rels/slideLayout2819.xml.rels" ContentType="application/vnd.openxmlformats-package.relationships+xml"/>
  <Override PartName="/ppt/slideLayouts/_rels/slideLayout1352.xml.rels" ContentType="application/vnd.openxmlformats-package.relationships+xml"/>
  <Override PartName="/ppt/slideLayouts/_rels/slideLayout3610.xml.rels" ContentType="application/vnd.openxmlformats-package.relationships+xml"/>
  <Override PartName="/ppt/slideLayouts/_rels/slideLayout684.xml.rels" ContentType="application/vnd.openxmlformats-package.relationships+xml"/>
  <Override PartName="/ppt/slideLayouts/_rels/slideLayout2810.xml.rels" ContentType="application/vnd.openxmlformats-package.relationships+xml"/>
  <Override PartName="/ppt/slideLayouts/_rels/slideLayout1375.xml.rels" ContentType="application/vnd.openxmlformats-package.relationships+xml"/>
  <Override PartName="/ppt/slideLayouts/_rels/slideLayout171.xml.rels" ContentType="application/vnd.openxmlformats-package.relationships+xml"/>
  <Override PartName="/ppt/slideLayouts/_rels/slideLayout2175.xml.rels" ContentType="application/vnd.openxmlformats-package.relationships+xml"/>
  <Override PartName="/ppt/slideLayouts/_rels/slideLayout2675.xml.rels" ContentType="application/vnd.openxmlformats-package.relationships+xml"/>
  <Override PartName="/ppt/slideLayouts/_rels/slideLayout3269.xml.rels" ContentType="application/vnd.openxmlformats-package.relationships+xml"/>
  <Override PartName="/ppt/slideLayouts/_rels/slideLayout3407.xml.rels" ContentType="application/vnd.openxmlformats-package.relationships+xml"/>
  <Override PartName="/ppt/slideLayouts/_rels/slideLayout2813.xml.rels" ContentType="application/vnd.openxmlformats-package.relationships+xml"/>
  <Override PartName="/ppt/slideLayouts/_rels/slideLayout3396.xml.rels" ContentType="application/vnd.openxmlformats-package.relationships+xml"/>
  <Override PartName="/ppt/slideLayouts/_rels/slideLayout12.xml.rels" ContentType="application/vnd.openxmlformats-package.relationships+xml"/>
  <Override PartName="/ppt/slideLayouts/_rels/slideLayout2501.xml.rels" ContentType="application/vnd.openxmlformats-package.relationships+xml"/>
  <Override PartName="/ppt/slideLayouts/_rels/slideLayout375.xml.rels" ContentType="application/vnd.openxmlformats-package.relationships+xml"/>
  <Override PartName="/ppt/slideLayouts/_rels/slideLayout3259.xml.rels" ContentType="application/vnd.openxmlformats-package.relationships+xml"/>
  <Override PartName="/ppt/slideLayouts/_rels/slideLayout238.xml.rels" ContentType="application/vnd.openxmlformats-package.relationships+xml"/>
  <Override PartName="/ppt/slideLayouts/_rels/slideLayout2015.xml.rels" ContentType="application/vnd.openxmlformats-package.relationships+xml"/>
  <Override PartName="/ppt/slideLayouts/_rels/slideLayout160.xml.rels" ContentType="application/vnd.openxmlformats-package.relationships+xml"/>
  <Override PartName="/ppt/slideLayouts/_rels/slideLayout2858.xml.rels" ContentType="application/vnd.openxmlformats-package.relationships+xml"/>
  <Override PartName="/ppt/slideLayouts/_rels/slideLayout3181.xml.rels" ContentType="application/vnd.openxmlformats-package.relationships+xml"/>
  <Override PartName="/ppt/slideLayouts/_rels/slideLayout2606.xml.rels" ContentType="application/vnd.openxmlformats-package.relationships+xml"/>
  <Override PartName="/ppt/slideLayouts/_rels/slideLayout3189.xml.rels" ContentType="application/vnd.openxmlformats-package.relationships+xml"/>
  <Override PartName="/ppt/slideLayouts/_rels/slideLayout168.xml.rels" ContentType="application/vnd.openxmlformats-package.relationships+xml"/>
  <Override PartName="/ppt/slideLayouts/_rels/slideLayout119.xml.rels" ContentType="application/vnd.openxmlformats-package.relationships+xml"/>
  <Override PartName="/ppt/slideLayouts/_rels/slideLayout3258.xml.rels" ContentType="application/vnd.openxmlformats-package.relationships+xml"/>
  <Override PartName="/ppt/slideLayouts/_rels/slideLayout237.xml.rels" ContentType="application/vnd.openxmlformats-package.relationships+xml"/>
  <Override PartName="/ppt/slideLayouts/_rels/slideLayout3248.xml.rels" ContentType="application/vnd.openxmlformats-package.relationships+xml"/>
  <Override PartName="/ppt/slideLayouts/_rels/slideLayout960.xml.rels" ContentType="application/vnd.openxmlformats-package.relationships+xml"/>
  <Override PartName="/ppt/slideLayouts/_rels/slideLayout679.xml.rels" ContentType="application/vnd.openxmlformats-package.relationships+xml"/>
  <Override PartName="/ppt/slideLayouts/_rels/slideLayout2938.xml.rels" ContentType="application/vnd.openxmlformats-package.relationships+xml"/>
  <Override PartName="/ppt/slideLayouts/_rels/slideLayout2919.xml.rels" ContentType="application/vnd.openxmlformats-package.relationships+xml"/>
  <Override PartName="/ppt/slideLayouts/_rels/slideLayout2547.xml.rels" ContentType="application/vnd.openxmlformats-package.relationships+xml"/>
  <Override PartName="/ppt/slideLayouts/_rels/slideLayout366.xml.rels" ContentType="application/vnd.openxmlformats-package.relationships+xml"/>
  <Override PartName="/ppt/slideLayouts/_rels/slideLayout2625.xml.rels" ContentType="application/vnd.openxmlformats-package.relationships+xml"/>
  <Override PartName="/ppt/slideLayouts/_rels/slideLayout187.xml.rels" ContentType="application/vnd.openxmlformats-package.relationships+xml"/>
  <Override PartName="/ppt/slideLayouts/_rels/slideLayout3277.xml.rels" ContentType="application/vnd.openxmlformats-package.relationships+xml"/>
  <Override PartName="/ppt/slideLayouts/_rels/slideLayout256.xml.rels" ContentType="application/vnd.openxmlformats-package.relationships+xml"/>
  <Override PartName="/ppt/slideLayouts/_rels/slideLayout3219.xml.rels" ContentType="application/vnd.openxmlformats-package.relationships+xml"/>
  <Override PartName="/ppt/slideLayouts/_rels/slideLayout2976.xml.rels" ContentType="application/vnd.openxmlformats-package.relationships+xml"/>
  <Override PartName="/ppt/slideLayouts/_rels/slideLayout365.xml.rels" ContentType="application/vnd.openxmlformats-package.relationships+xml"/>
  <Override PartName="/ppt/slideLayouts/_rels/slideLayout2624.xml.rels" ContentType="application/vnd.openxmlformats-package.relationships+xml"/>
  <Override PartName="/ppt/slideLayouts/_rels/slideLayout186.xml.rels" ContentType="application/vnd.openxmlformats-package.relationships+xml"/>
  <Override PartName="/ppt/slideLayouts/_rels/slideLayout3218.xml.rels" ContentType="application/vnd.openxmlformats-package.relationships+xml"/>
  <Override PartName="/ppt/slideLayouts/_rels/slideLayout2886.xml.rels" ContentType="application/vnd.openxmlformats-package.relationships+xml"/>
  <Override PartName="/ppt/slideLayouts/_rels/slideLayout2592.xml.rels" ContentType="application/vnd.openxmlformats-package.relationships+xml"/>
  <Override PartName="/ppt/slideLayouts/_rels/slideLayout2881.xml.rels" ContentType="application/vnd.openxmlformats-package.relationships+xml"/>
  <Override PartName="/ppt/slideLayouts/_rels/slideLayout2380.xml.rels" ContentType="application/vnd.openxmlformats-package.relationships+xml"/>
  <Override PartName="/ppt/slideLayouts/_rels/slideLayout41.xml.rels" ContentType="application/vnd.openxmlformats-package.relationships+xml"/>
  <Override PartName="/ppt/slideLayouts/_rels/slideLayout2880.xml.rels" ContentType="application/vnd.openxmlformats-package.relationships+xml"/>
  <Override PartName="/ppt/slideLayouts/_rels/slideLayout891.xml.rels" ContentType="application/vnd.openxmlformats-package.relationships+xml"/>
  <Override PartName="/ppt/slideLayouts/_rels/slideLayout3179.xml.rels" ContentType="application/vnd.openxmlformats-package.relationships+xml"/>
  <Override PartName="/ppt/slideLayouts/_rels/slideLayout158.xml.rels" ContentType="application/vnd.openxmlformats-package.relationships+xml"/>
  <Override PartName="/ppt/slideLayouts/_rels/slideLayout2379.xml.rels" ContentType="application/vnd.openxmlformats-package.relationships+xml"/>
  <Override PartName="/ppt/slideLayouts/_rels/slideLayout859.xml.rels" ContentType="application/vnd.openxmlformats-package.relationships+xml"/>
  <Override PartName="/ppt/slideLayouts/_rels/slideLayout1050.xml.rels" ContentType="application/vnd.openxmlformats-package.relationships+xml"/>
  <Override PartName="/ppt/slideLayouts/_rels/slideLayout2373.xml.rels" ContentType="application/vnd.openxmlformats-package.relationships+xml"/>
  <Override PartName="/ppt/slideLayouts/_rels/slideLayout877.xml.rels" ContentType="application/vnd.openxmlformats-package.relationships+xml"/>
  <Override PartName="/ppt/slideLayouts/_rels/slideLayout2521.xml.rels" ContentType="application/vnd.openxmlformats-package.relationships+xml"/>
  <Override PartName="/ppt/slideLayouts/_rels/slideLayout92.xml.rels" ContentType="application/vnd.openxmlformats-package.relationships+xml"/>
  <Override PartName="/ppt/slideLayouts/_rels/slideLayout2372.xml.rels" ContentType="application/vnd.openxmlformats-package.relationships+xml"/>
  <Override PartName="/ppt/slideLayouts/_rels/slideLayout2872.xml.rels" ContentType="application/vnd.openxmlformats-package.relationships+xml"/>
  <Override PartName="/ppt/slideLayouts/_rels/slideLayout91.xml.rels" ContentType="application/vnd.openxmlformats-package.relationships+xml"/>
  <Override PartName="/ppt/slideLayouts/_rels/slideLayout1071.xml.rels" ContentType="application/vnd.openxmlformats-package.relationships+xml"/>
  <Override PartName="/ppt/slideLayouts/_rels/slideLayout2371.xml.rels" ContentType="application/vnd.openxmlformats-package.relationships+xml"/>
  <Override PartName="/ppt/slideLayouts/_rels/slideLayout2871.xml.rels" ContentType="application/vnd.openxmlformats-package.relationships+xml"/>
  <Override PartName="/ppt/slideLayouts/_rels/slideLayout90.xml.rels" ContentType="application/vnd.openxmlformats-package.relationships+xml"/>
  <Override PartName="/ppt/slideLayouts/_rels/slideLayout879.xml.rels" ContentType="application/vnd.openxmlformats-package.relationships+xml"/>
  <Override PartName="/ppt/slideLayouts/_rels/slideLayout1070.xml.rels" ContentType="application/vnd.openxmlformats-package.relationships+xml"/>
  <Override PartName="/ppt/slideLayouts/_rels/slideLayout2899.xml.rels" ContentType="application/vnd.openxmlformats-package.relationships+xml"/>
  <Override PartName="/ppt/slideLayouts/_rels/slideLayout2870.xml.rels" ContentType="application/vnd.openxmlformats-package.relationships+xml"/>
  <Override PartName="/ppt/slideLayouts/_rels/slideLayout2369.xml.rels" ContentType="application/vnd.openxmlformats-package.relationships+xml"/>
  <Override PartName="/ppt/slideLayouts/_rels/slideLayout2869.xml.rels" ContentType="application/vnd.openxmlformats-package.relationships+xml"/>
  <Override PartName="/ppt/slideLayouts/_rels/slideLayout3192.xml.rels" ContentType="application/vnd.openxmlformats-package.relationships+xml"/>
  <Override PartName="/ppt/slideLayouts/_rels/slideLayout402.xml.rels" ContentType="application/vnd.openxmlformats-package.relationships+xml"/>
  <Override PartName="/ppt/slideLayouts/_rels/slideLayout3108.xml.rels" ContentType="application/vnd.openxmlformats-package.relationships+xml"/>
  <Override PartName="/ppt/slideLayouts/_rels/slideLayout2366.xml.rels" ContentType="application/vnd.openxmlformats-package.relationships+xml"/>
  <Override PartName="/ppt/slideLayouts/_rels/slideLayout3608.xml.rels" ContentType="application/vnd.openxmlformats-package.relationships+xml"/>
  <Override PartName="/ppt/slideLayouts/_rels/slideLayout2866.xml.rels" ContentType="application/vnd.openxmlformats-package.relationships+xml"/>
  <Override PartName="/ppt/slideLayouts/_rels/slideLayout2659.xml.rels" ContentType="application/vnd.openxmlformats-package.relationships+xml"/>
  <Override PartName="/ppt/slideLayouts/_rels/slideLayout2287.xml.rels" ContentType="application/vnd.openxmlformats-package.relationships+xml"/>
  <Override PartName="/ppt/slideLayouts/_rels/slideLayout1065.xml.rels" ContentType="application/vnd.openxmlformats-package.relationships+xml"/>
  <Override PartName="/ppt/slideLayouts/_rels/slideLayout2365.xml.rels" ContentType="application/vnd.openxmlformats-package.relationships+xml"/>
  <Override PartName="/ppt/slideLayouts/_rels/slideLayout3459.xml.rels" ContentType="application/vnd.openxmlformats-package.relationships+xml"/>
  <Override PartName="/ppt/slideLayouts/_rels/slideLayout438.xml.rels" ContentType="application/vnd.openxmlformats-package.relationships+xml"/>
  <Override PartName="/ppt/slideLayouts/_rels/slideLayout3130.xml.rels" ContentType="application/vnd.openxmlformats-package.relationships+xml"/>
  <Override PartName="/ppt/slideLayouts/_rels/slideLayout2807.xml.rels" ContentType="application/vnd.openxmlformats-package.relationships+xml"/>
  <Override PartName="/ppt/slideLayouts/_rels/slideLayout2865.xml.rels" ContentType="application/vnd.openxmlformats-package.relationships+xml"/>
  <Override PartName="/ppt/slideLayouts/_rels/slideLayout2413.xml.rels" ContentType="application/vnd.openxmlformats-package.relationships+xml"/>
  <Override PartName="/ppt/slideLayouts/_rels/slideLayout154.xml.rels" ContentType="application/vnd.openxmlformats-package.relationships+xml"/>
  <Override PartName="/ppt/slideLayouts/_rels/slideLayout16.xml.rels" ContentType="application/vnd.openxmlformats-package.relationships+xml"/>
  <Override PartName="/ppt/slideLayouts/_rels/slideLayout3322.xml.rels" ContentType="application/vnd.openxmlformats-package.relationships+xml"/>
  <Override PartName="/ppt/slideLayouts/_rels/slideLayout1064.xml.rels" ContentType="application/vnd.openxmlformats-package.relationships+xml"/>
  <Override PartName="/ppt/slideLayouts/_rels/slideLayout2364.xml.rels" ContentType="application/vnd.openxmlformats-package.relationships+xml"/>
  <Override PartName="/ppt/slideLayouts/_rels/slideLayout2806.xml.rels" ContentType="application/vnd.openxmlformats-package.relationships+xml"/>
  <Override PartName="/ppt/slideLayouts/_rels/slideLayout3389.xml.rels" ContentType="application/vnd.openxmlformats-package.relationships+xml"/>
  <Override PartName="/ppt/slideLayouts/_rels/slideLayout3321.xml.rels" ContentType="application/vnd.openxmlformats-package.relationships+xml"/>
  <Override PartName="/ppt/slideLayouts/_rels/slideLayout1063.xml.rels" ContentType="application/vnd.openxmlformats-package.relationships+xml"/>
  <Override PartName="/ppt/slideLayouts/_rels/slideLayout586.xml.rels" ContentType="application/vnd.openxmlformats-package.relationships+xml"/>
  <Override PartName="/ppt/slideLayouts/_rels/slideLayout2363.xml.rels" ContentType="application/vnd.openxmlformats-package.relationships+xml"/>
  <Override PartName="/ppt/slideLayouts/_rels/slideLayout476.xml.rels" ContentType="application/vnd.openxmlformats-package.relationships+xml"/>
  <Override PartName="/ppt/slideLayouts/_rels/slideLayout2735.xml.rels" ContentType="application/vnd.openxmlformats-package.relationships+xml"/>
  <Override PartName="/ppt/slideLayouts/_rels/slideLayout2358.xml.rels" ContentType="application/vnd.openxmlformats-package.relationships+xml"/>
  <Override PartName="/ppt/slideLayouts/_rels/slideLayout3158.xml.rels" ContentType="application/vnd.openxmlformats-package.relationships+xml"/>
  <Override PartName="/ppt/slideLayouts/_rels/slideLayout77.xml.rels" ContentType="application/vnd.openxmlformats-package.relationships+xml"/>
  <Override PartName="/ppt/slideLayouts/_rels/slideLayout2474.xml.rels" ContentType="application/vnd.openxmlformats-package.relationships+xml"/>
  <Override PartName="/ppt/slideLayouts/_rels/slideLayout2861.xml.rels" ContentType="application/vnd.openxmlformats-package.relationships+xml"/>
  <Override PartName="/ppt/slideLayouts/_rels/slideLayout80.xml.rels" ContentType="application/vnd.openxmlformats-package.relationships+xml"/>
  <Override PartName="/ppt/slideLayouts/_rels/slideLayout869.xml.rels" ContentType="application/vnd.openxmlformats-package.relationships+xml"/>
  <Override PartName="/ppt/slideLayouts/_rels/slideLayout1060.xml.rels" ContentType="application/vnd.openxmlformats-package.relationships+xml"/>
  <Override PartName="/ppt/slideLayouts/_rels/slideLayout2860.xml.rels" ContentType="application/vnd.openxmlformats-package.relationships+xml"/>
  <Override PartName="/ppt/slideLayouts/_rels/slideLayout2149.xml.rels" ContentType="application/vnd.openxmlformats-package.relationships+xml"/>
  <Override PartName="/ppt/slideLayouts/_rels/slideLayout2002.xml.rels" ContentType="application/vnd.openxmlformats-package.relationships+xml"/>
  <Override PartName="/ppt/slideLayouts/_rels/slideLayout225.xml.rels" ContentType="application/vnd.openxmlformats-package.relationships+xml"/>
  <Override PartName="/ppt/slideLayouts/_rels/slideLayout245.xml.rels" ContentType="application/vnd.openxmlformats-package.relationships+xml"/>
  <Override PartName="/ppt/slideLayouts/_rels/slideLayout2504.xml.rels" ContentType="application/vnd.openxmlformats-package.relationships+xml"/>
  <Override PartName="/ppt/slideLayouts/_rels/slideLayout3087.xml.rels" ContentType="application/vnd.openxmlformats-package.relationships+xml"/>
  <Override PartName="/ppt/slideLayouts/_rels/slideLayout3086.xml.rels" ContentType="application/vnd.openxmlformats-package.relationships+xml"/>
  <Override PartName="/ppt/slideLayouts/_rels/slideLayout3045.xml.rels" ContentType="application/vnd.openxmlformats-package.relationships+xml"/>
  <Override PartName="/ppt/slideLayouts/_rels/slideLayout1269.xml.rels" ContentType="application/vnd.openxmlformats-package.relationships+xml"/>
  <Override PartName="/ppt/slideLayouts/_rels/slideLayout3085.xml.rels" ContentType="application/vnd.openxmlformats-package.relationships+xml"/>
  <Override PartName="/ppt/slideLayouts/_rels/slideLayout595.xml.rels" ContentType="application/vnd.openxmlformats-package.relationships+xml"/>
  <Override PartName="/ppt/slideLayouts/_rels/slideLayout2854.xml.rels" ContentType="application/vnd.openxmlformats-package.relationships+xml"/>
  <Override PartName="/ppt/slideLayouts/_rels/slideLayout1053.xml.rels" ContentType="application/vnd.openxmlformats-package.relationships+xml"/>
  <Override PartName="/ppt/slideLayouts/_rels/slideLayout594.xml.rels" ContentType="application/vnd.openxmlformats-package.relationships+xml"/>
  <Override PartName="/ppt/slideLayouts/_rels/slideLayout2853.xml.rels" ContentType="application/vnd.openxmlformats-package.relationships+xml"/>
  <Override PartName="/ppt/slideLayouts/_rels/slideLayout9.xml.rels" ContentType="application/vnd.openxmlformats-package.relationships+xml"/>
  <Override PartName="/ppt/slideLayouts/_rels/slideLayout1052.xml.rels" ContentType="application/vnd.openxmlformats-package.relationships+xml"/>
  <Override PartName="/ppt/slideLayouts/_rels/slideLayout593.xml.rels" ContentType="application/vnd.openxmlformats-package.relationships+xml"/>
  <Override PartName="/ppt/slideLayouts/_rels/slideLayout2852.xml.rels" ContentType="application/vnd.openxmlformats-package.relationships+xml"/>
  <Override PartName="/ppt/slideLayouts/_rels/slideLayout8.xml.rels" ContentType="application/vnd.openxmlformats-package.relationships+xml"/>
  <Override PartName="/ppt/slideLayouts/_rels/slideLayout1776.xml.rels" ContentType="application/vnd.openxmlformats-package.relationships+xml"/>
  <Override PartName="/ppt/slideLayouts/_rels/slideLayout51.xml.rels" ContentType="application/vnd.openxmlformats-package.relationships+xml"/>
  <Override PartName="/ppt/slideLayouts/_rels/slideLayout1047.xml.rels" ContentType="application/vnd.openxmlformats-package.relationships+xml"/>
  <Override PartName="/ppt/slideLayouts/_rels/slideLayout992.xml.rels" ContentType="application/vnd.openxmlformats-package.relationships+xml"/>
  <Override PartName="/ppt/slideLayouts/_rels/slideLayout3147.xml.rels" ContentType="application/vnd.openxmlformats-package.relationships+xml"/>
  <Override PartName="/ppt/slideLayouts/_rels/slideLayout3398.xml.rels" ContentType="application/vnd.openxmlformats-package.relationships+xml"/>
  <Override PartName="/ppt/slideLayouts/_rels/slideLayout126.xml.rels" ContentType="application/vnd.openxmlformats-package.relationships+xml"/>
  <Override PartName="/ppt/slideLayouts/_rels/slideLayout2847.xml.rels" ContentType="application/vnd.openxmlformats-package.relationships+xml"/>
  <Override PartName="/ppt/slideLayouts/_rels/slideLayout2463.xml.rels" ContentType="application/vnd.openxmlformats-package.relationships+xml"/>
  <Override PartName="/ppt/slideLayouts/_rels/slideLayout66.xml.rels" ContentType="application/vnd.openxmlformats-package.relationships+xml"/>
  <Override PartName="/ppt/slideLayouts/_rels/slideLayout1051.xml.rels" ContentType="application/vnd.openxmlformats-package.relationships+xml"/>
  <Override PartName="/ppt/slideLayouts/_rels/slideLayout2851.xml.rels" ContentType="application/vnd.openxmlformats-package.relationships+xml"/>
  <Override PartName="/ppt/slideLayouts/_rels/slideLayout2879.xml.rels" ContentType="application/vnd.openxmlformats-package.relationships+xml"/>
  <Override PartName="/ppt/slideLayouts/_rels/slideLayout7.xml.rels" ContentType="application/vnd.openxmlformats-package.relationships+xml"/>
  <Override PartName="/ppt/slideLayouts/_rels/slideLayout50.xml.rels" ContentType="application/vnd.openxmlformats-package.relationships+xml"/>
  <Override PartName="/ppt/slideLayouts/_rels/slideLayout1046.xml.rels" ContentType="application/vnd.openxmlformats-package.relationships+xml"/>
  <Override PartName="/ppt/slideLayouts/_rels/slideLayout2846.xml.rels" ContentType="application/vnd.openxmlformats-package.relationships+xml"/>
  <Override PartName="/ppt/slideLayouts/_rels/slideLayout2462.xml.rels" ContentType="application/vnd.openxmlformats-package.relationships+xml"/>
  <Override PartName="/ppt/slideLayouts/_rels/slideLayout65.xml.rels" ContentType="application/vnd.openxmlformats-package.relationships+xml"/>
  <Override PartName="/ppt/slideLayouts/_rels/slideLayout3303.xml.rels" ContentType="application/vnd.openxmlformats-package.relationships+xml"/>
  <Override PartName="/ppt/slideLayouts/_rels/slideLayout1045.xml.rels" ContentType="application/vnd.openxmlformats-package.relationships+xml"/>
  <Override PartName="/ppt/slideLayouts/_rels/slideLayout213.xml.rels" ContentType="application/vnd.openxmlformats-package.relationships+xml"/>
  <Override PartName="/ppt/slideLayouts/_rels/slideLayout3302.xml.rels" ContentType="application/vnd.openxmlformats-package.relationships+xml"/>
  <Override PartName="/ppt/slideLayouts/_rels/slideLayout1044.xml.rels" ContentType="application/vnd.openxmlformats-package.relationships+xml"/>
  <Override PartName="/ppt/slideLayouts/_rels/slideLayout3233.xml.rels" ContentType="application/vnd.openxmlformats-package.relationships+xml"/>
  <Override PartName="/ppt/slideLayouts/_rels/slideLayout2696.xml.rels" ContentType="application/vnd.openxmlformats-package.relationships+xml"/>
  <Override PartName="/ppt/slideLayouts/_rels/slideLayout1679.xml.rels" ContentType="application/vnd.openxmlformats-package.relationships+xml"/>
  <Override PartName="/ppt/slideLayouts/_rels/slideLayout2844.xml.rels" ContentType="application/vnd.openxmlformats-package.relationships+xml"/>
  <Override PartName="/ppt/slideLayouts/_rels/slideLayout1041.xml.rels" ContentType="application/vnd.openxmlformats-package.relationships+xml"/>
  <Override PartName="/ppt/slideLayouts/_rels/slideLayout2498.xml.rels" ContentType="application/vnd.openxmlformats-package.relationships+xml"/>
  <Override PartName="/ppt/slideLayouts/_rels/slideLayout1033.xml.rels" ContentType="application/vnd.openxmlformats-package.relationships+xml"/>
  <Override PartName="/ppt/slideLayouts/_rels/slideLayout2391.xml.rels" ContentType="application/vnd.openxmlformats-package.relationships+xml"/>
  <Override PartName="/ppt/slideLayouts/_rels/slideLayout2891.xml.rels" ContentType="application/vnd.openxmlformats-package.relationships+xml"/>
  <Override PartName="/ppt/slideLayouts/_rels/slideLayout2684.xml.rels" ContentType="application/vnd.openxmlformats-package.relationships+xml"/>
  <Override PartName="/ppt/slideLayouts/_rels/slideLayout2390.xml.rels" ContentType="application/vnd.openxmlformats-package.relationships+xml"/>
  <Override PartName="/ppt/slideLayouts/_rels/slideLayout1031.xml.rels" ContentType="application/vnd.openxmlformats-package.relationships+xml"/>
  <Override PartName="/ppt/slideLayouts/_rels/slideLayout3220.xml.rels" ContentType="application/vnd.openxmlformats-package.relationships+xml"/>
  <Override PartName="/ppt/slideLayouts/_rels/slideLayout79.xml.rels" ContentType="application/vnd.openxmlformats-package.relationships+xml"/>
  <Override PartName="/ppt/slideLayouts/_rels/slideLayout2476.xml.rels" ContentType="application/vnd.openxmlformats-package.relationships+xml"/>
  <Override PartName="/ppt/slideLayouts/_rels/slideLayout1883.xml.rels" ContentType="application/vnd.openxmlformats-package.relationships+xml"/>
  <Override PartName="/ppt/slideLayouts/_rels/slideLayout2683.xml.rels" ContentType="application/vnd.openxmlformats-package.relationships+xml"/>
  <Override PartName="/ppt/slideLayouts/_rels/slideLayout571.xml.rels" ContentType="application/vnd.openxmlformats-package.relationships+xml"/>
  <Override PartName="/ppt/slideLayouts/_rels/slideLayout2830.xml.rels" ContentType="application/vnd.openxmlformats-package.relationships+xml"/>
  <Override PartName="/ppt/slideLayouts/_rels/slideLayout1029.xml.rels" ContentType="application/vnd.openxmlformats-package.relationships+xml"/>
  <Override PartName="/ppt/slideLayouts/_rels/slideLayout3129.xml.rels" ContentType="application/vnd.openxmlformats-package.relationships+xml"/>
  <Override PartName="/ppt/slideLayouts/_rels/slideLayout841.xml.rels" ContentType="application/vnd.openxmlformats-package.relationships+xml"/>
  <Override PartName="/ppt/slideLayouts/_rels/slideLayout3629.xml.rels" ContentType="application/vnd.openxmlformats-package.relationships+xml"/>
  <Override PartName="/ppt/slideLayouts/_rels/slideLayout2829.xml.rels" ContentType="application/vnd.openxmlformats-package.relationships+xml"/>
  <Override PartName="/ppt/slideLayouts/_rels/slideLayout235.xml.rels" ContentType="application/vnd.openxmlformats-package.relationships+xml"/>
  <Override PartName="/ppt/slideLayouts/_rels/slideLayout3256.xml.rels" ContentType="application/vnd.openxmlformats-package.relationships+xml"/>
  <Override PartName="/ppt/slideLayouts/_rels/slideLayout2446.xml.rels" ContentType="application/vnd.openxmlformats-package.relationships+xml"/>
  <Override PartName="/ppt/slideLayouts/_rels/slideLayout884.xml.rels" ContentType="application/vnd.openxmlformats-package.relationships+xml"/>
  <Override PartName="/ppt/slideLayouts/_rels/slideLayout3039.xml.rels" ContentType="application/vnd.openxmlformats-package.relationships+xml"/>
  <Override PartName="/ppt/slideLayouts/_rels/slideLayout558.xml.rels" ContentType="application/vnd.openxmlformats-package.relationships+xml"/>
  <Override PartName="/ppt/slideLayouts/_rels/slideLayout2817.xml.rels" ContentType="application/vnd.openxmlformats-package.relationships+xml"/>
  <Override PartName="/ppt/slideLayouts/_rels/slideLayout2945.xml.rels" ContentType="application/vnd.openxmlformats-package.relationships+xml"/>
  <Override PartName="/ppt/slideLayouts/_rels/slideLayout2797.xml.rels" ContentType="application/vnd.openxmlformats-package.relationships+xml"/>
  <Override PartName="/ppt/slideLayouts/_rels/slideLayout3117.xml.rels" ContentType="application/vnd.openxmlformats-package.relationships+xml"/>
  <Override PartName="/ppt/slideLayouts/_rels/slideLayout1438.xml.rels" ContentType="application/vnd.openxmlformats-package.relationships+xml"/>
  <Override PartName="/ppt/slideLayouts/_rels/slideLayout234.xml.rels" ContentType="application/vnd.openxmlformats-package.relationships+xml"/>
  <Override PartName="/ppt/slideLayouts/_rels/slideLayout3255.xml.rels" ContentType="application/vnd.openxmlformats-package.relationships+xml"/>
  <Override PartName="/ppt/slideLayouts/_rels/slideLayout3038.xml.rels" ContentType="application/vnd.openxmlformats-package.relationships+xml"/>
  <Override PartName="/ppt/slideLayouts/_rels/slideLayout3537.xml.rels" ContentType="application/vnd.openxmlformats-package.relationships+xml"/>
  <Override PartName="/ppt/slideLayouts/_rels/slideLayout1279.xml.rels" ContentType="application/vnd.openxmlformats-package.relationships+xml"/>
  <Override PartName="/ppt/slideLayouts/_rels/slideLayout447.xml.rels" ContentType="application/vnd.openxmlformats-package.relationships+xml"/>
  <Override PartName="/ppt/slideLayouts/_rels/slideLayout3538.xml.rels" ContentType="application/vnd.openxmlformats-package.relationships+xml"/>
  <Override PartName="/ppt/slideLayouts/_rels/slideLayout2796.xml.rels" ContentType="application/vnd.openxmlformats-package.relationships+xml"/>
  <Override PartName="/ppt/slideLayouts/_rels/slideLayout685.xml.rels" ContentType="application/vnd.openxmlformats-package.relationships+xml"/>
  <Override PartName="/ppt/slideLayouts/_rels/slideLayout2811.xml.rels" ContentType="application/vnd.openxmlformats-package.relationships+xml"/>
  <Override PartName="/ppt/slideLayouts/_rels/slideLayout30.xml.rels" ContentType="application/vnd.openxmlformats-package.relationships+xml"/>
  <Override PartName="/ppt/slideLayouts/_rels/slideLayout3507.xml.rels" ContentType="application/vnd.openxmlformats-package.relationships+xml"/>
  <Override PartName="/ppt/slideLayouts/_rels/slideLayout448.xml.rels" ContentType="application/vnd.openxmlformats-package.relationships+xml"/>
  <Override PartName="/ppt/slideLayouts/_rels/slideLayout2707.xml.rels" ContentType="application/vnd.openxmlformats-package.relationships+xml"/>
  <Override PartName="/ppt/slideLayouts/_rels/slideLayout269.xml.rels" ContentType="application/vnd.openxmlformats-package.relationships+xml"/>
  <Override PartName="/ppt/slideLayouts/_rels/slideLayout1054.xml.rels" ContentType="application/vnd.openxmlformats-package.relationships+xml"/>
  <Override PartName="/ppt/slideLayouts/_rels/slideLayout3312.xml.rels" ContentType="application/vnd.openxmlformats-package.relationships+xml"/>
  <Override PartName="/ppt/slideLayouts/_rels/slideLayout3599.xml.rels" ContentType="application/vnd.openxmlformats-package.relationships+xml"/>
  <Override PartName="/ppt/slideLayouts/_rels/slideLayout2704.xml.rels" ContentType="application/vnd.openxmlformats-package.relationships+xml"/>
  <Override PartName="/ppt/slideLayouts/_rels/slideLayout578.xml.rels" ContentType="application/vnd.openxmlformats-package.relationships+xml"/>
  <Override PartName="/ppt/slideLayouts/_rels/slideLayout2799.xml.rels" ContentType="application/vnd.openxmlformats-package.relationships+xml"/>
  <Override PartName="/ppt/slideLayouts/_rels/slideLayout2946.xml.rels" ContentType="application/vnd.openxmlformats-package.relationships+xml"/>
  <Override PartName="/ppt/slideLayouts/_rels/slideLayout2798.xml.rels" ContentType="application/vnd.openxmlformats-package.relationships+xml"/>
  <Override PartName="/ppt/slideLayouts/_rels/slideLayout2440.xml.rels" ContentType="application/vnd.openxmlformats-package.relationships+xml"/>
  <Override PartName="/ppt/slideLayouts/_rels/slideLayout31.xml.rels" ContentType="application/vnd.openxmlformats-package.relationships+xml"/>
  <Override PartName="/ppt/slideLayouts/_rels/slideLayout2940.xml.rels" ContentType="application/vnd.openxmlformats-package.relationships+xml"/>
  <Override PartName="/ppt/slideLayouts/_rels/slideLayout3092.xml.rels" ContentType="application/vnd.openxmlformats-package.relationships+xml"/>
  <Override PartName="/ppt/slideLayouts/_rels/slideLayout2792.xml.rels" ContentType="application/vnd.openxmlformats-package.relationships+xml"/>
  <Override PartName="/ppt/slideLayouts/_rels/slideLayout2709.xml.rels" ContentType="application/vnd.openxmlformats-package.relationships+xml"/>
  <Override PartName="/ppt/slideLayouts/_rels/slideLayout3028.xml.rels" ContentType="application/vnd.openxmlformats-package.relationships+xml"/>
  <Override PartName="/ppt/slideLayouts/_rels/slideLayout873.xml.rels" ContentType="application/vnd.openxmlformats-package.relationships+xml"/>
  <Override PartName="/ppt/slideLayouts/_rels/slideLayout175.xml.rels" ContentType="application/vnd.openxmlformats-package.relationships+xml"/>
  <Override PartName="/ppt/slideLayouts/_rels/slideLayout2434.xml.rels" ContentType="application/vnd.openxmlformats-package.relationships+xml"/>
  <Override PartName="/ppt/slideLayouts/_rels/slideLayout3528.xml.rels" ContentType="application/vnd.openxmlformats-package.relationships+xml"/>
  <Override PartName="/ppt/slideLayouts/_rels/slideLayout2728.xml.rels" ContentType="application/vnd.openxmlformats-package.relationships+xml"/>
  <Override PartName="/ppt/slideLayouts/_rels/slideLayout2356.xml.rels" ContentType="application/vnd.openxmlformats-package.relationships+xml"/>
  <Override PartName="/ppt/slideLayouts/_rels/slideLayout2786.xml.rels" ContentType="application/vnd.openxmlformats-package.relationships+xml"/>
  <Override PartName="/ppt/slideLayouts/_rels/slideLayout1436.xml.rels" ContentType="application/vnd.openxmlformats-package.relationships+xml"/>
  <Override PartName="/ppt/slideLayouts/_rels/slideLayout1367.xml.rels" ContentType="application/vnd.openxmlformats-package.relationships+xml"/>
  <Override PartName="/ppt/slideLayouts/_rels/slideLayout3625.xml.rels" ContentType="application/vnd.openxmlformats-package.relationships+xml"/>
  <Override PartName="/ppt/slideLayouts/_rels/slideLayout3394.xml.rels" ContentType="application/vnd.openxmlformats-package.relationships+xml"/>
  <Override PartName="/ppt/slideLayouts/_rels/slideLayout604.xml.rels" ContentType="application/vnd.openxmlformats-package.relationships+xml"/>
  <Override PartName="/ppt/slideLayouts/_rels/slideLayout232.xml.rels" ContentType="application/vnd.openxmlformats-package.relationships+xml"/>
  <Override PartName="/ppt/slideLayouts/_rels/slideLayout3388.xml.rels" ContentType="application/vnd.openxmlformats-package.relationships+xml"/>
  <Override PartName="/ppt/slideLayouts/_rels/slideLayout3466.xml.rels" ContentType="application/vnd.openxmlformats-package.relationships+xml"/>
  <Override PartName="/ppt/slideLayouts/_rels/slideLayout445.xml.rels" ContentType="application/vnd.openxmlformats-package.relationships+xml"/>
  <Override PartName="/ppt/slideLayouts/_rels/slideLayout3425.xml.rels" ContentType="application/vnd.openxmlformats-package.relationships+xml"/>
  <Override PartName="/ppt/slideLayouts/_rels/slideLayout1649.xml.rels" ContentType="application/vnd.openxmlformats-package.relationships+xml"/>
  <Override PartName="/ppt/slideLayouts/_rels/slideLayout2588.xml.rels" ContentType="application/vnd.openxmlformats-package.relationships+xml"/>
  <Override PartName="/ppt/slideLayouts/_rels/slideLayout2794.xml.rels" ContentType="application/vnd.openxmlformats-package.relationships+xml"/>
  <Override PartName="/ppt/slideLayouts/_rels/slideLayout2736.xml.rels" ContentType="application/vnd.openxmlformats-package.relationships+xml"/>
  <Override PartName="/ppt/slideLayouts/_rels/slideLayout2557.xml.rels" ContentType="application/vnd.openxmlformats-package.relationships+xml"/>
  <Override PartName="/ppt/slideLayouts/_rels/slideLayout298.xml.rels" ContentType="application/vnd.openxmlformats-package.relationships+xml"/>
  <Override PartName="/ppt/slideLayouts/_rels/slideLayout475.xml.rels" ContentType="application/vnd.openxmlformats-package.relationships+xml"/>
  <Override PartName="/ppt/slideLayouts/_rels/slideLayout2734.xml.rels" ContentType="application/vnd.openxmlformats-package.relationships+xml"/>
  <Override PartName="/ppt/slideLayouts/_rels/slideLayout3029.xml.rels" ContentType="application/vnd.openxmlformats-package.relationships+xml"/>
  <Override PartName="/ppt/slideLayouts/_rels/slideLayout874.xml.rels" ContentType="application/vnd.openxmlformats-package.relationships+xml"/>
  <Override PartName="/ppt/slideLayouts/_rels/slideLayout176.xml.rels" ContentType="application/vnd.openxmlformats-package.relationships+xml"/>
  <Override PartName="/ppt/slideLayouts/_rels/slideLayout2435.xml.rels" ContentType="application/vnd.openxmlformats-package.relationships+xml"/>
  <Override PartName="/ppt/slideLayouts/_rels/slideLayout3529.xml.rels" ContentType="application/vnd.openxmlformats-package.relationships+xml"/>
  <Override PartName="/ppt/slideLayouts/_rels/slideLayout3587.xml.rels" ContentType="application/vnd.openxmlformats-package.relationships+xml"/>
  <Override PartName="/ppt/slideLayouts/_rels/slideLayout315.xml.rels" ContentType="application/vnd.openxmlformats-package.relationships+xml"/>
  <Override PartName="/ppt/slideLayouts/_rels/slideLayout2729.xml.rels" ContentType="application/vnd.openxmlformats-package.relationships+xml"/>
  <Override PartName="/ppt/slideLayouts/_rels/slideLayout2357.xml.rels" ContentType="application/vnd.openxmlformats-package.relationships+xml"/>
  <Override PartName="/ppt/slideLayouts/_rels/slideLayout2933.xml.rels" ContentType="application/vnd.openxmlformats-package.relationships+xml"/>
  <Override PartName="/ppt/slideLayouts/_rels/slideLayout2785.xml.rels" ContentType="application/vnd.openxmlformats-package.relationships+xml"/>
  <Override PartName="/ppt/slideLayouts/_rels/slideLayout2727.xml.rels" ContentType="application/vnd.openxmlformats-package.relationships+xml"/>
  <Override PartName="/ppt/slideLayouts/_rels/slideLayout3084.xml.rels" ContentType="application/vnd.openxmlformats-package.relationships+xml"/>
  <Override PartName="/ppt/slideLayouts/_rels/slideLayout1267.xml.rels" ContentType="application/vnd.openxmlformats-package.relationships+xml"/>
  <Override PartName="/ppt/slideLayouts/_rels/slideLayout2784.xml.rels" ContentType="application/vnd.openxmlformats-package.relationships+xml"/>
  <Override PartName="/ppt/slideLayouts/_rels/slideLayout2726.xml.rels" ContentType="application/vnd.openxmlformats-package.relationships+xml"/>
  <Override PartName="/ppt/slideLayouts/_rels/slideLayout2065.xml.rels" ContentType="application/vnd.openxmlformats-package.relationships+xml"/>
  <Override PartName="/ppt/slideLayouts/_rels/slideLayout288.xml.rels" ContentType="application/vnd.openxmlformats-package.relationships+xml"/>
  <Override PartName="/ppt/slideLayouts/_rels/slideLayout2717.xml.rels" ContentType="application/vnd.openxmlformats-package.relationships+xml"/>
  <Override PartName="/ppt/slideLayouts/_rels/slideLayout2345.xml.rels" ContentType="application/vnd.openxmlformats-package.relationships+xml"/>
  <Override PartName="/ppt/slideLayouts/_rels/slideLayout462.xml.rels" ContentType="application/vnd.openxmlformats-package.relationships+xml"/>
  <Override PartName="/ppt/slideLayouts/_rels/slideLayout2721.xml.rels" ContentType="application/vnd.openxmlformats-package.relationships+xml"/>
  <Override PartName="/ppt/slideLayouts/_rels/slideLayout163.xml.rels" ContentType="application/vnd.openxmlformats-package.relationships+xml"/>
  <Override PartName="/ppt/slideLayouts/_rels/slideLayout2422.xml.rels" ContentType="application/vnd.openxmlformats-package.relationships+xml"/>
  <Override PartName="/ppt/slideLayouts/_rels/slideLayout849.xml.rels" ContentType="application/vnd.openxmlformats-package.relationships+xml"/>
  <Override PartName="/ppt/slideLayouts/_rels/slideLayout1040.xml.rels" ContentType="application/vnd.openxmlformats-package.relationships+xml"/>
  <Override PartName="/ppt/slideLayouts/_rels/slideLayout2497.xml.rels" ContentType="application/vnd.openxmlformats-package.relationships+xml"/>
  <Override PartName="/ppt/slideLayouts/_rels/slideLayout2691.xml.rels" ContentType="application/vnd.openxmlformats-package.relationships+xml"/>
  <Override PartName="/ppt/slideLayouts/_rels/slideLayout1005.xml.rels" ContentType="application/vnd.openxmlformats-package.relationships+xml"/>
  <Override PartName="/ppt/slideLayouts/_rels/slideLayout2529.xml.rels" ContentType="application/vnd.openxmlformats-package.relationships+xml"/>
  <Override PartName="/ppt/slideLayouts/_rels/slideLayout2690.xml.rels" ContentType="application/vnd.openxmlformats-package.relationships+xml"/>
  <Override PartName="/ppt/slideLayouts/_rels/slideLayout1004.xml.rels" ContentType="application/vnd.openxmlformats-package.relationships+xml"/>
  <Override PartName="/ppt/slideLayouts/_rels/slideLayout2632.xml.rels" ContentType="application/vnd.openxmlformats-package.relationships+xml"/>
  <Override PartName="/ppt/slideLayouts/_rels/slideLayout2528.xml.rels" ContentType="application/vnd.openxmlformats-package.relationships+xml"/>
  <Override PartName="/ppt/slideLayouts/_rels/slideLayout2982.xml.rels" ContentType="application/vnd.openxmlformats-package.relationships+xml"/>
  <Override PartName="/ppt/slideLayouts/_rels/slideLayout3282.xml.rels" ContentType="application/vnd.openxmlformats-package.relationships+xml"/>
  <Override PartName="/ppt/slideLayouts/_rels/slideLayout1093.xml.rels" ContentType="application/vnd.openxmlformats-package.relationships+xml"/>
  <Override PartName="/ppt/slideLayouts/_rels/slideLayout3351.xml.rels" ContentType="application/vnd.openxmlformats-package.relationships+xml"/>
  <Override PartName="/ppt/slideLayouts/_rels/slideLayout367.xml.rels" ContentType="application/vnd.openxmlformats-package.relationships+xml"/>
  <Override PartName="/ppt/slideLayouts/_rels/slideLayout2626.xml.rels" ContentType="application/vnd.openxmlformats-package.relationships+xml"/>
  <Override PartName="/ppt/slideLayouts/_rels/slideLayout495.xml.rels" ContentType="application/vnd.openxmlformats-package.relationships+xml"/>
  <Override PartName="/ppt/slideLayouts/_rels/slideLayout2621.xml.rels" ContentType="application/vnd.openxmlformats-package.relationships+xml"/>
  <Override PartName="/ppt/slideLayouts/_rels/slideLayout3169.xml.rels" ContentType="application/vnd.openxmlformats-package.relationships+xml"/>
  <Override PartName="/ppt/slideLayouts/_rels/slideLayout881.xml.rels" ContentType="application/vnd.openxmlformats-package.relationships+xml"/>
  <Override PartName="/ppt/slideLayouts/_rels/slideLayout258.xml.rels" ContentType="application/vnd.openxmlformats-package.relationships+xml"/>
  <Override PartName="/ppt/slideLayouts/_rels/slideLayout2517.xml.rels" ContentType="application/vnd.openxmlformats-package.relationships+xml"/>
  <Override PartName="/ppt/slideLayouts/_rels/slideLayout2996.xml.rels" ContentType="application/vnd.openxmlformats-package.relationships+xml"/>
  <Override PartName="/ppt/slideLayouts/_rels/slideLayout2615.xml.rels" ContentType="application/vnd.openxmlformats-package.relationships+xml"/>
  <Override PartName="/ppt/slideLayouts/_rels/slideLayout356.xml.rels" ContentType="application/vnd.openxmlformats-package.relationships+xml"/>
  <Override PartName="/ppt/slideLayouts/_rels/slideLayout3467.xml.rels" ContentType="application/vnd.openxmlformats-package.relationships+xml"/>
  <Override PartName="/ppt/slideLayouts/_rels/slideLayout446.xml.rels" ContentType="application/vnd.openxmlformats-package.relationships+xml"/>
  <Override PartName="/ppt/slideLayouts/_rels/slideLayout2795.xml.rels" ContentType="application/vnd.openxmlformats-package.relationships+xml"/>
  <Override PartName="/ppt/slideLayouts/_rels/slideLayout2558.xml.rels" ContentType="application/vnd.openxmlformats-package.relationships+xml"/>
  <Override PartName="/ppt/slideLayouts/_rels/slideLayout299.xml.rels" ContentType="application/vnd.openxmlformats-package.relationships+xml"/>
  <Override PartName="/ppt/slideLayouts/_rels/slideLayout2589.xml.rels" ContentType="application/vnd.openxmlformats-package.relationships+xml"/>
  <Override PartName="/ppt/slideLayouts/_rels/slideLayout802.xml.rels" ContentType="application/vnd.openxmlformats-package.relationships+xml"/>
  <Override PartName="/ppt/slideLayouts/_rels/slideLayout2603.xml.rels" ContentType="application/vnd.openxmlformats-package.relationships+xml"/>
  <Override PartName="/ppt/slideLayouts/_rels/slideLayout344.xml.rels" ContentType="application/vnd.openxmlformats-package.relationships+xml"/>
  <Override PartName="/ppt/slideLayouts/_rels/slideLayout1425.xml.rels" ContentType="application/vnd.openxmlformats-package.relationships+xml"/>
  <Override PartName="/ppt/slideLayouts/_rels/slideLayout221.xml.rels" ContentType="application/vnd.openxmlformats-package.relationships+xml"/>
  <Override PartName="/ppt/slideLayouts/_rels/slideLayout3242.xml.rels" ContentType="application/vnd.openxmlformats-package.relationships+xml"/>
  <Override PartName="/ppt/slideLayouts/_rels/slideLayout434.xml.rels" ContentType="application/vnd.openxmlformats-package.relationships+xml"/>
  <Override PartName="/ppt/slideLayouts/_rels/slideLayout3091.xml.rels" ContentType="application/vnd.openxmlformats-package.relationships+xml"/>
  <Override PartName="/ppt/slideLayouts/_rels/slideLayout2783.xml.rels" ContentType="application/vnd.openxmlformats-package.relationships+xml"/>
  <Override PartName="/ppt/slideLayouts/_rels/slideLayout2725.xml.rels" ContentType="application/vnd.openxmlformats-package.relationships+xml"/>
  <Override PartName="/ppt/slideLayouts/_rels/slideLayout287.xml.rels" ContentType="application/vnd.openxmlformats-package.relationships+xml"/>
  <Override PartName="/ppt/slideLayouts/_rels/slideLayout2577.xml.rels" ContentType="application/vnd.openxmlformats-package.relationships+xml"/>
  <Override PartName="/ppt/slideLayouts/_rels/slideLayout343.xml.rels" ContentType="application/vnd.openxmlformats-package.relationships+xml"/>
  <Override PartName="/ppt/slideLayouts/_rels/slideLayout2602.xml.rels" ContentType="application/vnd.openxmlformats-package.relationships+xml"/>
  <Override PartName="/ppt/slideLayouts/_rels/slideLayout397.xml.rels" ContentType="application/vnd.openxmlformats-package.relationships+xml"/>
  <Override PartName="/ppt/slideLayouts/_rels/slideLayout2523.xml.rels" ContentType="application/vnd.openxmlformats-package.relationships+xml"/>
  <Override PartName="/ppt/slideLayouts/_rels/slideLayout3381.xml.rels" ContentType="application/vnd.openxmlformats-package.relationships+xml"/>
  <Override PartName="/ppt/slideLayouts/_rels/slideLayout732.xml.rels" ContentType="application/vnd.openxmlformats-package.relationships+xml"/>
  <Override PartName="/ppt/slideLayouts/_rels/slideLayout1564.xml.rels" ContentType="application/vnd.openxmlformats-package.relationships+xml"/>
  <Override PartName="/ppt/slideLayouts/_rels/slideLayout360.xml.rels" ContentType="application/vnd.openxmlformats-package.relationships+xml"/>
  <Override PartName="/ppt/slideLayouts/_rels/slideLayout2581.xml.rels" ContentType="application/vnd.openxmlformats-package.relationships+xml"/>
  <Override PartName="/ppt/slideLayouts/_rels/slideLayout1424.xml.rels" ContentType="application/vnd.openxmlformats-package.relationships+xml"/>
  <Override PartName="/ppt/slideLayouts/_rels/slideLayout1355.xml.rels" ContentType="application/vnd.openxmlformats-package.relationships+xml"/>
  <Override PartName="/ppt/slideLayouts/_rels/slideLayout3613.xml.rels" ContentType="application/vnd.openxmlformats-package.relationships+xml"/>
  <Override PartName="/ppt/slideLayouts/_rels/slideLayout3492.xml.rels" ContentType="application/vnd.openxmlformats-package.relationships+xml"/>
  <Override PartName="/ppt/slideLayouts/_rels/slideLayout220.xml.rels" ContentType="application/vnd.openxmlformats-package.relationships+xml"/>
  <Override PartName="/ppt/slideLayouts/_rels/slideLayout1465.xml.rels" ContentType="application/vnd.openxmlformats-package.relationships+xml"/>
  <Override PartName="/ppt/slideLayouts/_rels/slideLayout3241.xml.rels" ContentType="application/vnd.openxmlformats-package.relationships+xml"/>
  <Override PartName="/ppt/slideLayouts/_rels/slideLayout2724.xml.rels" ContentType="application/vnd.openxmlformats-package.relationships+xml"/>
  <Override PartName="/ppt/slideLayouts/_rels/slideLayout2545.xml.rels" ContentType="application/vnd.openxmlformats-package.relationships+xml"/>
  <Override PartName="/ppt/slideLayouts/_rels/slideLayout286.xml.rels" ContentType="application/vnd.openxmlformats-package.relationships+xml"/>
  <Override PartName="/ppt/slideLayouts/_rels/slideLayout2782.xml.rels" ContentType="application/vnd.openxmlformats-package.relationships+xml"/>
  <Override PartName="/ppt/slideLayouts/_rels/slideLayout2576.xml.rels" ContentType="application/vnd.openxmlformats-package.relationships+xml"/>
  <Override PartName="/ppt/slideLayouts/_rels/slideLayout342.xml.rels" ContentType="application/vnd.openxmlformats-package.relationships+xml"/>
  <Override PartName="/ppt/slideLayouts/_rels/slideLayout2601.xml.rels" ContentType="application/vnd.openxmlformats-package.relationships+xml"/>
  <Override PartName="/ppt/slideLayouts/_rels/slideLayout2374.xml.rels" ContentType="application/vnd.openxmlformats-package.relationships+xml"/>
  <Override PartName="/ppt/slideLayouts/_rels/slideLayout3380.xml.rels" ContentType="application/vnd.openxmlformats-package.relationships+xml"/>
  <Override PartName="/ppt/slideLayouts/_rels/slideLayout731.xml.rels" ContentType="application/vnd.openxmlformats-package.relationships+xml"/>
  <Override PartName="/ppt/slideLayouts/_rels/slideLayout1563.xml.rels" ContentType="application/vnd.openxmlformats-package.relationships+xml"/>
  <Override PartName="/ppt/slideLayouts/_rels/slideLayout2522.xml.rels" ContentType="application/vnd.openxmlformats-package.relationships+xml"/>
  <Override PartName="/ppt/slideLayouts/_rels/slideLayout93.xml.rels" ContentType="application/vnd.openxmlformats-package.relationships+xml"/>
  <Override PartName="/ppt/slideLayouts/_rels/slideLayout2580.xml.rels" ContentType="application/vnd.openxmlformats-package.relationships+xml"/>
  <Override PartName="/ppt/slideLayouts/_rels/slideLayout2781.xml.rels" ContentType="application/vnd.openxmlformats-package.relationships+xml"/>
  <Override PartName="/ppt/slideLayouts/_rels/slideLayout2575.xml.rels" ContentType="application/vnd.openxmlformats-package.relationships+xml"/>
  <Override PartName="/ppt/slideLayouts/_rels/slideLayout2574.xml.rels" ContentType="application/vnd.openxmlformats-package.relationships+xml"/>
  <Override PartName="/ppt/slideLayouts/_rels/slideLayout2596.xml.rels" ContentType="application/vnd.openxmlformats-package.relationships+xml"/>
  <Override PartName="/ppt/slideLayouts/_rels/slideLayout2569.xml.rels" ContentType="application/vnd.openxmlformats-package.relationships+xml"/>
  <Override PartName="/ppt/slideLayouts/slideLayout2301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3331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3324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3323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3322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3321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3314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3313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3312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3311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3309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3308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3307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3306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3305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3304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3303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3302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3301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1728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727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726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3519.xml" ContentType="application/vnd.openxmlformats-officedocument.presentationml.slideLayout+xml"/>
  <Override PartName="/ppt/slideLayouts/slideLayout1725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351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705.xml" ContentType="application/vnd.openxmlformats-officedocument.presentationml.slideLayout+xml"/>
  <Override PartName="/ppt/slideLayouts/slideLayout1719.xml" ContentType="application/vnd.openxmlformats-officedocument.presentationml.slideLayout+xml"/>
  <Override PartName="/ppt/slideLayouts/slideLayout1718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717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716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3509.xml" ContentType="application/vnd.openxmlformats-officedocument.presentationml.slideLayout+xml"/>
  <Override PartName="/ppt/slideLayouts/slideLayout1715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350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709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708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707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706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2276.xml" ContentType="application/vnd.openxmlformats-officedocument.presentationml.slideLayout+xml"/>
  <Override PartName="/ppt/slideLayouts/slideLayout1983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347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2773.xml" ContentType="application/vnd.openxmlformats-officedocument.presentationml.slideLayout+xml"/>
  <Override PartName="/ppt/slideLayouts/slideLayout2275.xml" ContentType="application/vnd.openxmlformats-officedocument.presentationml.slideLayout+xml"/>
  <Override PartName="/ppt/slideLayouts/slideLayout1982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347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2772.xml" ContentType="application/vnd.openxmlformats-officedocument.presentationml.slideLayout+xml"/>
  <Override PartName="/ppt/slideLayouts/slideLayout2274.xml" ContentType="application/vnd.openxmlformats-officedocument.presentationml.slideLayout+xml"/>
  <Override PartName="/ppt/slideLayouts/slideLayout1981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347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2771.xml" ContentType="application/vnd.openxmlformats-officedocument.presentationml.slideLayout+xml"/>
  <Override PartName="/ppt/slideLayouts/slideLayout2273.xml" ContentType="application/vnd.openxmlformats-officedocument.presentationml.slideLayout+xml"/>
  <Override PartName="/ppt/slideLayouts/slideLayout1980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2770.xml" ContentType="application/vnd.openxmlformats-officedocument.presentationml.slideLayout+xml"/>
  <Override PartName="/ppt/slideLayouts/slideLayout2266.xml" ContentType="application/vnd.openxmlformats-officedocument.presentationml.slideLayout+xml"/>
  <Override PartName="/ppt/slideLayouts/slideLayout1973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346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2763.xml" ContentType="application/vnd.openxmlformats-officedocument.presentationml.slideLayout+xml"/>
  <Override PartName="/ppt/slideLayouts/slideLayout2265.xml" ContentType="application/vnd.openxmlformats-officedocument.presentationml.slideLayout+xml"/>
  <Override PartName="/ppt/slideLayouts/slideLayout1972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346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2762.xml" ContentType="application/vnd.openxmlformats-officedocument.presentationml.slideLayout+xml"/>
  <Override PartName="/ppt/slideLayouts/slideLayout2264.xml" ContentType="application/vnd.openxmlformats-officedocument.presentationml.slideLayout+xml"/>
  <Override PartName="/ppt/slideLayouts/slideLayout1971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346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slideLayouts/slideLayout2761.xml" ContentType="application/vnd.openxmlformats-officedocument.presentationml.slideLayout+xml"/>
  <Override PartName="/ppt/slideLayouts/slideLayout2263.xml" ContentType="application/vnd.openxmlformats-officedocument.presentationml.slideLayout+xml"/>
  <Override PartName="/ppt/slideLayouts/slideLayout1970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2760.xml" ContentType="application/vnd.openxmlformats-officedocument.presentationml.slideLayout+xml"/>
  <Override PartName="/ppt/slideLayouts/slideLayout1969.xml" ContentType="application/vnd.openxmlformats-officedocument.presentationml.slideLayout+xml"/>
  <Override PartName="/ppt/slideLayouts/slideLayout345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2759.xml" ContentType="application/vnd.openxmlformats-officedocument.presentationml.slideLayout+xml"/>
  <Override PartName="/ppt/slideLayouts/slideLayout1968.xml" ContentType="application/vnd.openxmlformats-officedocument.presentationml.slideLayout+xml"/>
  <Override PartName="/ppt/slideLayouts/slideLayout345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2758.xml" ContentType="application/vnd.openxmlformats-officedocument.presentationml.slideLayout+xml"/>
  <Override PartName="/ppt/slideLayouts/slideLayout1967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345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2757.xml" ContentType="application/vnd.openxmlformats-officedocument.presentationml.slideLayout+xml"/>
  <Override PartName="/ppt/slideLayouts/slideLayout2259.xml" ContentType="application/vnd.openxmlformats-officedocument.presentationml.slideLayout+xml"/>
  <Override PartName="/ppt/slideLayouts/slideLayout1966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345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2756.xml" ContentType="application/vnd.openxmlformats-officedocument.presentationml.slideLayout+xml"/>
  <Override PartName="/ppt/slideLayouts/slideLayout2258.xml" ContentType="application/vnd.openxmlformats-officedocument.presentationml.slideLayout+xml"/>
  <Override PartName="/ppt/slideLayouts/slideLayout1965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345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2755.xml" ContentType="application/vnd.openxmlformats-officedocument.presentationml.slideLayout+xml"/>
  <Override PartName="/ppt/slideLayouts/slideLayout2257.xml" ContentType="application/vnd.openxmlformats-officedocument.presentationml.slideLayout+xml"/>
  <Override PartName="/ppt/slideLayouts/slideLayout1964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345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slideLayouts/slideLayout2754.xml" ContentType="application/vnd.openxmlformats-officedocument.presentationml.slideLayout+xml"/>
  <Override PartName="/ppt/slideLayouts/slideLayout2256.xml" ContentType="application/vnd.openxmlformats-officedocument.presentationml.slideLayout+xml"/>
  <Override PartName="/ppt/slideLayouts/slideLayout1963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345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2753.xml" ContentType="application/vnd.openxmlformats-officedocument.presentationml.slideLayout+xml"/>
  <Override PartName="/ppt/slideLayouts/slideLayout2255.xml" ContentType="application/vnd.openxmlformats-officedocument.presentationml.slideLayout+xml"/>
  <Override PartName="/ppt/slideLayouts/slideLayout1962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345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2752.xml" ContentType="application/vnd.openxmlformats-officedocument.presentationml.slideLayout+xml"/>
  <Override PartName="/ppt/slideLayouts/slideLayout2254.xml" ContentType="application/vnd.openxmlformats-officedocument.presentationml.slideLayout+xml"/>
  <Override PartName="/ppt/slideLayouts/slideLayout1961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345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2751.xml" ContentType="application/vnd.openxmlformats-officedocument.presentationml.slideLayout+xml"/>
  <Override PartName="/ppt/slideLayouts/slideLayout2253.xml" ContentType="application/vnd.openxmlformats-officedocument.presentationml.slideLayout+xml"/>
  <Override PartName="/ppt/slideLayouts/slideLayout1960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2750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3274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3273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3272.xml" ContentType="application/vnd.openxmlformats-officedocument.presentationml.slideLayout+xml"/>
  <Override PartName="/ppt/slideLayouts/slideLayout2251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3264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3263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3262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3261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3260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3254.xml" ContentType="application/vnd.openxmlformats-officedocument.presentationml.slideLayout+xml"/>
  <Override PartName="/ppt/slideLayouts/slideLayout2249.xml" ContentType="application/vnd.openxmlformats-officedocument.presentationml.slideLayout+xml"/>
  <Override PartName="/ppt/slideLayouts/slideLayout1956.xml" ContentType="application/vnd.openxmlformats-officedocument.presentationml.slideLayout+xml"/>
  <Override PartName="/ppt/slideLayouts/slideLayout344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2746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3253.xml" ContentType="application/vnd.openxmlformats-officedocument.presentationml.slideLayout+xml"/>
  <Override PartName="/ppt/slideLayouts/slideLayout2248.xml" ContentType="application/vnd.openxmlformats-officedocument.presentationml.slideLayout+xml"/>
  <Override PartName="/ppt/slideLayouts/slideLayout1955.xml" ContentType="application/vnd.openxmlformats-officedocument.presentationml.slideLayout+xml"/>
  <Override PartName="/ppt/slideLayouts/slideLayout344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2745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3252.xml" ContentType="application/vnd.openxmlformats-officedocument.presentationml.slideLayout+xml"/>
  <Override PartName="/ppt/slideLayouts/slideLayout2247.xml" ContentType="application/vnd.openxmlformats-officedocument.presentationml.slideLayout+xml"/>
  <Override PartName="/ppt/slideLayouts/slideLayout1954.xml" ContentType="application/vnd.openxmlformats-officedocument.presentationml.slideLayout+xml"/>
  <Override PartName="/ppt/slideLayouts/slideLayout344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2744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3251.xml" ContentType="application/vnd.openxmlformats-officedocument.presentationml.slideLayout+xml"/>
  <Override PartName="/ppt/slideLayouts/slideLayout2246.xml" ContentType="application/vnd.openxmlformats-officedocument.presentationml.slideLayout+xml"/>
  <Override PartName="/ppt/slideLayouts/slideLayout1953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2743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3250.xml" ContentType="application/vnd.openxmlformats-officedocument.presentationml.slideLayout+xml"/>
  <Override PartName="/ppt/slideLayouts/slideLayout2245.xml" ContentType="application/vnd.openxmlformats-officedocument.presentationml.slideLayout+xml"/>
  <Override PartName="/ppt/slideLayouts/slideLayout1952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2742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2244.xml" ContentType="application/vnd.openxmlformats-officedocument.presentationml.slideLayout+xml"/>
  <Override PartName="/ppt/slideLayouts/slideLayout1951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2741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2243.xml" ContentType="application/vnd.openxmlformats-officedocument.presentationml.slideLayout+xml"/>
  <Override PartName="/ppt/slideLayouts/slideLayout1950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2740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1573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3244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572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3243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2037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2036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2035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2027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2026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2025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2639.xml" ContentType="application/vnd.openxmlformats-officedocument.presentationml.slideLayout+xml"/>
  <Override PartName="/ppt/slideLayouts/slideLayout2017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2016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2015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2629.xml" ContentType="application/vnd.openxmlformats-officedocument.presentationml.slideLayout+xml"/>
  <Override PartName="/ppt/slideLayouts/slideLayout2099.xml" ContentType="application/vnd.openxmlformats-officedocument.presentationml.slideLayout+xml"/>
  <Override PartName="/ppt/slideLayouts/slideLayout2007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2098.xml" ContentType="application/vnd.openxmlformats-officedocument.presentationml.slideLayout+xml"/>
  <Override PartName="/ppt/slideLayouts/slideLayout2006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2097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2005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2619.xml" ContentType="application/vnd.openxmlformats-officedocument.presentationml.slideLayout+xml"/>
  <Override PartName="/ppt/slideLayouts/slideLayout2089.xml" ContentType="application/vnd.openxmlformats-officedocument.presentationml.slideLayout+xml"/>
  <Override PartName="/ppt/slideLayouts/slideLayout1796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2088.xml" ContentType="application/vnd.openxmlformats-officedocument.presentationml.slideLayout+xml"/>
  <Override PartName="/ppt/slideLayouts/slideLayout1795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2087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1794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2609.xml" ContentType="application/vnd.openxmlformats-officedocument.presentationml.slideLayout+xml"/>
  <Override PartName="/ppt/slideLayouts/slideLayout2079.xml" ContentType="application/vnd.openxmlformats-officedocument.presentationml.slideLayout+xml"/>
  <Override PartName="/ppt/slideLayouts/slideLayout1786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2078.xml" ContentType="application/vnd.openxmlformats-officedocument.presentationml.slideLayout+xml"/>
  <Override PartName="/ppt/slideLayouts/slideLayout1785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194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2077.xml" ContentType="application/vnd.openxmlformats-officedocument.presentationml.slideLayout+xml"/>
  <Override PartName="/ppt/slideLayouts/slideLayout1784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2069.xml" ContentType="application/vnd.openxmlformats-officedocument.presentationml.slideLayout+xml"/>
  <Override PartName="/ppt/slideLayouts/slideLayout1776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2068.xml" ContentType="application/vnd.openxmlformats-officedocument.presentationml.slideLayout+xml"/>
  <Override PartName="/ppt/slideLayouts/slideLayout1775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193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2067.xml" ContentType="application/vnd.openxmlformats-officedocument.presentationml.slideLayout+xml"/>
  <Override PartName="/ppt/slideLayouts/slideLayout1774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3176.xml" ContentType="application/vnd.openxmlformats-officedocument.presentationml.slideLayout+xml"/>
  <Override PartName="/ppt/slideLayouts/slideLayout1878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2668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3175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3174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3173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3172.xml" ContentType="application/vnd.openxmlformats-officedocument.presentationml.slideLayout+xml"/>
  <Override PartName="/ppt/slideLayouts/slideLayout2167.xml" ContentType="application/vnd.openxmlformats-officedocument.presentationml.slideLayout+xml"/>
  <Override PartName="/ppt/slideLayouts/slideLayout1874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3008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2664.xml" ContentType="application/vnd.openxmlformats-officedocument.presentationml.slideLayout+xml"/>
  <Override PartName="/ppt/slideLayouts/slideLayout2166.xml" ContentType="application/vnd.openxmlformats-officedocument.presentationml.slideLayout+xml"/>
  <Override PartName="/ppt/slideLayouts/slideLayout1873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2663.xml" ContentType="application/vnd.openxmlformats-officedocument.presentationml.slideLayout+xml"/>
  <Override PartName="/ppt/slideLayouts/slideLayout2165.xml" ContentType="application/vnd.openxmlformats-officedocument.presentationml.slideLayout+xml"/>
  <Override PartName="/ppt/slideLayouts/slideLayout1872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2662.xml" ContentType="application/vnd.openxmlformats-officedocument.presentationml.slideLayout+xml"/>
  <Override PartName="/ppt/slideLayouts/slideLayout2164.xml" ContentType="application/vnd.openxmlformats-officedocument.presentationml.slideLayout+xml"/>
  <Override PartName="/ppt/slideLayouts/slideLayout1871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2661.xml" ContentType="application/vnd.openxmlformats-officedocument.presentationml.slideLayout+xml"/>
  <Override PartName="/ppt/slideLayouts/slideLayout2163.xml" ContentType="application/vnd.openxmlformats-officedocument.presentationml.slideLayout+xml"/>
  <Override PartName="/ppt/slideLayouts/slideLayout1870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2660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3166.xml" ContentType="application/vnd.openxmlformats-officedocument.presentationml.slideLayout+xml"/>
  <Override PartName="/ppt/slideLayouts/slideLayout1868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2658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3165.xml" ContentType="application/vnd.openxmlformats-officedocument.presentationml.slideLayout+xml"/>
  <Override PartName="/ppt/slideLayouts/slideLayout1867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2657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3164.xml" ContentType="application/vnd.openxmlformats-officedocument.presentationml.slideLayout+xml"/>
  <Override PartName="/ppt/slideLayouts/slideLayout2159.xml" ContentType="application/vnd.openxmlformats-officedocument.presentationml.slideLayout+xml"/>
  <Override PartName="/ppt/slideLayouts/slideLayout1866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2656.xml" ContentType="application/vnd.openxmlformats-officedocument.presentationml.slideLayout+xml"/>
  <Override PartName="/ppt/slideLayouts/slideLayout2369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1354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1355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1365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slideLayouts/slideLayout1368.xml" ContentType="application/vnd.openxmlformats-officedocument.presentationml.slideLayout+xml"/>
  <Override PartName="/ppt/slideLayouts/slideLayout190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1374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slideLayouts/slideLayout3618.xml" ContentType="application/vnd.openxmlformats-officedocument.presentationml.slideLayout+xml"/>
  <Override PartName="/ppt/slideLayouts/slideLayout2567.xml" ContentType="application/vnd.openxmlformats-officedocument.presentationml.slideLayout+xml"/>
  <Override PartName="/ppt/slideLayouts/slideLayout1425.xml" ContentType="application/vnd.openxmlformats-officedocument.presentationml.slideLayout+xml"/>
  <Override PartName="/ppt/slideLayouts/slideLayout3619.xml" ContentType="application/vnd.openxmlformats-officedocument.presentationml.slideLayout+xml"/>
  <Override PartName="/ppt/slideLayouts/slideLayout2568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3628.xml" ContentType="application/vnd.openxmlformats-officedocument.presentationml.slideLayout+xml"/>
  <Override PartName="/ppt/slideLayouts/slideLayout2577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3629.xml" ContentType="application/vnd.openxmlformats-officedocument.presentationml.slideLayout+xml"/>
  <Override PartName="/ppt/slideLayouts/slideLayout2578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160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3161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2587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3181.xml" ContentType="application/vnd.openxmlformats-officedocument.presentationml.slideLayout+xml"/>
  <Override PartName="/ppt/slideLayouts/slideLayout2891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3185.xml" ContentType="application/vnd.openxmlformats-officedocument.presentationml.slideLayout+xml"/>
  <Override PartName="/ppt/slideLayouts/slideLayout2892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170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3171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2506.xml" ContentType="application/vnd.openxmlformats-officedocument.presentationml.slideLayout+xml"/>
  <Override PartName="/ppt/slideLayouts/slideLayout2598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3192.xml" ContentType="application/vnd.openxmlformats-officedocument.presentationml.slideLayout+xml"/>
  <Override PartName="/ppt/slideLayouts/slideLayout2507.xml" ContentType="application/vnd.openxmlformats-officedocument.presentationml.slideLayout+xml"/>
  <Override PartName="/ppt/slideLayouts/slideLayout2599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3193.xml" ContentType="application/vnd.openxmlformats-officedocument.presentationml.slideLayout+xml"/>
  <Override PartName="/ppt/slideLayouts/slideLayout2508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3194.xml" ContentType="application/vnd.openxmlformats-officedocument.presentationml.slideLayout+xml"/>
  <Override PartName="/ppt/slideLayouts/slideLayout1458.xml" ContentType="application/vnd.openxmlformats-officedocument.presentationml.slideLayout+xml"/>
  <Override PartName="/ppt/slideLayouts/slideLayout2509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3195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2515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2516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2517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2518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2519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2525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2526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2527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2528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2529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2535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2536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2537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2538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2539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2545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2546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2547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2548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2549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975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1869.xml" ContentType="application/vnd.openxmlformats-officedocument.presentationml.slideLayout+xml"/>
  <Override PartName="/ppt/slideLayouts/slideLayout2173.xml" ContentType="application/vnd.openxmlformats-officedocument.presentationml.slideLayout+xml"/>
  <Override PartName="/ppt/slideLayouts/slideLayout1880.xml" ContentType="application/vnd.openxmlformats-officedocument.presentationml.slideLayout+xml"/>
  <Override PartName="/ppt/slideLayouts/slideLayout2708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2670.xml" ContentType="application/vnd.openxmlformats-officedocument.presentationml.slideLayout+xml"/>
  <Override PartName="/ppt/slideLayouts/slideLayout2174.xml" ContentType="application/vnd.openxmlformats-officedocument.presentationml.slideLayout+xml"/>
  <Override PartName="/ppt/slideLayouts/slideLayout1881.xml" ContentType="application/vnd.openxmlformats-officedocument.presentationml.slideLayout+xml"/>
  <Override PartName="/ppt/slideLayouts/slideLayout2709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slideLayouts/slideLayout2671.xml" ContentType="application/vnd.openxmlformats-officedocument.presentationml.slideLayout+xml"/>
  <Override PartName="/ppt/slideLayouts/slideLayout2175.xml" ContentType="application/vnd.openxmlformats-officedocument.presentationml.slideLayout+xml"/>
  <Override PartName="/ppt/slideLayouts/slideLayout1882.xml" ContentType="application/vnd.openxmlformats-officedocument.presentationml.slideLayout+xml"/>
  <Override PartName="/ppt/slideLayouts/slideLayout1032.xml" ContentType="application/vnd.openxmlformats-officedocument.presentationml.slideLayout+xml"/>
  <Override PartName="/ppt/slideLayouts/slideLayout2672.xml" ContentType="application/vnd.openxmlformats-officedocument.presentationml.slideLayout+xml"/>
  <Override PartName="/ppt/slideLayouts/slideLayout2176.xml" ContentType="application/vnd.openxmlformats-officedocument.presentationml.slideLayout+xml"/>
  <Override PartName="/ppt/slideLayouts/slideLayout1883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2673.xml" ContentType="application/vnd.openxmlformats-officedocument.presentationml.slideLayout+xml"/>
  <Override PartName="/ppt/slideLayouts/slideLayout2177.xml" ContentType="application/vnd.openxmlformats-officedocument.presentationml.slideLayout+xml"/>
  <Override PartName="/ppt/slideLayouts/slideLayout1884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3571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2674.xml" ContentType="application/vnd.openxmlformats-officedocument.presentationml.slideLayout+xml"/>
  <Override PartName="/ppt/slideLayouts/slideLayout2178.xml" ContentType="application/vnd.openxmlformats-officedocument.presentationml.slideLayout+xml"/>
  <Override PartName="/ppt/slideLayouts/slideLayout1885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3572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2179.xml" ContentType="application/vnd.openxmlformats-officedocument.presentationml.slideLayout+xml"/>
  <Override PartName="/ppt/slideLayouts/slideLayout1886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3573.xml" ContentType="application/vnd.openxmlformats-officedocument.presentationml.slideLayout+xml"/>
  <Override PartName="/ppt/slideLayouts/slideLayout2430.xml" ContentType="application/vnd.openxmlformats-officedocument.presentationml.slideLayout+xml"/>
  <Override PartName="/ppt/slideLayouts/slideLayout2431.xml" ContentType="application/vnd.openxmlformats-officedocument.presentationml.slideLayout+xml"/>
  <Override PartName="/ppt/slideLayouts/slideLayout1887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2432.xml" ContentType="application/vnd.openxmlformats-officedocument.presentationml.slideLayout+xml"/>
  <Override PartName="/ppt/slideLayouts/slideLayout1888.xml" ContentType="application/vnd.openxmlformats-officedocument.presentationml.slideLayout+xml"/>
  <Override PartName="/ppt/slideLayouts/slideLayout2183.xml" ContentType="application/vnd.openxmlformats-officedocument.presentationml.slideLayout+xml"/>
  <Override PartName="/ppt/slideLayouts/slideLayout1890.xml" ContentType="application/vnd.openxmlformats-officedocument.presentationml.slideLayout+xml"/>
  <Override PartName="/ppt/slideLayouts/slideLayout2718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2680.xml" ContentType="application/vnd.openxmlformats-officedocument.presentationml.slideLayout+xml"/>
  <Override PartName="/ppt/slideLayouts/slideLayout1891.xml" ContentType="application/vnd.openxmlformats-officedocument.presentationml.slideLayout+xml"/>
  <Override PartName="/ppt/slideLayouts/slideLayout2719.xml" ContentType="application/vnd.openxmlformats-officedocument.presentationml.slideLayout+xml"/>
  <Override PartName="/ppt/slideLayouts/slideLayout2184.xml" ContentType="application/vnd.openxmlformats-officedocument.presentationml.slideLayout+xml"/>
  <Override PartName="/ppt/slideLayouts/slideLayout270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2681.xml" ContentType="application/vnd.openxmlformats-officedocument.presentationml.slideLayout+xml"/>
  <Override PartName="/ppt/slideLayouts/slideLayout1892.xml" ContentType="application/vnd.openxmlformats-officedocument.presentationml.slideLayout+xml"/>
  <Override PartName="/ppt/slideLayouts/slideLayout2185.xml" ContentType="application/vnd.openxmlformats-officedocument.presentationml.slideLayout+xml"/>
  <Override PartName="/ppt/slideLayouts/slideLayout270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2682.xml" ContentType="application/vnd.openxmlformats-officedocument.presentationml.slideLayout+xml"/>
  <Override PartName="/ppt/slideLayouts/slideLayout1893.xml" ContentType="application/vnd.openxmlformats-officedocument.presentationml.slideLayout+xml"/>
  <Override PartName="/ppt/slideLayouts/slideLayout2186.xml" ContentType="application/vnd.openxmlformats-officedocument.presentationml.slideLayout+xml"/>
  <Override PartName="/ppt/slideLayouts/slideLayout270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2683.xml" ContentType="application/vnd.openxmlformats-officedocument.presentationml.slideLayout+xml"/>
  <Override PartName="/ppt/slideLayouts/slideLayout1894.xml" ContentType="application/vnd.openxmlformats-officedocument.presentationml.slideLayout+xml"/>
  <Override PartName="/ppt/slideLayouts/slideLayout2187.xml" ContentType="application/vnd.openxmlformats-officedocument.presentationml.slideLayout+xml"/>
  <Override PartName="/ppt/slideLayouts/slideLayout270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2684.xml" ContentType="application/vnd.openxmlformats-officedocument.presentationml.slideLayout+xml"/>
  <Override PartName="/ppt/slideLayouts/slideLayout1895.xml" ContentType="application/vnd.openxmlformats-officedocument.presentationml.slideLayout+xml"/>
  <Override PartName="/ppt/slideLayouts/slideLayout2188.xml" ContentType="application/vnd.openxmlformats-officedocument.presentationml.slideLayout+xml"/>
  <Override PartName="/ppt/slideLayouts/slideLayout270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2685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896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2189.xml" ContentType="application/vnd.openxmlformats-officedocument.presentationml.slideLayout+xml"/>
  <Override PartName="/ppt/slideLayouts/slideLayout270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2686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slideLayouts/slideLayout1545.xml" ContentType="application/vnd.openxmlformats-officedocument.presentationml.slideLayout+xml"/>
  <Override PartName="/ppt/slideLayouts/slideLayout2193.xml" ContentType="application/vnd.openxmlformats-officedocument.presentationml.slideLayout+xml"/>
  <Override PartName="/ppt/slideLayouts/slideLayout2728.xml" ContentType="application/vnd.openxmlformats-officedocument.presentationml.slideLayout+xml"/>
  <Override PartName="/ppt/slideLayouts/slideLayout2729.xml" ContentType="application/vnd.openxmlformats-officedocument.presentationml.slideLayout+xml"/>
  <Override PartName="/ppt/slideLayouts/slideLayout2194.xml" ContentType="application/vnd.openxmlformats-officedocument.presentationml.slideLayout+xml"/>
  <Override PartName="/ppt/slideLayouts/slideLayout2710.xml" ContentType="application/vnd.openxmlformats-officedocument.presentationml.slideLayout+xml"/>
  <Override PartName="/ppt/slideLayouts/slideLayout2195.xml" ContentType="application/vnd.openxmlformats-officedocument.presentationml.slideLayout+xml"/>
  <Override PartName="/ppt/slideLayouts/slideLayout2711.xml" ContentType="application/vnd.openxmlformats-officedocument.presentationml.slideLayout+xml"/>
  <Override PartName="/ppt/slideLayouts/slideLayout3182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2588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2695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2199.xml" ContentType="application/vnd.openxmlformats-officedocument.presentationml.slideLayout+xml"/>
  <Override PartName="/ppt/slideLayouts/slideLayout2715.xml" ContentType="application/vnd.openxmlformats-officedocument.presentationml.slideLayout+xml"/>
  <Override PartName="/ppt/slideLayouts/slideLayout3183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2589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2696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3184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609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2197.xml" ContentType="application/vnd.openxmlformats-officedocument.presentationml.slideLayout+xml"/>
  <Override PartName="/ppt/slideLayouts/slideLayout2713.xml" ContentType="application/vnd.openxmlformats-officedocument.presentationml.slideLayout+xml"/>
  <Override PartName="/ppt/slideLayouts/slideLayout2198.xml" ContentType="application/vnd.openxmlformats-officedocument.presentationml.slideLayout+xml"/>
  <Override PartName="/ppt/slideLayouts/slideLayout2714.xml" ContentType="application/vnd.openxmlformats-officedocument.presentationml.slideLayout+xml"/>
  <Override PartName="/ppt/slideLayouts/slideLayout3007.xml" ContentType="application/vnd.openxmlformats-officedocument.presentationml.slideLayout+xml"/>
  <Override PartName="/ppt/slideLayouts/slideLayout2814.xml" ContentType="application/vnd.openxmlformats-officedocument.presentationml.slideLayout+xml"/>
  <Override PartName="/ppt/slideLayouts/slideLayout1619.xml" ContentType="application/vnd.openxmlformats-officedocument.presentationml.slideLayout+xml"/>
  <Override PartName="/ppt/slideLayouts/slideLayout3108.xml" ContentType="application/vnd.openxmlformats-officedocument.presentationml.slideLayout+xml"/>
  <Override PartName="/ppt/slideLayouts/slideLayout2815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2824.xml" ContentType="application/vnd.openxmlformats-officedocument.presentationml.slideLayout+xml"/>
  <Override PartName="/ppt/slideLayouts/slideLayout2825.xml" ContentType="application/vnd.openxmlformats-officedocument.presentationml.slideLayout+xml"/>
  <Override PartName="/ppt/slideLayouts/slideLayout2358.xml" ContentType="application/vnd.openxmlformats-officedocument.presentationml.slideLayout+xml"/>
  <Override PartName="/ppt/slideLayouts/slideLayout2359.xml" ContentType="application/vnd.openxmlformats-officedocument.presentationml.slideLayout+xml"/>
  <Override PartName="/ppt/slideLayouts/slideLayout2360.xml" ContentType="application/vnd.openxmlformats-officedocument.presentationml.slideLayout+xml"/>
  <Override PartName="/ppt/slideLayouts/slideLayout2361.xml" ContentType="application/vnd.openxmlformats-officedocument.presentationml.slideLayout+xml"/>
  <Override PartName="/ppt/slideLayouts/slideLayout2362.xml" ContentType="application/vnd.openxmlformats-officedocument.presentationml.slideLayout+xml"/>
  <Override PartName="/ppt/slideLayouts/slideLayout2363.xml" ContentType="application/vnd.openxmlformats-officedocument.presentationml.slideLayout+xml"/>
  <Override PartName="/ppt/slideLayouts/slideLayout2364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3320.xml" ContentType="application/vnd.openxmlformats-officedocument.presentationml.slideLayout+xml"/>
  <Override PartName="/ppt/slideLayouts/slideLayout2365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2366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2367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2368.xml" ContentType="application/vnd.openxmlformats-officedocument.presentationml.slideLayout+xml"/>
  <Override PartName="/ppt/slideLayouts/slideLayout2370.xml" ContentType="application/vnd.openxmlformats-officedocument.presentationml.slideLayout+xml"/>
  <Override PartName="/ppt/slideLayouts/slideLayout2371.xml" ContentType="application/vnd.openxmlformats-officedocument.presentationml.slideLayout+xml"/>
  <Override PartName="/ppt/slideLayouts/slideLayout2906.xml" ContentType="application/vnd.openxmlformats-officedocument.presentationml.slideLayout+xml"/>
  <Override PartName="/ppt/slideLayouts/slideLayout2372.xml" ContentType="application/vnd.openxmlformats-officedocument.presentationml.slideLayout+xml"/>
  <Override PartName="/ppt/slideLayouts/slideLayout2907.xml" ContentType="application/vnd.openxmlformats-officedocument.presentationml.slideLayout+xml"/>
  <Override PartName="/ppt/slideLayouts/slideLayout2373.xml" ContentType="application/vnd.openxmlformats-officedocument.presentationml.slideLayout+xml"/>
  <Override PartName="/ppt/slideLayouts/slideLayout2908.xml" ContentType="application/vnd.openxmlformats-officedocument.presentationml.slideLayout+xml"/>
  <Override PartName="/ppt/slideLayouts/slideLayout2374.xml" ContentType="application/vnd.openxmlformats-officedocument.presentationml.slideLayout+xml"/>
  <Override PartName="/ppt/slideLayouts/slideLayout2909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3330.xml" ContentType="application/vnd.openxmlformats-officedocument.presentationml.slideLayout+xml"/>
  <Override PartName="/ppt/slideLayouts/slideLayout2375.xml" ContentType="application/vnd.openxmlformats-officedocument.presentationml.slideLayout+xml"/>
  <Override PartName="/ppt/slideLayouts/slideLayout2376.xml" ContentType="application/vnd.openxmlformats-officedocument.presentationml.slideLayout+xml"/>
  <Override PartName="/ppt/slideLayouts/slideLayout2377.xml" ContentType="application/vnd.openxmlformats-officedocument.presentationml.slideLayout+xml"/>
  <Override PartName="/ppt/slideLayouts/slideLayout2378.xml" ContentType="application/vnd.openxmlformats-officedocument.presentationml.slideLayout+xml"/>
  <Override PartName="/ppt/slideLayouts/slideLayout2379.xml" ContentType="application/vnd.openxmlformats-officedocument.presentationml.slideLayout+xml"/>
  <Override PartName="/ppt/slideLayouts/slideLayout2380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3208.xml" ContentType="application/vnd.openxmlformats-officedocument.presentationml.slideLayout+xml"/>
  <Override PartName="/ppt/slideLayouts/slideLayout2381.xml" ContentType="application/vnd.openxmlformats-officedocument.presentationml.slideLayout+xml"/>
  <Override PartName="/ppt/slideLayouts/slideLayout2916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3209.xml" ContentType="application/vnd.openxmlformats-officedocument.presentationml.slideLayout+xml"/>
  <Override PartName="/ppt/slideLayouts/slideLayout2382.xml" ContentType="application/vnd.openxmlformats-officedocument.presentationml.slideLayout+xml"/>
  <Override PartName="/ppt/slideLayouts/slideLayout2917.xml" ContentType="application/vnd.openxmlformats-officedocument.presentationml.slideLayout+xml"/>
  <Override PartName="/ppt/slideLayouts/slideLayout2383.xml" ContentType="application/vnd.openxmlformats-officedocument.presentationml.slideLayout+xml"/>
  <Override PartName="/ppt/slideLayouts/slideLayout2918.xml" ContentType="application/vnd.openxmlformats-officedocument.presentationml.slideLayout+xml"/>
  <Override PartName="/ppt/slideLayouts/slideLayout2919.xml" ContentType="application/vnd.openxmlformats-officedocument.presentationml.slideLayout+xml"/>
  <Override PartName="/ppt/slideLayouts/slideLayout1879.xml" ContentType="application/vnd.openxmlformats-officedocument.presentationml.slideLayout+xml"/>
  <Override PartName="/ppt/slideLayouts/slideLayout2384.xml" ContentType="application/vnd.openxmlformats-officedocument.presentationml.slideLayout+xml"/>
  <Override PartName="/ppt/slideLayouts/slideLayout2900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3340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2388.xml" ContentType="application/vnd.openxmlformats-officedocument.presentationml.slideLayout+xml"/>
  <Override PartName="/ppt/slideLayouts/slideLayout2904.xml" ContentType="application/vnd.openxmlformats-officedocument.presentationml.slideLayout+xml"/>
  <Override PartName="/ppt/slideLayouts/slideLayout2905.xml" ContentType="application/vnd.openxmlformats-officedocument.presentationml.slideLayout+xml"/>
  <Override PartName="/ppt/slideLayouts/slideLayout2389.xml" ContentType="application/vnd.openxmlformats-officedocument.presentationml.slideLayout+xml"/>
  <Override PartName="/ppt/slideLayouts/slideLayout2390.xml" ContentType="application/vnd.openxmlformats-officedocument.presentationml.slideLayout+xml"/>
  <Override PartName="/ppt/slideLayouts/slideLayout2925.xml" ContentType="application/vnd.openxmlformats-officedocument.presentationml.slideLayout+xml"/>
  <Override PartName="/ppt/slideLayouts/slideLayout3218.xml" ContentType="application/vnd.openxmlformats-officedocument.presentationml.slideLayout+xml"/>
  <Override PartName="/ppt/slideLayouts/slideLayout2391.xml" ContentType="application/vnd.openxmlformats-officedocument.presentationml.slideLayout+xml"/>
  <Override PartName="/ppt/slideLayouts/slideLayout2926.xml" ContentType="application/vnd.openxmlformats-officedocument.presentationml.slideLayout+xml"/>
  <Override PartName="/ppt/slideLayouts/slideLayout3219.xml" ContentType="application/vnd.openxmlformats-officedocument.presentationml.slideLayout+xml"/>
  <Override PartName="/ppt/slideLayouts/slideLayout2392.xml" ContentType="application/vnd.openxmlformats-officedocument.presentationml.slideLayout+xml"/>
  <Override PartName="/ppt/slideLayouts/slideLayout2927.xml" ContentType="application/vnd.openxmlformats-officedocument.presentationml.slideLayout+xml"/>
  <Override PartName="/ppt/slideLayouts/slideLayout2393.xml" ContentType="application/vnd.openxmlformats-officedocument.presentationml.slideLayout+xml"/>
  <Override PartName="/ppt/slideLayouts/slideLayout2928.xml" ContentType="application/vnd.openxmlformats-officedocument.presentationml.slideLayout+xml"/>
  <Override PartName="/ppt/slideLayouts/slideLayout2929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3576.xml" ContentType="application/vnd.openxmlformats-officedocument.presentationml.slideLayout+xml"/>
  <Override PartName="/ppt/slideLayouts/slideLayout2433.xml" ContentType="application/vnd.openxmlformats-officedocument.presentationml.slideLayout+xml"/>
  <Override PartName="/ppt/slideLayouts/slideLayout2394.xml" ContentType="application/vnd.openxmlformats-officedocument.presentationml.slideLayout+xml"/>
  <Override PartName="/ppt/slideLayouts/slideLayout2910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398.xml" ContentType="application/vnd.openxmlformats-officedocument.presentationml.slideLayout+xml"/>
  <Override PartName="/ppt/slideLayouts/slideLayout2914.xml" ContentType="application/vnd.openxmlformats-officedocument.presentationml.slideLayout+xml"/>
  <Override PartName="/ppt/slideLayouts/slideLayout3207.xml" ContentType="application/vnd.openxmlformats-officedocument.presentationml.slideLayout+xml"/>
  <Override PartName="/ppt/slideLayouts/slideLayout2915.xml" ContentType="application/vnd.openxmlformats-officedocument.presentationml.slideLayout+xml"/>
  <Override PartName="/ppt/slideLayouts/slideLayout2399.xml" ContentType="application/vnd.openxmlformats-officedocument.presentationml.slideLayout+xml"/>
  <Override PartName="/ppt/slideLayouts/slideLayout2400.xml" ContentType="application/vnd.openxmlformats-officedocument.presentationml.slideLayout+xml"/>
  <Override PartName="/ppt/slideLayouts/slideLayout2410.xml" ContentType="application/vnd.openxmlformats-officedocument.presentationml.slideLayout+xml"/>
  <Override PartName="/ppt/slideLayouts/slideLayout2422.xml" ContentType="application/vnd.openxmlformats-officedocument.presentationml.slideLayout+xml"/>
  <Override PartName="/ppt/slideLayouts/slideLayout2423.xml" ContentType="application/vnd.openxmlformats-officedocument.presentationml.slideLayout+xml"/>
  <Override PartName="/ppt/slideLayouts/slideLayout2424.xml" ContentType="application/vnd.openxmlformats-officedocument.presentationml.slideLayout+xml"/>
  <Override PartName="/ppt/slideLayouts/slideLayout3567.xml" ContentType="application/vnd.openxmlformats-officedocument.presentationml.slideLayout+xml"/>
  <Override PartName="/ppt/slideLayouts/slideLayout2425.xml" ContentType="application/vnd.openxmlformats-officedocument.presentationml.slideLayout+xml"/>
  <Override PartName="/ppt/slideLayouts/slideLayout3568.xml" ContentType="application/vnd.openxmlformats-officedocument.presentationml.slideLayout+xml"/>
  <Override PartName="/ppt/slideLayouts/slideLayout2426.xml" ContentType="application/vnd.openxmlformats-officedocument.presentationml.slideLayout+xml"/>
  <Override PartName="/ppt/slideLayouts/slideLayout3569.xml" ContentType="application/vnd.openxmlformats-officedocument.presentationml.slideLayout+xml"/>
  <Override PartName="/ppt/slideLayouts/slideLayout2427.xml" ContentType="application/vnd.openxmlformats-officedocument.presentationml.slideLayout+xml"/>
  <Override PartName="/ppt/slideLayouts/slideLayout2428.xml" ContentType="application/vnd.openxmlformats-officedocument.presentationml.slideLayout+xml"/>
  <Override PartName="/ppt/slideLayouts/slideLayout2429.xml" ContentType="application/vnd.openxmlformats-officedocument.presentationml.slideLayout+xml"/>
  <Override PartName="/ppt/slideLayouts/slideLayout2434.xml" ContentType="application/vnd.openxmlformats-officedocument.presentationml.slideLayout+xml"/>
  <Override PartName="/ppt/slideLayouts/slideLayout3577.xml" ContentType="application/vnd.openxmlformats-officedocument.presentationml.slideLayout+xml"/>
  <Override PartName="/ppt/slideLayouts/slideLayout2435.xml" ContentType="application/vnd.openxmlformats-officedocument.presentationml.slideLayout+xml"/>
  <Override PartName="/ppt/slideLayouts/slideLayout3578.xml" ContentType="application/vnd.openxmlformats-officedocument.presentationml.slideLayout+xml"/>
  <Override PartName="/ppt/slideLayouts/slideLayout2436.xml" ContentType="application/vnd.openxmlformats-officedocument.presentationml.slideLayout+xml"/>
  <Override PartName="/ppt/slideLayouts/slideLayout3579.xml" ContentType="application/vnd.openxmlformats-officedocument.presentationml.slideLayout+xml"/>
  <Override PartName="/ppt/slideLayouts/slideLayout2437.xml" ContentType="application/vnd.openxmlformats-officedocument.presentationml.slideLayout+xml"/>
  <Override PartName="/ppt/slideLayouts/slideLayout2438.xml" ContentType="application/vnd.openxmlformats-officedocument.presentationml.slideLayout+xml"/>
  <Override PartName="/ppt/slideLayouts/slideLayout2439.xml" ContentType="application/vnd.openxmlformats-officedocument.presentationml.slideLayout+xml"/>
  <Override PartName="/ppt/slideLayouts/slideLayout2442.xml" ContentType="application/vnd.openxmlformats-officedocument.presentationml.slideLayout+xml"/>
  <Override PartName="/ppt/slideLayouts/slideLayout3585.xml" ContentType="application/vnd.openxmlformats-officedocument.presentationml.slideLayout+xml"/>
  <Override PartName="/ppt/slideLayouts/slideLayout2443.xml" ContentType="application/vnd.openxmlformats-officedocument.presentationml.slideLayout+xml"/>
  <Override PartName="/ppt/slideLayouts/slideLayout3586.xml" ContentType="application/vnd.openxmlformats-officedocument.presentationml.slideLayout+xml"/>
  <Override PartName="/ppt/slideLayouts/slideLayout2444.xml" ContentType="application/vnd.openxmlformats-officedocument.presentationml.slideLayout+xml"/>
  <Override PartName="/ppt/slideLayouts/slideLayout3587.xml" ContentType="application/vnd.openxmlformats-officedocument.presentationml.slideLayout+xml"/>
  <Override PartName="/ppt/slideLayouts/slideLayout2445.xml" ContentType="application/vnd.openxmlformats-officedocument.presentationml.slideLayout+xml"/>
  <Override PartName="/ppt/slideLayouts/slideLayout3588.xml" ContentType="application/vnd.openxmlformats-officedocument.presentationml.slideLayout+xml"/>
  <Override PartName="/ppt/slideLayouts/slideLayout2446.xml" ContentType="application/vnd.openxmlformats-officedocument.presentationml.slideLayout+xml"/>
  <Override PartName="/ppt/slideLayouts/slideLayout3589.xml" ContentType="application/vnd.openxmlformats-officedocument.presentationml.slideLayout+xml"/>
  <Override PartName="/ppt/slideLayouts/slideLayout2447.xml" ContentType="application/vnd.openxmlformats-officedocument.presentationml.slideLayout+xml"/>
  <Override PartName="/ppt/slideLayouts/slideLayout2448.xml" ContentType="application/vnd.openxmlformats-officedocument.presentationml.slideLayout+xml"/>
  <Override PartName="/ppt/slideLayouts/slideLayout2449.xml" ContentType="application/vnd.openxmlformats-officedocument.presentationml.slideLayout+xml"/>
  <Override PartName="/ppt/slideLayouts/slideLayout2452.xml" ContentType="application/vnd.openxmlformats-officedocument.presentationml.slideLayout+xml"/>
  <Override PartName="/ppt/slideLayouts/slideLayout3595.xml" ContentType="application/vnd.openxmlformats-officedocument.presentationml.slideLayout+xml"/>
  <Override PartName="/ppt/slideLayouts/slideLayout2453.xml" ContentType="application/vnd.openxmlformats-officedocument.presentationml.slideLayout+xml"/>
  <Override PartName="/ppt/slideLayouts/slideLayout3596.xml" ContentType="application/vnd.openxmlformats-officedocument.presentationml.slideLayout+xml"/>
  <Override PartName="/ppt/slideLayouts/slideLayout2454.xml" ContentType="application/vnd.openxmlformats-officedocument.presentationml.slideLayout+xml"/>
  <Override PartName="/ppt/slideLayouts/slideLayout3597.xml" ContentType="application/vnd.openxmlformats-officedocument.presentationml.slideLayout+xml"/>
  <Override PartName="/ppt/slideLayouts/slideLayout2455.xml" ContentType="application/vnd.openxmlformats-officedocument.presentationml.slideLayout+xml"/>
  <Override PartName="/ppt/slideLayouts/slideLayout3598.xml" ContentType="application/vnd.openxmlformats-officedocument.presentationml.slideLayout+xml"/>
  <Override PartName="/ppt/slideLayouts/slideLayout2456.xml" ContentType="application/vnd.openxmlformats-officedocument.presentationml.slideLayout+xml"/>
  <Override PartName="/ppt/slideLayouts/slideLayout3599.xml" ContentType="application/vnd.openxmlformats-officedocument.presentationml.slideLayout+xml"/>
  <Override PartName="/ppt/slideLayouts/slideLayout2457.xml" ContentType="application/vnd.openxmlformats-officedocument.presentationml.slideLayout+xml"/>
  <Override PartName="/ppt/slideLayouts/slideLayout2458.xml" ContentType="application/vnd.openxmlformats-officedocument.presentationml.slideLayout+xml"/>
  <Override PartName="/ppt/slideLayouts/slideLayout2459.xml" ContentType="application/vnd.openxmlformats-officedocument.presentationml.slideLayout+xml"/>
  <Override PartName="/ppt/slideLayouts/slideLayout2460.xml" ContentType="application/vnd.openxmlformats-officedocument.presentationml.slideLayout+xml"/>
  <Override PartName="/ppt/slideLayouts/slideLayout2461.xml" ContentType="application/vnd.openxmlformats-officedocument.presentationml.slideLayout+xml"/>
  <Override PartName="/ppt/slideLayouts/slideLayout2462.xml" ContentType="application/vnd.openxmlformats-officedocument.presentationml.slideLayout+xml"/>
  <Override PartName="/ppt/slideLayouts/slideLayout2463.xml" ContentType="application/vnd.openxmlformats-officedocument.presentationml.slideLayout+xml"/>
  <Override PartName="/ppt/slideLayouts/slideLayout2464.xml" ContentType="application/vnd.openxmlformats-officedocument.presentationml.slideLayout+xml"/>
  <Override PartName="/ppt/slideLayouts/slideLayout2465.xml" ContentType="application/vnd.openxmlformats-officedocument.presentationml.slideLayout+xml"/>
  <Override PartName="/ppt/slideLayouts/slideLayout2466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3610.xml" ContentType="application/vnd.openxmlformats-officedocument.presentationml.slideLayout+xml"/>
  <Override PartName="/ppt/slideLayouts/slideLayout2470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3611.xml" ContentType="application/vnd.openxmlformats-officedocument.presentationml.slideLayout+xml"/>
  <Override PartName="/ppt/slideLayouts/slideLayout2560.xml" ContentType="application/vnd.openxmlformats-officedocument.presentationml.slideLayout+xml"/>
  <Override PartName="/ppt/slideLayouts/slideLayout2471.xml" ContentType="application/vnd.openxmlformats-officedocument.presentationml.slideLayout+xml"/>
  <Override PartName="/ppt/slideLayouts/slideLayout2472.xml" ContentType="application/vnd.openxmlformats-officedocument.presentationml.slideLayout+xml"/>
  <Override PartName="/ppt/slideLayouts/slideLayout2473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slideLayouts/slideLayout2659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2474.xml" ContentType="application/vnd.openxmlformats-officedocument.presentationml.slideLayout+xml"/>
  <Override PartName="/ppt/slideLayouts/slideLayout2475.xml" ContentType="application/vnd.openxmlformats-officedocument.presentationml.slideLayout+xml"/>
  <Override PartName="/ppt/slideLayouts/slideLayout2476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3620.xml" ContentType="application/vnd.openxmlformats-officedocument.presentationml.slideLayout+xml"/>
  <Override PartName="/ppt/slideLayouts/slideLayout2480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3621.xml" ContentType="application/vnd.openxmlformats-officedocument.presentationml.slideLayout+xml"/>
  <Override PartName="/ppt/slideLayouts/slideLayout2570.xml" ContentType="application/vnd.openxmlformats-officedocument.presentationml.slideLayout+xml"/>
  <Override PartName="/ppt/slideLayouts/slideLayout2481.xml" ContentType="application/vnd.openxmlformats-officedocument.presentationml.slideLayout+xml"/>
  <Override PartName="/ppt/slideLayouts/slideLayout2482.xml" ContentType="application/vnd.openxmlformats-officedocument.presentationml.slideLayout+xml"/>
  <Override PartName="/ppt/slideLayouts/slideLayout2483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2669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2484.xml" ContentType="application/vnd.openxmlformats-officedocument.presentationml.slideLayout+xml"/>
  <Override PartName="/ppt/slideLayouts/slideLayout2485.xml" ContentType="application/vnd.openxmlformats-officedocument.presentationml.slideLayout+xml"/>
  <Override PartName="/ppt/slideLayouts/slideLayout2486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2959.xml" ContentType="application/vnd.openxmlformats-officedocument.presentationml.slideLayout+xml"/>
  <Override PartName="/ppt/slideLayouts/slideLayout2793.xml" ContentType="application/vnd.openxmlformats-officedocument.presentationml.slideLayout+xml"/>
  <Override PartName="/ppt/slideLayouts/slideLayout3086.xml" ContentType="application/vnd.openxmlformats-officedocument.presentationml.slideLayout+xml"/>
  <Override PartName="/ppt/slideLayouts/slideLayout853.xml" ContentType="application/vnd.openxmlformats-officedocument.presentationml.slideLayout+xml"/>
  <Override PartName="/ppt/slideLayouts/slideLayout3630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2675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2490.xml" ContentType="application/vnd.openxmlformats-officedocument.presentationml.slideLayout+xml"/>
  <Override PartName="/ppt/slideLayouts/slideLayout2968.xml" ContentType="application/vnd.openxmlformats-officedocument.presentationml.slideLayout+xml"/>
  <Override PartName="/ppt/slideLayouts/slideLayout2978.xml" ContentType="application/vnd.openxmlformats-officedocument.presentationml.slideLayout+xml"/>
  <Override PartName="/ppt/slideLayouts/slideLayout297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3038.xml" ContentType="application/vnd.openxmlformats-officedocument.presentationml.slideLayout+xml"/>
  <Override PartName="/ppt/slideLayouts/slideLayout2851.xml" ContentType="application/vnd.openxmlformats-officedocument.presentationml.slideLayout+xml"/>
  <Override PartName="/ppt/slideLayouts/slideLayout2980.xml" ContentType="application/vnd.openxmlformats-officedocument.presentationml.slideLayout+xml"/>
  <Override PartName="/ppt/slideLayouts/slideLayout2981.xml" ContentType="application/vnd.openxmlformats-officedocument.presentationml.slideLayout+xml"/>
  <Override PartName="/ppt/slideLayouts/slideLayout3507.xml" ContentType="application/vnd.openxmlformats-officedocument.presentationml.slideLayout+xml"/>
  <Override PartName="/ppt/slideLayouts/slideLayout2982.xml" ContentType="application/vnd.openxmlformats-officedocument.presentationml.slideLayout+xml"/>
  <Override PartName="/ppt/slideLayouts/slideLayout2988.xml" ContentType="application/vnd.openxmlformats-officedocument.presentationml.slideLayout+xml"/>
  <Override PartName="/ppt/slideLayouts/slideLayout2989.xml" ContentType="application/vnd.openxmlformats-officedocument.presentationml.slideLayout+xml"/>
  <Override PartName="/ppt/slideLayouts/slideLayout3575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3048.xml" ContentType="application/vnd.openxmlformats-officedocument.presentationml.slideLayout+xml"/>
  <Override PartName="/ppt/slideLayouts/slideLayout2861.xml" ContentType="application/vnd.openxmlformats-officedocument.presentationml.slideLayout+xml"/>
  <Override PartName="/ppt/slideLayouts/slideLayout2990.xml" ContentType="application/vnd.openxmlformats-officedocument.presentationml.slideLayout+xml"/>
  <Override PartName="/ppt/slideLayouts/slideLayout3283.xml" ContentType="application/vnd.openxmlformats-officedocument.presentationml.slideLayout+xml"/>
  <Override PartName="/ppt/slideLayouts/slideLayout2991.xml" ContentType="application/vnd.openxmlformats-officedocument.presentationml.slideLayout+xml"/>
  <Override PartName="/ppt/slideLayouts/slideLayout3284.xml" ContentType="application/vnd.openxmlformats-officedocument.presentationml.slideLayout+xml"/>
  <Override PartName="/ppt/slideLayouts/slideLayout3517.xml" ContentType="application/vnd.openxmlformats-officedocument.presentationml.slideLayout+xml"/>
  <Override PartName="/ppt/slideLayouts/slideLayout2924.xml" ContentType="application/vnd.openxmlformats-officedocument.presentationml.slideLayout+xml"/>
  <Override PartName="/ppt/slideLayouts/slideLayout3217.xml" ContentType="application/vnd.openxmlformats-officedocument.presentationml.slideLayout+xml"/>
  <Override PartName="/ppt/slideLayouts/slideLayout2992.xml" ContentType="application/vnd.openxmlformats-officedocument.presentationml.slideLayout+xml"/>
  <Override PartName="/ppt/slideLayouts/slideLayout3285.xml" ContentType="application/vnd.openxmlformats-officedocument.presentationml.slideLayout+xml"/>
  <Override PartName="/ppt/slideLayouts/slideLayout2998.xml" ContentType="application/vnd.openxmlformats-officedocument.presentationml.slideLayout+xml"/>
  <Override PartName="/ppt/slideLayouts/slideLayout2600.xml" ContentType="application/vnd.openxmlformats-officedocument.presentationml.slideLayout+xml"/>
  <Override PartName="/ppt/slideLayouts/slideLayout2999.xml" ContentType="application/vnd.openxmlformats-officedocument.presentationml.slideLayout+xml"/>
  <Override PartName="/ppt/slideLayouts/slideLayout2601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3058.xml" ContentType="application/vnd.openxmlformats-officedocument.presentationml.slideLayout+xml"/>
  <Override PartName="/ppt/slideLayouts/slideLayout2871.xml" ContentType="application/vnd.openxmlformats-officedocument.presentationml.slideLayout+xml"/>
  <Override PartName="/ppt/slideLayouts/slideLayout2967.xml" ContentType="application/vnd.openxmlformats-officedocument.presentationml.slideLayout+xml"/>
  <Override PartName="/ppt/slideLayouts/slideLayout3574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2569.xml" ContentType="application/vnd.openxmlformats-officedocument.presentationml.slideLayout+xml"/>
  <Override PartName="/ppt/slideLayouts/slideLayout2860.xml" ContentType="application/vnd.openxmlformats-officedocument.presentationml.slideLayout+xml"/>
  <Override PartName="/ppt/slideLayouts/slideLayout3047.xml" ContentType="application/vnd.openxmlformats-officedocument.presentationml.slideLayout+xml"/>
  <Override PartName="/ppt/slideLayouts/slideLayout1428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3049.xml" ContentType="application/vnd.openxmlformats-officedocument.presentationml.slideLayout+xml"/>
  <Override PartName="/ppt/slideLayouts/slideLayout2862.xml" ContentType="application/vnd.openxmlformats-officedocument.presentationml.slideLayout+xml"/>
  <Override PartName="/ppt/slideLayouts/slideLayout2977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2579.xml" ContentType="application/vnd.openxmlformats-officedocument.presentationml.slideLayout+xml"/>
  <Override PartName="/ppt/slideLayouts/slideLayout2870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3163.xml" ContentType="application/vnd.openxmlformats-officedocument.presentationml.slideLayout+xml"/>
  <Override PartName="/ppt/slideLayouts/slideLayout305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3059.xml" ContentType="application/vnd.openxmlformats-officedocument.presentationml.slideLayout+xml"/>
  <Override PartName="/ppt/slideLayouts/slideLayout2872.xml" ContentType="application/vnd.openxmlformats-officedocument.presentationml.slideLayout+xml"/>
  <Override PartName="/ppt/slideLayouts/slideLayout3581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2987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3069.xml" ContentType="application/vnd.openxmlformats-officedocument.presentationml.slideLayout+xml"/>
  <Override PartName="/ppt/slideLayouts/slideLayout2403.xml" ContentType="application/vnd.openxmlformats-officedocument.presentationml.slideLayout+xml"/>
  <Override PartName="/ppt/slideLayouts/slideLayout2882.xml" ContentType="application/vnd.openxmlformats-officedocument.presentationml.slideLayout+xml"/>
  <Override PartName="/ppt/slideLayouts/slideLayout3591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2997.xml" ContentType="application/vnd.openxmlformats-officedocument.presentationml.slideLayout+xml"/>
  <Override PartName="/ppt/slideLayouts/slideLayout2411.xml" ContentType="application/vnd.openxmlformats-officedocument.presentationml.slideLayout+xml"/>
  <Override PartName="/ppt/slideLayouts/slideLayout3077.xml" ContentType="application/vnd.openxmlformats-officedocument.presentationml.slideLayout+xml"/>
  <Override PartName="/ppt/slideLayouts/slideLayout2784.xml" ContentType="application/vnd.openxmlformats-officedocument.presentationml.slideLayout+xml"/>
  <Override PartName="/ppt/slideLayouts/slideLayout2786.xml" ContentType="application/vnd.openxmlformats-officedocument.presentationml.slideLayout+xml"/>
  <Override PartName="/ppt/slideLayouts/slideLayout2413.xml" ContentType="application/vnd.openxmlformats-officedocument.presentationml.slideLayout+xml"/>
  <Override PartName="/ppt/slideLayouts/slideLayout3080.xml" ContentType="application/vnd.openxmlformats-officedocument.presentationml.slideLayout+xml"/>
  <Override PartName="/ppt/slideLayouts/slideLayout3549.xml" ContentType="application/vnd.openxmlformats-officedocument.presentationml.slideLayout+xml"/>
  <Override PartName="/ppt/slideLayouts/slideLayout2406.xml" ContentType="application/vnd.openxmlformats-officedocument.presentationml.slideLayout+xml"/>
  <Override PartName="/ppt/slideLayouts/slideLayout3118.xml" ContentType="application/vnd.openxmlformats-officedocument.presentationml.slideLayout+xml"/>
  <Override PartName="/ppt/slideLayouts/slideLayout1629.xml" ContentType="application/vnd.openxmlformats-officedocument.presentationml.slideLayout+xml"/>
  <Override PartName="/ppt/slideLayouts/slideLayout2555.xml" ContentType="application/vnd.openxmlformats-officedocument.presentationml.slideLayout+xml"/>
  <Override PartName="/ppt/slideLayouts/slideLayout2556.xml" ContentType="application/vnd.openxmlformats-officedocument.presentationml.slideLayout+xml"/>
  <Override PartName="/ppt/slideLayouts/slideLayout360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2939.xml" ContentType="application/vnd.openxmlformats-officedocument.presentationml.slideLayout+xml"/>
  <Override PartName="/ppt/slideLayouts/slideLayout1338.xml" ContentType="application/vnd.openxmlformats-officedocument.presentationml.slideLayout+xml"/>
  <Override PartName="/ppt/slideLayouts/slideLayout2949.xml" ContentType="application/vnd.openxmlformats-officedocument.presentationml.slideLayout+xml"/>
  <Override PartName="/ppt/slideLayouts/slideLayout282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2783.xml" ContentType="application/vnd.openxmlformats-officedocument.presentationml.slideLayout+xml"/>
  <Override PartName="/ppt/slideLayouts/slideLayout3109.xml" ContentType="application/vnd.openxmlformats-officedocument.presentationml.slideLayout+xml"/>
  <Override PartName="/ppt/slideLayouts/slideLayout2816.xml" ContentType="application/vnd.openxmlformats-officedocument.presentationml.slideLayout+xml"/>
  <Override PartName="/ppt/slideLayouts/slideLayout2407.xml" ContentType="application/vnd.openxmlformats-officedocument.presentationml.slideLayout+xml"/>
  <Override PartName="/ppt/slideLayouts/slideLayout2886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3179.xml" ContentType="application/vnd.openxmlformats-officedocument.presentationml.slideLayout+xml"/>
  <Override PartName="/ppt/slideLayouts/slideLayout3119.xml" ContentType="application/vnd.openxmlformats-officedocument.presentationml.slideLayout+xml"/>
  <Override PartName="/ppt/slideLayouts/slideLayout2826.xml" ContentType="application/vnd.openxmlformats-officedocument.presentationml.slideLayout+xml"/>
  <Override PartName="/ppt/slideLayouts/slideLayout2417.xml" ContentType="application/vnd.openxmlformats-officedocument.presentationml.slideLayout+xml"/>
  <Override PartName="/ppt/slideLayouts/slideLayout2896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3189.xml" ContentType="application/vnd.openxmlformats-officedocument.presentationml.slideLayout+xml"/>
  <Override PartName="/ppt/slideLayouts/slideLayout3129.xml" ContentType="application/vnd.openxmlformats-officedocument.presentationml.slideLayout+xml"/>
  <Override PartName="/ppt/slideLayouts/slideLayout2836.xml" ContentType="application/vnd.openxmlformats-officedocument.presentationml.slideLayout+xml"/>
  <Override PartName="/ppt/slideLayouts/slideLayout3139.xml" ContentType="application/vnd.openxmlformats-officedocument.presentationml.slideLayout+xml"/>
  <Override PartName="/ppt/slideLayouts/slideLayout2846.xml" ContentType="application/vnd.openxmlformats-officedocument.presentationml.slideLayout+xml"/>
  <Override PartName="/ppt/slideLayouts/slideLayout3147.xml" ContentType="application/vnd.openxmlformats-officedocument.presentationml.slideLayout+xml"/>
  <Override PartName="/ppt/slideLayouts/slideLayout2854.xml" ContentType="application/vnd.openxmlformats-officedocument.presentationml.slideLayout+xml"/>
  <Override PartName="/ppt/slideLayouts/slideLayout3148.xml" ContentType="application/vnd.openxmlformats-officedocument.presentationml.slideLayout+xml"/>
  <Override PartName="/ppt/slideLayouts/slideLayout2855.xml" ContentType="application/vnd.openxmlformats-officedocument.presentationml.slideLayout+xml"/>
  <Override PartName="/ppt/slideLayouts/slideLayout3149.xml" ContentType="application/vnd.openxmlformats-officedocument.presentationml.slideLayout+xml"/>
  <Override PartName="/ppt/slideLayouts/slideLayout2856.xml" ContentType="application/vnd.openxmlformats-officedocument.presentationml.slideLayout+xml"/>
  <Override PartName="/ppt/slideLayouts/slideLayout3157.xml" ContentType="application/vnd.openxmlformats-officedocument.presentationml.slideLayout+xml"/>
  <Override PartName="/ppt/slideLayouts/slideLayout2864.xml" ContentType="application/vnd.openxmlformats-officedocument.presentationml.slideLayout+xml"/>
  <Override PartName="/ppt/slideLayouts/slideLayout3158.xml" ContentType="application/vnd.openxmlformats-officedocument.presentationml.slideLayout+xml"/>
  <Override PartName="/ppt/slideLayouts/slideLayout2865.xml" ContentType="application/vnd.openxmlformats-officedocument.presentationml.slideLayout+xml"/>
  <Override PartName="/ppt/slideLayouts/slideLayout3159.xml" ContentType="application/vnd.openxmlformats-officedocument.presentationml.slideLayout+xml"/>
  <Override PartName="/ppt/slideLayouts/slideLayout2866.xml" ContentType="application/vnd.openxmlformats-officedocument.presentationml.slideLayout+xml"/>
  <Override PartName="/ppt/slideLayouts/slideLayout3180.xml" ContentType="application/vnd.openxmlformats-officedocument.presentationml.slideLayout+xml"/>
  <Override PartName="/ppt/slideLayouts/slideLayout2934.xml" ContentType="application/vnd.openxmlformats-officedocument.presentationml.slideLayout+xml"/>
  <Override PartName="/ppt/slideLayouts/slideLayout3227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2557.xml" ContentType="application/vnd.openxmlformats-officedocument.presentationml.slideLayout+xml"/>
  <Override PartName="/ppt/slideLayouts/slideLayout3608.xml" ContentType="application/vnd.openxmlformats-officedocument.presentationml.slideLayout+xml"/>
  <Override PartName="/ppt/slideLayouts/slideLayout2984.xml" ContentType="application/vnd.openxmlformats-officedocument.presentationml.slideLayout+xml"/>
  <Override PartName="/ppt/slideLayouts/slideLayout3277.xml" ContentType="application/vnd.openxmlformats-officedocument.presentationml.slideLayout+xml"/>
  <Override PartName="/ppt/slideLayouts/slideLayout3490.xml" ContentType="application/vnd.openxmlformats-officedocument.presentationml.slideLayout+xml"/>
  <Override PartName="/ppt/slideLayouts/slideLayout2828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1777.xml" ContentType="application/vnd.openxmlformats-officedocument.presentationml.slideLayout+xml"/>
  <Override PartName="/ppt/slideLayouts/slideLayout3491.xml" ContentType="application/vnd.openxmlformats-officedocument.presentationml.slideLayout+xml"/>
  <Override PartName="/ppt/slideLayouts/slideLayout2829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1778.xml" ContentType="application/vnd.openxmlformats-officedocument.presentationml.slideLayout+xml"/>
  <Override PartName="/ppt/slideLayouts/slideLayout2932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505.xml" ContentType="application/vnd.openxmlformats-officedocument.presentationml.slideLayout+xml"/>
  <Override PartName="/ppt/slideLayouts/slideLayout2597.xml" ContentType="application/vnd.openxmlformats-officedocument.presentationml.slideLayout+xml"/>
  <Override PartName="/ppt/slideLayouts/slideLayout3191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2487.xml" ContentType="application/vnd.openxmlformats-officedocument.presentationml.slideLayout+xml"/>
  <Override PartName="/ppt/slideLayouts/slideLayout3627.xml" ContentType="application/vnd.openxmlformats-officedocument.presentationml.slideLayout+xml"/>
  <Override PartName="/ppt/slideLayouts/slideLayout2576.xml" ContentType="application/vnd.openxmlformats-officedocument.presentationml.slideLayout+xml"/>
  <Override PartName="/ppt/slideLayouts/slideLayout2923.xml" ContentType="application/vnd.openxmlformats-officedocument.presentationml.slideLayout+xml"/>
  <Override PartName="/ppt/slideLayouts/slideLayout2633.xml" ContentType="application/vnd.openxmlformats-officedocument.presentationml.slideLayout+xml"/>
  <Override PartName="/ppt/slideLayouts/slideLayout2811.xml" ContentType="application/vnd.openxmlformats-officedocument.presentationml.slideLayout+xml"/>
  <Override PartName="/ppt/slideLayouts/slideLayout3292.xml" ContentType="application/vnd.openxmlformats-officedocument.presentationml.slideLayout+xml"/>
  <Override PartName="/ppt/slideLayouts/slideLayout1675.xml" ContentType="application/vnd.openxmlformats-officedocument.presentationml.slideLayout+xml"/>
  <Override PartName="/ppt/slideLayouts/slideLayout2875.xml" ContentType="application/vnd.openxmlformats-officedocument.presentationml.slideLayout+xml"/>
  <Override PartName="/ppt/slideLayouts/slideLayout2502.xml" ContentType="application/vnd.openxmlformats-officedocument.presentationml.slideLayout+xml"/>
  <Override PartName="/ppt/slideLayouts/slideLayout2594.xml" ContentType="application/vnd.openxmlformats-officedocument.presentationml.slideLayout+xml"/>
  <Override PartName="/ppt/slideLayouts/slideLayout3527.xml" ContentType="application/vnd.openxmlformats-officedocument.presentationml.slideLayout+xml"/>
  <Override PartName="/ppt/slideLayouts/slideLayout3592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2930.xml" ContentType="application/vnd.openxmlformats-officedocument.presentationml.slideLayout+xml"/>
  <Override PartName="/ppt/slideLayouts/slideLayout2876.xml" ContentType="application/vnd.openxmlformats-officedocument.presentationml.slideLayout+xml"/>
  <Override PartName="/ppt/slideLayouts/slideLayout2503.xml" ContentType="application/vnd.openxmlformats-officedocument.presentationml.slideLayout+xml"/>
  <Override PartName="/ppt/slideLayouts/slideLayout2595.xml" ContentType="application/vnd.openxmlformats-officedocument.presentationml.slideLayout+xml"/>
  <Override PartName="/ppt/slideLayouts/slideLayout3528.xml" ContentType="application/vnd.openxmlformats-officedocument.presentationml.slideLayout+xml"/>
  <Override PartName="/ppt/slideLayouts/slideLayout3593.xml" ContentType="application/vnd.openxmlformats-officedocument.presentationml.slideLayout+xml"/>
  <Override PartName="/ppt/slideLayouts/slideLayout2450.xml" ContentType="application/vnd.openxmlformats-officedocument.presentationml.slideLayout+xml"/>
  <Override PartName="/ppt/slideLayouts/slideLayout2500.xml" ContentType="application/vnd.openxmlformats-officedocument.presentationml.slideLayout+xml"/>
  <Override PartName="/ppt/slideLayouts/slideLayout2592.xml" ContentType="application/vnd.openxmlformats-officedocument.presentationml.slideLayout+xml"/>
  <Override PartName="/ppt/slideLayouts/slideLayout2931.xml" ContentType="application/vnd.openxmlformats-officedocument.presentationml.slideLayout+xml"/>
  <Override PartName="/ppt/slideLayouts/slideLayout1.xml" ContentType="application/vnd.openxmlformats-officedocument.presentationml.slideLayout+xml"/>
  <Override PartName="/ppt/slideLayouts/slideLayout2504.xml" ContentType="application/vnd.openxmlformats-officedocument.presentationml.slideLayout+xml"/>
  <Override PartName="/ppt/slideLayouts/slideLayout2596.xml" ContentType="application/vnd.openxmlformats-officedocument.presentationml.slideLayout+xml"/>
  <Override PartName="/ppt/slideLayouts/slideLayout3529.xml" ContentType="application/vnd.openxmlformats-officedocument.presentationml.slideLayout+xml"/>
  <Override PartName="/ppt/slideLayouts/slideLayout2697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3310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3594.xml" ContentType="application/vnd.openxmlformats-officedocument.presentationml.slideLayout+xml"/>
  <Override PartName="/ppt/slideLayouts/slideLayout2451.xml" ContentType="application/vnd.openxmlformats-officedocument.presentationml.slideLayout+xml"/>
  <Override PartName="/ppt/slideLayouts/slideLayout2874.xml" ContentType="application/vnd.openxmlformats-officedocument.presentationml.slideLayout+xml"/>
  <Override PartName="/ppt/slideLayouts/slideLayout2501.xml" ContentType="application/vnd.openxmlformats-officedocument.presentationml.slideLayout+xml"/>
  <Override PartName="/ppt/slideLayouts/slideLayout2593.xml" ContentType="application/vnd.openxmlformats-officedocument.presentationml.slideLayout+xml"/>
  <Override PartName="/ppt/slideLayouts/slideLayout3537.xml" ContentType="application/vnd.openxmlformats-officedocument.presentationml.slideLayout+xml"/>
  <Override PartName="/ppt/slideLayouts/slideLayout2933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2809.xml" ContentType="application/vnd.openxmlformats-officedocument.presentationml.slideLayout+xml"/>
  <Override PartName="/ppt/slideLayouts/slideLayout2488.xml" ContentType="application/vnd.openxmlformats-officedocument.presentationml.slideLayout+xml"/>
  <Override PartName="/ppt/slideLayouts/slideLayout2634.xml" ContentType="application/vnd.openxmlformats-officedocument.presentationml.slideLayout+xml"/>
  <Override PartName="/ppt/slideLayouts/slideLayout3547.xml" ContentType="application/vnd.openxmlformats-officedocument.presentationml.slideLayout+xml"/>
  <Override PartName="/ppt/slideLayouts/slideLayout2404.xml" ContentType="application/vnd.openxmlformats-officedocument.presentationml.slideLayout+xml"/>
  <Override PartName="/ppt/slideLayouts/slideLayout3248.xml" ContentType="application/vnd.openxmlformats-officedocument.presentationml.slideLayout+xml"/>
  <Override PartName="/ppt/slideLayouts/slideLayout2955.xml" ContentType="application/vnd.openxmlformats-officedocument.presentationml.slideLayout+xml"/>
  <Override PartName="/ppt/slideLayouts/slideLayout2553.xml" ContentType="application/vnd.openxmlformats-officedocument.presentationml.slideLayout+xml"/>
  <Override PartName="/ppt/slideLayouts/slideLayout3557.xml" ContentType="application/vnd.openxmlformats-officedocument.presentationml.slideLayout+xml"/>
  <Override PartName="/ppt/slideLayouts/slideLayout2414.xml" ContentType="application/vnd.openxmlformats-officedocument.presentationml.slideLayout+xml"/>
  <Override PartName="/ppt/slideLayouts/slideLayout3082.xml" ContentType="application/vnd.openxmlformats-officedocument.presentationml.slideLayout+xml"/>
  <Override PartName="/ppt/slideLayouts/slideLayout3558.xml" ContentType="application/vnd.openxmlformats-officedocument.presentationml.slideLayout+xml"/>
  <Override PartName="/ppt/slideLayouts/slideLayout2415.xml" ContentType="application/vnd.openxmlformats-officedocument.presentationml.slideLayout+xml"/>
  <Override PartName="/ppt/slideLayouts/slideLayout3559.xml" ContentType="application/vnd.openxmlformats-officedocument.presentationml.slideLayout+xml"/>
  <Override PartName="/ppt/slideLayouts/slideLayout2416.xml" ContentType="application/vnd.openxmlformats-officedocument.presentationml.slideLayout+xml"/>
  <Override PartName="/ppt/slideLayouts/slideLayout3090.xml" ContentType="application/vnd.openxmlformats-officedocument.presentationml.slideLayout+xml"/>
  <Override PartName="/ppt/slideLayouts/slideLayout2565.xml" ContentType="application/vnd.openxmlformats-officedocument.presentationml.slideLayout+xml"/>
  <Override PartName="/ppt/slideLayouts/slideLayout2385.xml" ContentType="application/vnd.openxmlformats-officedocument.presentationml.slideLayout+xml"/>
  <Override PartName="/ppt/slideLayouts/slideLayout2901.xml" ContentType="application/vnd.openxmlformats-officedocument.presentationml.slideLayout+xml"/>
  <Override PartName="/ppt/slideLayouts/slideLayout2739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2386.xml" ContentType="application/vnd.openxmlformats-officedocument.presentationml.slideLayout+xml"/>
  <Override PartName="/ppt/slideLayouts/slideLayout2902.xml" ContentType="application/vnd.openxmlformats-officedocument.presentationml.slideLayout+xml"/>
  <Override PartName="/ppt/slideLayouts/slideLayout2387.xml" ContentType="application/vnd.openxmlformats-officedocument.presentationml.slideLayout+xml"/>
  <Override PartName="/ppt/slideLayouts/slideLayout2903.xml" ContentType="application/vnd.openxmlformats-officedocument.presentationml.slideLayout+xml"/>
  <Override PartName="/ppt/slideLayouts/slideLayout2467.xml" ContentType="application/vnd.openxmlformats-officedocument.presentationml.slideLayout+xml"/>
  <Override PartName="/ppt/slideLayouts/slideLayout2575.xml" ContentType="application/vnd.openxmlformats-officedocument.presentationml.slideLayout+xml"/>
  <Override PartName="/ppt/slideLayouts/slideLayout2395.xml" ContentType="application/vnd.openxmlformats-officedocument.presentationml.slideLayout+xml"/>
  <Override PartName="/ppt/slideLayouts/slideLayout2911.xml" ContentType="application/vnd.openxmlformats-officedocument.presentationml.slideLayout+xml"/>
  <Override PartName="/ppt/slideLayouts/slideLayout2621.xml" ContentType="application/vnd.openxmlformats-officedocument.presentationml.slideLayout+xml"/>
  <Override PartName="/ppt/slideLayouts/slideLayout3583.xml" ContentType="application/vnd.openxmlformats-officedocument.presentationml.slideLayout+xml"/>
  <Override PartName="/ppt/slideLayouts/slideLayout2440.xml" ContentType="application/vnd.openxmlformats-officedocument.presentationml.slideLayout+xml"/>
  <Override PartName="/ppt/slideLayouts/slideLayout2396.xml" ContentType="application/vnd.openxmlformats-officedocument.presentationml.slideLayout+xml"/>
  <Override PartName="/ppt/slideLayouts/slideLayout2912.xml" ContentType="application/vnd.openxmlformats-officedocument.presentationml.slideLayout+xml"/>
  <Override PartName="/ppt/slideLayouts/slideLayout2622.xml" ContentType="application/vnd.openxmlformats-officedocument.presentationml.slideLayout+xml"/>
  <Override PartName="/ppt/slideLayouts/slideLayout2940.xml" ContentType="application/vnd.openxmlformats-officedocument.presentationml.slideLayout+xml"/>
  <Override PartName="/ppt/slideLayouts/slideLayout2687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897.xml" ContentType="application/vnd.openxmlformats-officedocument.presentationml.slideLayout+xml"/>
  <Override PartName="/ppt/slideLayouts/slideLayout3300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3584.xml" ContentType="application/vnd.openxmlformats-officedocument.presentationml.slideLayout+xml"/>
  <Override PartName="/ppt/slideLayouts/slideLayout2441.xml" ContentType="application/vnd.openxmlformats-officedocument.presentationml.slideLayout+xml"/>
  <Override PartName="/ppt/slideLayouts/slideLayout2397.xml" ContentType="application/vnd.openxmlformats-officedocument.presentationml.slideLayout+xml"/>
  <Override PartName="/ppt/slideLayouts/slideLayout2913.xml" ContentType="application/vnd.openxmlformats-officedocument.presentationml.slideLayout+xml"/>
  <Override PartName="/ppt/slideLayouts/slideLayout2477.xml" ContentType="application/vnd.openxmlformats-officedocument.presentationml.slideLayout+xml"/>
  <Override PartName="/ppt/slideLayouts/slideLayout3617.xml" ContentType="application/vnd.openxmlformats-officedocument.presentationml.slideLayout+xml"/>
  <Override PartName="/ppt/slideLayouts/slideLayout2566.xml" ContentType="application/vnd.openxmlformats-officedocument.presentationml.slideLayout+xml"/>
  <Override PartName="/ppt/slideLayouts/slideLayout2623.xml" ContentType="application/vnd.openxmlformats-officedocument.presentationml.slideLayout+xml"/>
  <Override PartName="/ppt/slideLayouts/slideLayout3151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2585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3636.xml" ContentType="application/vnd.openxmlformats-officedocument.presentationml.slideLayout+xml"/>
  <Override PartName="/ppt/slideLayouts/slideLayout2418.xml" ContentType="application/vnd.openxmlformats-officedocument.presentationml.slideLayout+xml"/>
  <Override PartName="/ppt/slideLayouts/slideLayout2897.xml" ContentType="application/vnd.openxmlformats-officedocument.presentationml.slideLayout+xml"/>
  <Override PartName="/ppt/slideLayouts/slideLayout3582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2960.xml" ContentType="application/vnd.openxmlformats-officedocument.presentationml.slideLayout+xml"/>
  <Override PartName="/ppt/slideLayouts/slideLayout3494.xml" ContentType="application/vnd.openxmlformats-officedocument.presentationml.slideLayout+xml"/>
  <Override PartName="/ppt/slideLayouts/slideLayout2479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168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2583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3634.xml" ContentType="application/vnd.openxmlformats-officedocument.presentationml.slideLayout+xml"/>
  <Override PartName="/ppt/slideLayouts/slideLayout3278.xml" ContentType="application/vnd.openxmlformats-officedocument.presentationml.slideLayout+xml"/>
  <Override PartName="/ppt/slideLayouts/slideLayout2985.xml" ContentType="application/vnd.openxmlformats-officedocument.presentationml.slideLayout+xml"/>
  <Override PartName="/ppt/slideLayouts/slideLayout2625.xml" ContentType="application/vnd.openxmlformats-officedocument.presentationml.slideLayout+xml"/>
  <Override PartName="/ppt/slideLayouts/slideLayout2952.xml" ContentType="application/vnd.openxmlformats-officedocument.presentationml.slideLayout+xml"/>
  <Override PartName="/ppt/slideLayouts/slideLayout2942.xml" ContentType="application/vnd.openxmlformats-officedocument.presentationml.slideLayout+xml"/>
  <Override PartName="/ppt/slideLayouts/slideLayout2802.xml" ContentType="application/vnd.openxmlformats-officedocument.presentationml.slideLayout+xml"/>
  <Override PartName="/ppt/slideLayouts/slideLayout2920.xml" ContentType="application/vnd.openxmlformats-officedocument.presentationml.slideLayout+xml"/>
  <Override PartName="/ppt/slideLayouts/slideLayout2630.xml" ContentType="application/vnd.openxmlformats-officedocument.presentationml.slideLayout+xml"/>
  <Override PartName="/ppt/slideLayouts/slideLayout2806.xml" ContentType="application/vnd.openxmlformats-officedocument.presentationml.slideLayout+xml"/>
  <Override PartName="/ppt/slideLayouts/slideLayout3287.xml" ContentType="application/vnd.openxmlformats-officedocument.presentationml.slideLayout+xml"/>
  <Override PartName="/ppt/slideLayouts/slideLayout2994.xml" ContentType="application/vnd.openxmlformats-officedocument.presentationml.slideLayout+xml"/>
  <Override PartName="/ppt/slideLayouts/slideLayout3493.xml" ContentType="application/vnd.openxmlformats-officedocument.presentationml.slideLayout+xml"/>
  <Override PartName="/ppt/slideLayouts/slideLayout3190.xml" ContentType="application/vnd.openxmlformats-officedocument.presentationml.slideLayout+xml"/>
  <Override PartName="/ppt/slideLayouts/slideLayout2478.xml" ContentType="application/vnd.openxmlformats-officedocument.presentationml.slideLayout+xml"/>
  <Override PartName="/ppt/slideLayouts/slideLayout2624.xml" ContentType="application/vnd.openxmlformats-officedocument.presentationml.slideLayout+xml"/>
  <Override PartName="/ppt/slideLayouts/slideLayout2586.xml" ContentType="application/vnd.openxmlformats-officedocument.presentationml.slideLayout+xml"/>
  <Override PartName="/ppt/slideLayouts/slideLayout2951.xml" ContentType="application/vnd.openxmlformats-officedocument.presentationml.slideLayout+xml"/>
  <Override PartName="/ppt/slideLayouts/slideLayout2726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3019.xml" ContentType="application/vnd.openxmlformats-officedocument.presentationml.slideLayout+xml"/>
  <Override PartName="/ppt/slideLayouts/slideLayout2899.xml" ContentType="application/vnd.openxmlformats-officedocument.presentationml.slideLayout+xml"/>
  <Override PartName="/ppt/slideLayouts/slideLayout2688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898.xml" ContentType="application/vnd.openxmlformats-officedocument.presentationml.slideLayout+xml"/>
  <Override PartName="/ppt/slideLayouts/slideLayout2801.xml" ContentType="application/vnd.openxmlformats-officedocument.presentationml.slideLayout+xml"/>
  <Override PartName="/ppt/slideLayouts/slideLayout3282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3286.xml" ContentType="application/vnd.openxmlformats-officedocument.presentationml.slideLayout+xml"/>
  <Override PartName="/ppt/slideLayouts/slideLayout2993.xml" ContentType="application/vnd.openxmlformats-officedocument.presentationml.slideLayout+xml"/>
  <Override PartName="/ppt/slideLayouts/slideLayout2805.xml" ContentType="application/vnd.openxmlformats-officedocument.presentationml.slideLayout+xml"/>
  <Override PartName="/ppt/slideLayouts/slideLayout2591.xml" ContentType="application/vnd.openxmlformats-officedocument.presentationml.slideLayout+xml"/>
  <Override PartName="/ppt/slideLayouts/slideLayout3492.xml" ContentType="application/vnd.openxmlformats-officedocument.presentationml.slideLayout+xml"/>
  <Override PartName="/ppt/slideLayouts/slideLayout2922.xml" ContentType="application/vnd.openxmlformats-officedocument.presentationml.slideLayout+xml"/>
  <Override PartName="/ppt/slideLayouts/slideLayout2804.xml" ContentType="application/vnd.openxmlformats-officedocument.presentationml.slideLayout+xml"/>
  <Override PartName="/ppt/slideLayouts/slideLayout2590.xml" ContentType="application/vnd.openxmlformats-officedocument.presentationml.slideLayout+xml"/>
  <Override PartName="/ppt/slideLayouts/slideLayout2632.xml" ContentType="application/vnd.openxmlformats-officedocument.presentationml.slideLayout+xml"/>
  <Override PartName="/ppt/slideLayouts/slideLayout2950.xml" ContentType="application/vnd.openxmlformats-officedocument.presentationml.slideLayout+xml"/>
  <Override PartName="/ppt/slideLayouts/slideLayout2469.xml" ContentType="application/vnd.openxmlformats-officedocument.presentationml.slideLayout+xml"/>
  <Override PartName="/ppt/slideLayouts/slideLayout3609.xml" ContentType="application/vnd.openxmlformats-officedocument.presentationml.slideLayout+xml"/>
  <Override PartName="/ppt/slideLayouts/slideLayout2558.xml" ContentType="application/vnd.openxmlformats-officedocument.presentationml.slideLayout+xml"/>
  <Override PartName="/ppt/slideLayouts/slideLayout2573.xml" ContentType="application/vnd.openxmlformats-officedocument.presentationml.slideLayout+xml"/>
  <Override PartName="/ppt/slideLayouts/slideLayout3268.xml" ContentType="application/vnd.openxmlformats-officedocument.presentationml.slideLayout+xml"/>
  <Override PartName="/ppt/slideLayouts/slideLayout2975.xml" ContentType="application/vnd.openxmlformats-officedocument.presentationml.slideLayout+xml"/>
  <Override PartName="/ppt/slideLayouts/slideLayout2970.xml" ContentType="application/vnd.openxmlformats-officedocument.presentationml.slideLayout+xml"/>
  <Override PartName="/ppt/slideLayouts/slideLayout2489.xml" ContentType="application/vnd.openxmlformats-officedocument.presentationml.slideLayout+xml"/>
  <Override PartName="/ppt/slideLayouts/slideLayout2635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961.xml" ContentType="application/vnd.openxmlformats-officedocument.presentationml.slideLayout+xml"/>
  <Override PartName="/ppt/slideLayouts/slideLayout2736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3029.xml" ContentType="application/vnd.openxmlformats-officedocument.presentationml.slideLayout+xml"/>
  <Override PartName="/ppt/slideLayouts/slideLayout3495.xml" ContentType="application/vnd.openxmlformats-officedocument.presentationml.slideLayout+xml"/>
  <Override PartName="/ppt/slideLayouts/slideLayout2971.xml" ContentType="application/vnd.openxmlformats-officedocument.presentationml.slideLayout+xml"/>
  <Override PartName="/ppt/slideLayouts/slideLayout3437.xml" ContentType="application/vnd.openxmlformats-officedocument.presentationml.slideLayout+xml"/>
  <Override PartName="/ppt/slideLayouts/slideLayout2580.xml" ContentType="application/vnd.openxmlformats-officedocument.presentationml.slideLayout+xml"/>
  <Override PartName="/ppt/slideLayouts/slideLayout854.xml" ContentType="application/vnd.openxmlformats-officedocument.presentationml.slideLayout+xml"/>
  <Override PartName="/ppt/slideLayouts/slideLayout3631.xml" ContentType="application/vnd.openxmlformats-officedocument.presentationml.slideLayout+xml"/>
  <Override PartName="/ppt/slideLayouts/slideLayout2965.xml" ContentType="application/vnd.openxmlformats-officedocument.presentationml.slideLayout+xml"/>
  <Override PartName="/ppt/slideLayouts/slideLayout3258.xml" ContentType="application/vnd.openxmlformats-officedocument.presentationml.slideLayout+xml"/>
  <Override PartName="/ppt/slideLayouts/slideLayout3238.xml" ContentType="application/vnd.openxmlformats-officedocument.presentationml.slideLayout+xml"/>
  <Override PartName="/ppt/slideLayouts/slideLayout2945.xml" ContentType="application/vnd.openxmlformats-officedocument.presentationml.slideLayout+xml"/>
  <Override PartName="/ppt/slideLayouts/slideLayout2964.xml" ContentType="application/vnd.openxmlformats-officedocument.presentationml.slideLayout+xml"/>
  <Override PartName="/ppt/slideLayouts/slideLayout3257.xml" ContentType="application/vnd.openxmlformats-officedocument.presentationml.slideLayout+xml"/>
  <Override PartName="/ppt/slideLayouts/slideLayout3237.xml" ContentType="application/vnd.openxmlformats-officedocument.presentationml.slideLayout+xml"/>
  <Override PartName="/ppt/slideLayouts/slideLayout2944.xml" ContentType="application/vnd.openxmlformats-officedocument.presentationml.slideLayout+xml"/>
  <Override PartName="/ppt/slideLayouts/slideLayout2973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3266.xml" ContentType="application/vnd.openxmlformats-officedocument.presentationml.slideLayout+xml"/>
  <Override PartName="/ppt/slideLayouts/slideLayout3439.xml" ContentType="application/vnd.openxmlformats-officedocument.presentationml.slideLayout+xml"/>
  <Override PartName="/ppt/slideLayouts/slideLayout262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167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2582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3633.xml" ContentType="application/vnd.openxmlformats-officedocument.presentationml.slideLayout+xml"/>
  <Override PartName="/ppt/slideLayouts/slideLayout2972.xml" ContentType="application/vnd.openxmlformats-officedocument.presentationml.slideLayout+xml"/>
  <Override PartName="/ppt/slideLayouts/slideLayout3438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2581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3632.xml" ContentType="application/vnd.openxmlformats-officedocument.presentationml.slideLayout+xml"/>
  <Override PartName="/ppt/slideLayouts/slideLayout2966.xml" ContentType="application/vnd.openxmlformats-officedocument.presentationml.slideLayout+xml"/>
  <Override PartName="/ppt/slideLayouts/slideLayout3259.xml" ContentType="application/vnd.openxmlformats-officedocument.presentationml.slideLayout+xml"/>
  <Override PartName="/ppt/slideLayouts/slideLayout3107.xml" ContentType="application/vnd.openxmlformats-officedocument.presentationml.slideLayout+xml"/>
  <Override PartName="/ppt/slideLayouts/slideLayout1618.xml" ContentType="application/vnd.openxmlformats-officedocument.presentationml.slideLayout+xml"/>
  <Override PartName="/ppt/slideLayouts/slideLayout3239.xml" ContentType="application/vnd.openxmlformats-officedocument.presentationml.slideLayout+xml"/>
  <Override PartName="/ppt/slideLayouts/slideLayout2946.xml" ContentType="application/vnd.openxmlformats-officedocument.presentationml.slideLayout+xml"/>
  <Override PartName="/ppt/slideLayouts/slideLayout3548.xml" ContentType="application/vnd.openxmlformats-officedocument.presentationml.slideLayout+xml"/>
  <Override PartName="/ppt/slideLayouts/slideLayout2405.xml" ContentType="application/vnd.openxmlformats-officedocument.presentationml.slideLayout+xml"/>
  <Override PartName="/ppt/slideLayouts/slideLayout3281.xml" ContentType="application/vnd.openxmlformats-officedocument.presentationml.slideLayout+xml"/>
  <Override PartName="/ppt/slideLayouts/slideLayout2800.xml" ContentType="application/vnd.openxmlformats-officedocument.presentationml.slideLayout+xml"/>
  <Override PartName="/ppt/slideLayouts/slideLayout2921.xml" ContentType="application/vnd.openxmlformats-officedocument.presentationml.slideLayout+xml"/>
  <Override PartName="/ppt/slideLayouts/slideLayout2631.xml" ContentType="application/vnd.openxmlformats-officedocument.presentationml.slideLayout+xml"/>
  <Override PartName="/ppt/slideLayouts/slideLayout2807.xml" ContentType="application/vnd.openxmlformats-officedocument.presentationml.slideLayout+xml"/>
  <Override PartName="/ppt/slideLayouts/slideLayout3288.xml" ContentType="application/vnd.openxmlformats-officedocument.presentationml.slideLayout+xml"/>
  <Override PartName="/ppt/slideLayouts/slideLayout2995.xml" ContentType="application/vnd.openxmlformats-officedocument.presentationml.slideLayout+xml"/>
  <Override PartName="/ppt/slideLayouts/slideLayout2468.xml" ContentType="application/vnd.openxmlformats-officedocument.presentationml.slideLayout+xml"/>
  <Override PartName="/ppt/slideLayouts/slideLayout2419.xml" ContentType="application/vnd.openxmlformats-officedocument.presentationml.slideLayout+xml"/>
  <Override PartName="/ppt/slideLayouts/slideLayout2898.xml" ContentType="application/vnd.openxmlformats-officedocument.presentationml.slideLayout+xml"/>
  <Override PartName="/ppt/slideLayouts/slideLayout3539.xml" ContentType="application/vnd.openxmlformats-officedocument.presentationml.slideLayout+xml"/>
  <Override PartName="/ppt/slideLayouts/slideLayout3538.xml" ContentType="application/vnd.openxmlformats-officedocument.presentationml.slideLayout+xml"/>
  <Override PartName="/ppt/slideLayouts/slideLayout3381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2738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2935.xml" ContentType="application/vnd.openxmlformats-officedocument.presentationml.slideLayout+xml"/>
  <Override PartName="/ppt/slideLayouts/slideLayout3228.xml" ContentType="application/vnd.openxmlformats-officedocument.presentationml.slideLayout+xml"/>
  <Override PartName="/ppt/slideLayouts/slideLayout2602.xml" ContentType="application/vnd.openxmlformats-officedocument.presentationml.slideLayout+xml"/>
  <Override PartName="/ppt/slideLayouts/slideLayout3083.xml" ContentType="application/vnd.openxmlformats-officedocument.presentationml.slideLayout+xml"/>
  <Override PartName="/ppt/slideLayouts/slideLayout2790.xml" ContentType="application/vnd.openxmlformats-officedocument.presentationml.slideLayout+xml"/>
  <Override PartName="/ppt/slideLayouts/slideLayout3117.xml" ContentType="application/vnd.openxmlformats-officedocument.presentationml.slideLayout+xml"/>
  <Override PartName="/ppt/slideLayouts/slideLayout1628.xml" ContentType="application/vnd.openxmlformats-officedocument.presentationml.slideLayout+xml"/>
  <Override PartName="/ppt/slideLayouts/slideLayout2554.xml" ContentType="application/vnd.openxmlformats-officedocument.presentationml.slideLayout+xml"/>
  <Override PartName="/ppt/slideLayouts/slideLayout3249.xml" ContentType="application/vnd.openxmlformats-officedocument.presentationml.slideLayout+xml"/>
  <Override PartName="/ppt/slideLayouts/slideLayout2956.xml" ContentType="application/vnd.openxmlformats-officedocument.presentationml.slideLayout+xml"/>
  <Override PartName="/ppt/slideLayouts/slideLayout2803.xml" ContentType="application/vnd.openxmlformats-officedocument.presentationml.slideLayout+xml"/>
  <Override PartName="/ppt/slideLayouts/slideLayout3469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2326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2936.xml" ContentType="application/vnd.openxmlformats-officedocument.presentationml.slideLayout+xml"/>
  <Override PartName="/ppt/slideLayouts/slideLayout3229.xml" ContentType="application/vnd.openxmlformats-officedocument.presentationml.slideLayout+xml"/>
  <Override PartName="/ppt/slideLayouts/slideLayout2603.xml" ContentType="application/vnd.openxmlformats-officedocument.presentationml.slideLayout+xml"/>
  <Override PartName="/ppt/slideLayouts/slideLayout3084.xml" ContentType="application/vnd.openxmlformats-officedocument.presentationml.slideLayout+xml"/>
  <Override PartName="/ppt/slideLayouts/slideLayout2791.xml" ContentType="application/vnd.openxmlformats-officedocument.presentationml.slideLayout+xml"/>
  <Override PartName="/ppt/slideLayouts/slideLayout2559.xml" ContentType="application/vnd.openxmlformats-officedocument.presentationml.slideLayout+xml"/>
  <Override PartName="/ppt/slideLayouts/slideLayout3459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2316.xml" ContentType="application/vnd.openxmlformats-officedocument.presentationml.slideLayout+xml"/>
  <Override PartName="/ppt/slideLayouts/slideLayout2983.xml" ContentType="application/vnd.openxmlformats-officedocument.presentationml.slideLayout+xml"/>
  <Override PartName="/ppt/slideLayouts/slideLayout3449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2306.xml" ContentType="application/vnd.openxmlformats-officedocument.presentationml.slideLayout+xml"/>
  <Override PartName="/ppt/slideLayouts/slideLayout2963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3018.xml" ContentType="application/vnd.openxmlformats-officedocument.presentationml.slideLayout+xml"/>
  <Override PartName="/ppt/slideLayouts/slideLayout2725.xml" ContentType="application/vnd.openxmlformats-officedocument.presentationml.slideLayout+xml"/>
  <Override PartName="/ppt/slideLayouts/slideLayout2831.xml" ContentType="application/vnd.openxmlformats-officedocument.presentationml.slideLayout+xml"/>
  <Override PartName="/ppt/slideLayouts/slideLayout3497.xml" ContentType="application/vnd.openxmlformats-officedocument.presentationml.slideLayout+xml"/>
  <Override PartName="/ppt/slideLayouts/slideLayout3091.xml" ContentType="application/vnd.openxmlformats-officedocument.presentationml.slideLayout+xml"/>
  <Override PartName="/ppt/slideLayouts/slideLayout3275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2610.xml" ContentType="application/vnd.openxmlformats-officedocument.presentationml.slideLayout+xml"/>
  <Override PartName="/ppt/slideLayouts/slideLayout3267.xml" ContentType="application/vnd.openxmlformats-officedocument.presentationml.slideLayout+xml"/>
  <Override PartName="/ppt/slideLayouts/slideLayout2974.xml" ContentType="application/vnd.openxmlformats-officedocument.presentationml.slideLayout+xml"/>
  <Override PartName="/ppt/slideLayouts/slideLayout2572.xml" ContentType="application/vnd.openxmlformats-officedocument.presentationml.slideLayout+xml"/>
  <Override PartName="/ppt/slideLayouts/slideLayout2954.xml" ContentType="application/vnd.openxmlformats-officedocument.presentationml.slideLayout+xml"/>
  <Override PartName="/ppt/slideLayouts/slideLayout3247.xml" ContentType="application/vnd.openxmlformats-officedocument.presentationml.slideLayout+xml"/>
  <Override PartName="/ppt/slideLayouts/slideLayout2962.xml" ContentType="application/vnd.openxmlformats-officedocument.presentationml.slideLayout+xml"/>
  <Override PartName="/ppt/slideLayouts/slideLayout2737.xml" ContentType="application/vnd.openxmlformats-officedocument.presentationml.slideLayout+xml"/>
  <Override PartName="/ppt/slideLayouts/slideLayout2571.xml" ContentType="application/vnd.openxmlformats-officedocument.presentationml.slideLayout+xml"/>
  <Override PartName="/ppt/slideLayouts/slideLayout2953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608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2941.xml" ContentType="application/vnd.openxmlformats-officedocument.presentationml.slideLayout+xml"/>
  <Override PartName="/ppt/slideLayouts/slideLayout2196.xml" ContentType="application/vnd.openxmlformats-officedocument.presentationml.slideLayout+xml"/>
  <Override PartName="/ppt/slideLayouts/slideLayout2712.xml" ContentType="application/vnd.openxmlformats-officedocument.presentationml.slideLayout+xml"/>
  <Override PartName="/ppt/slideLayouts/slideLayout3407.xml" ContentType="application/vnd.openxmlformats-officedocument.presentationml.slideLayout+xml"/>
  <Override PartName="/ppt/slideLayouts/slideLayout2716.xml" ContentType="application/vnd.openxmlformats-officedocument.presentationml.slideLayout+xml"/>
  <Override PartName="/ppt/slideLayouts/slideLayout2550.xml" ContentType="application/vnd.openxmlformats-officedocument.presentationml.slideLayout+xml"/>
  <Override PartName="/ppt/slideLayouts/slideLayout3399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3398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3397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3396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3395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2694.xml" ContentType="application/vnd.openxmlformats-officedocument.presentationml.slideLayout+xml"/>
  <Override PartName="/ppt/slideLayouts/slideLayout3389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2693.xml" ContentType="application/vnd.openxmlformats-officedocument.presentationml.slideLayout+xml"/>
  <Override PartName="/ppt/slideLayouts/slideLayout3388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2692.xml" ContentType="application/vnd.openxmlformats-officedocument.presentationml.slideLayout+xml"/>
  <Override PartName="/ppt/slideLayouts/slideLayout3387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2691.xml" ContentType="application/vnd.openxmlformats-officedocument.presentationml.slideLayout+xml"/>
  <Override PartName="/ppt/slideLayouts/slideLayout3386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2690.xml" ContentType="application/vnd.openxmlformats-officedocument.presentationml.slideLayout+xml"/>
  <Override PartName="/ppt/slideLayouts/slideLayout3385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3384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2859.xml" ContentType="application/vnd.openxmlformats-officedocument.presentationml.slideLayout+xml"/>
  <Override PartName="/ppt/slideLayouts/slideLayout2009.xml" ContentType="application/vnd.openxmlformats-officedocument.presentationml.slideLayout+xml"/>
  <Override PartName="/ppt/slideLayouts/slideLayout3383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2858.xml" ContentType="application/vnd.openxmlformats-officedocument.presentationml.slideLayout+xml"/>
  <Override PartName="/ppt/slideLayouts/slideLayout2008.xml" ContentType="application/vnd.openxmlformats-officedocument.presentationml.slideLayout+xml"/>
  <Override PartName="/ppt/slideLayouts/slideLayout1337.xml" ContentType="application/vnd.openxmlformats-officedocument.presentationml.slideLayout+xml"/>
  <Override PartName="/ppt/slideLayouts/slideLayout2948.xml" ContentType="application/vnd.openxmlformats-officedocument.presentationml.slideLayout+xml"/>
  <Override PartName="/ppt/slideLayouts/slideLayout3079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2782.xml" ContentType="application/vnd.openxmlformats-officedocument.presentationml.slideLayout+xml"/>
  <Override PartName="/ppt/slideLayouts/slideLayout2615.xml" ContentType="application/vnd.openxmlformats-officedocument.presentationml.slideLayout+xml"/>
  <Override PartName="/ppt/slideLayouts/slideLayout3096.xml" ContentType="application/vnd.openxmlformats-officedocument.presentationml.slideLayout+xml"/>
  <Override PartName="/ppt/slideLayouts/slideLayout2808.xml" ContentType="application/vnd.openxmlformats-officedocument.presentationml.slideLayout+xml"/>
  <Override PartName="/ppt/slideLayouts/slideLayout3289.xml" ContentType="application/vnd.openxmlformats-officedocument.presentationml.slideLayout+xml"/>
  <Override PartName="/ppt/slideLayouts/slideLayout2996.xml" ContentType="application/vnd.openxmlformats-officedocument.presentationml.slideLayout+xml"/>
  <Override PartName="/ppt/slideLayouts/slideLayout2636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3382.xml" ContentType="application/vnd.openxmlformats-officedocument.presentationml.slideLayout+xml"/>
  <Override PartName="/ppt/slideLayouts/slideLayout2857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slideLayouts/slideLayout2947.xml" ContentType="application/vnd.openxmlformats-officedocument.presentationml.slideLayout+xml"/>
  <Override PartName="/ppt/slideLayouts/slideLayout2781.xml" ContentType="application/vnd.openxmlformats-officedocument.presentationml.slideLayout+xml"/>
  <Override PartName="/ppt/slideLayouts/slideLayout2840.xml" ContentType="application/vnd.openxmlformats-officedocument.presentationml.slideLayout+xml"/>
  <Override PartName="/ppt/slideLayouts/slideLayout3027.xml" ContentType="application/vnd.openxmlformats-officedocument.presentationml.slideLayout+xml"/>
  <Override PartName="/ppt/slideLayouts/slideLayout2734.xml" ContentType="application/vnd.openxmlformats-officedocument.presentationml.slideLayout+xml"/>
  <Override PartName="/ppt/slideLayouts/slideLayout2842.xml" ContentType="application/vnd.openxmlformats-officedocument.presentationml.slideLayout+xml"/>
  <Override PartName="/ppt/slideLayouts/slideLayout2614.xml" ContentType="application/vnd.openxmlformats-officedocument.presentationml.slideLayout+xml"/>
  <Override PartName="/ppt/slideLayouts/slideLayout3095.xml" ContentType="application/vnd.openxmlformats-officedocument.presentationml.slideLayout+xml"/>
  <Override PartName="/ppt/slideLayouts/slideLayout296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3028.xml" ContentType="application/vnd.openxmlformats-officedocument.presentationml.slideLayout+xml"/>
  <Override PartName="/ppt/slideLayouts/slideLayout2735.xml" ContentType="application/vnd.openxmlformats-officedocument.presentationml.slideLayout+xml"/>
  <Override PartName="/ppt/slideLayouts/slideLayout2841.xml" ContentType="application/vnd.openxmlformats-officedocument.presentationml.slideLayout+xml"/>
  <Override PartName="/ppt/slideLayouts/slideLayout3380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2612.xml" ContentType="application/vnd.openxmlformats-officedocument.presentationml.slideLayout+xml"/>
  <Override PartName="/ppt/slideLayouts/slideLayout3093.xml" ContentType="application/vnd.openxmlformats-officedocument.presentationml.slideLayout+xml"/>
  <Override PartName="/ppt/slideLayouts/slideLayout2564.xml" ContentType="application/vnd.openxmlformats-officedocument.presentationml.slideLayout+xml"/>
  <Override PartName="/ppt/slideLayouts/slideLayout2421.xml" ContentType="application/vnd.openxmlformats-officedocument.presentationml.slideLayout+xml"/>
  <Override PartName="/ppt/slideLayouts/slideLayout3087.xml" ContentType="application/vnd.openxmlformats-officedocument.presentationml.slideLayout+xml"/>
  <Override PartName="/ppt/slideLayouts/slideLayout2794.xml" ContentType="application/vnd.openxmlformats-officedocument.presentationml.slideLayout+xml"/>
  <Override PartName="/ppt/slideLayouts/slideLayout260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2958.xml" ContentType="application/vnd.openxmlformats-officedocument.presentationml.slideLayout+xml"/>
  <Override PartName="/ppt/slideLayouts/slideLayout2792.xml" ContentType="application/vnd.openxmlformats-officedocument.presentationml.slideLayout+xml"/>
  <Override PartName="/ppt/slideLayouts/slideLayout308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2957.xml" ContentType="application/vnd.openxmlformats-officedocument.presentationml.slideLayout+xml"/>
  <Override PartName="/ppt/slideLayouts/slideLayout2850.xml" ContentType="application/vnd.openxmlformats-officedocument.presentationml.slideLayout+xml"/>
  <Override PartName="/ppt/slideLayouts/slideLayout3037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3039.xml" ContentType="application/vnd.openxmlformats-officedocument.presentationml.slideLayout+xml"/>
  <Override PartName="/ppt/slideLayouts/slideLayout2852.xml" ContentType="application/vnd.openxmlformats-officedocument.presentationml.slideLayout+xml"/>
  <Override PartName="/ppt/slideLayouts/slideLayout1344.xml" ContentType="application/vnd.openxmlformats-officedocument.presentationml.slideLayout+xml"/>
  <Override PartName="/ppt/slideLayouts/slideLayout2611.xml" ContentType="application/vnd.openxmlformats-officedocument.presentationml.slideLayout+xml"/>
  <Override PartName="/ppt/slideLayouts/slideLayout3092.xml" ContentType="application/vnd.openxmlformats-officedocument.presentationml.slideLayout+xml"/>
  <Override PartName="/ppt/slideLayouts/slideLayout3276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2563.xml" ContentType="application/vnd.openxmlformats-officedocument.presentationml.slideLayout+xml"/>
  <Override PartName="/ppt/slideLayouts/slideLayout2943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2780.xml" ContentType="application/vnd.openxmlformats-officedocument.presentationml.slideLayout+xml"/>
  <Override PartName="/ppt/slideLayouts/slideLayout2613.xml" ContentType="application/vnd.openxmlformats-officedocument.presentationml.slideLayout+xml"/>
  <Override PartName="/ppt/slideLayouts/slideLayout3094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2938.xml" ContentType="application/vnd.openxmlformats-officedocument.presentationml.slideLayout+xml"/>
  <Override PartName="/ppt/slideLayouts/slideLayout3291.xml" ContentType="application/vnd.openxmlformats-officedocument.presentationml.slideLayout+xml"/>
  <Override PartName="/ppt/slideLayouts/slideLayout1674.xml" ContentType="application/vnd.openxmlformats-officedocument.presentationml.slideLayout+xml"/>
  <Override PartName="/ppt/slideLayouts/slideLayout2810.xml" ContentType="application/vnd.openxmlformats-officedocument.presentationml.slideLayout+xml"/>
  <Override PartName="/ppt/slideLayouts/slideLayout2420.xml" ContentType="application/vnd.openxmlformats-officedocument.presentationml.slideLayout+xml"/>
  <Override PartName="/ppt/slideLayouts/slideLayout2605.xml" ContentType="application/vnd.openxmlformats-officedocument.presentationml.slideLayout+xml"/>
  <Override PartName="/ppt/slideLayouts/slideLayout3150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169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2584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3635.xml" ContentType="application/vnd.openxmlformats-officedocument.presentationml.slideLayout+xml"/>
  <Override PartName="/ppt/slideLayouts/slideLayout3279.xml" ContentType="application/vnd.openxmlformats-officedocument.presentationml.slideLayout+xml"/>
  <Override PartName="/ppt/slideLayouts/slideLayout2986.xml" ContentType="application/vnd.openxmlformats-officedocument.presentationml.slideLayout+xml"/>
  <Override PartName="/ppt/slideLayouts/slideLayout2626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2937.xml" ContentType="application/vnd.openxmlformats-officedocument.presentationml.slideLayout+xml"/>
  <Override PartName="/ppt/slideLayouts/slideLayout3496.xml" ContentType="application/vnd.openxmlformats-officedocument.presentationml.slideLayout+xml"/>
  <Override PartName="/ppt/slideLayouts/slideLayout2830.xml" ContentType="application/vnd.openxmlformats-officedocument.presentationml.slideLayout+xml"/>
  <Override PartName="/ppt/slideLayouts/slideLayout3017.xml" ContentType="application/vnd.openxmlformats-officedocument.presentationml.slideLayout+xml"/>
  <Override PartName="/ppt/slideLayouts/slideLayout2724.xml" ContentType="application/vnd.openxmlformats-officedocument.presentationml.slideLayout+xml"/>
  <Override PartName="/ppt/slideLayouts/slideLayout3498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2355.xml" ContentType="application/vnd.openxmlformats-officedocument.presentationml.slideLayout+xml"/>
  <Override PartName="/ppt/slideLayouts/slideLayout2832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2676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2491.xml" ContentType="application/vnd.openxmlformats-officedocument.presentationml.slideLayout+xml"/>
  <Override PartName="/ppt/slideLayouts/slideLayout2604.xml" ContentType="application/vnd.openxmlformats-officedocument.presentationml.slideLayout+xml"/>
  <Override PartName="/ppt/slideLayouts/slideLayout2574.xml" ContentType="application/vnd.openxmlformats-officedocument.presentationml.slideLayout+xml"/>
  <Override PartName="/ppt/slideLayouts/slideLayout3269.xml" ContentType="application/vnd.openxmlformats-officedocument.presentationml.slideLayout+xml"/>
  <Override PartName="/ppt/slideLayouts/slideLayout2976.xml" ContentType="application/vnd.openxmlformats-officedocument.presentationml.slideLayout+xml"/>
  <Override PartName="/ppt/slideLayouts/slideLayout3097.xml" ContentType="application/vnd.openxmlformats-officedocument.presentationml.slideLayout+xml"/>
  <Override PartName="/ppt/slideLayouts/slideLayout2616.xml" ContentType="application/vnd.openxmlformats-officedocument.presentationml.slideLayout+xml"/>
  <Override PartName="/ppt/slideLayouts/slideLayout2820.xml" ContentType="application/vnd.openxmlformats-officedocument.presentationml.slideLayout+xml"/>
  <Override PartName="/ppt/slideLayouts/slideLayout2822.xml" ContentType="application/vnd.openxmlformats-officedocument.presentationml.slideLayout+xml"/>
  <Override PartName="/ppt/slideLayouts/slideLayout3350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2895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3188.xml" ContentType="application/vnd.openxmlformats-officedocument.presentationml.slideLayout+xml"/>
  <Override PartName="/ppt/slideLayouts/slideLayout2894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3187.xml" ContentType="application/vnd.openxmlformats-officedocument.presentationml.slideLayout+xml"/>
  <Override PartName="/ppt/slideLayouts/slideLayout2893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3186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3078.xml" ContentType="application/vnd.openxmlformats-officedocument.presentationml.slideLayout+xml"/>
  <Override PartName="/ppt/slideLayouts/slideLayout2785.xml" ContentType="application/vnd.openxmlformats-officedocument.presentationml.slideLayout+xml"/>
  <Override PartName="/ppt/slideLayouts/slideLayout2412.xml" ContentType="application/vnd.openxmlformats-officedocument.presentationml.slideLayout+xml"/>
  <Override PartName="/ppt/slideLayouts/slideLayout2889.xml" ContentType="application/vnd.openxmlformats-officedocument.presentationml.slideLayout+xml"/>
  <Override PartName="/ppt/slideLayouts/slideLayout2039.xml" ContentType="application/vnd.openxmlformats-officedocument.presentationml.slideLayout+xml"/>
  <Override PartName="/ppt/slideLayouts/slideLayout2409.xml" ContentType="application/vnd.openxmlformats-officedocument.presentationml.slideLayout+xml"/>
  <Override PartName="/ppt/slideLayouts/slideLayout2888.xml" ContentType="application/vnd.openxmlformats-officedocument.presentationml.slideLayout+xml"/>
  <Override PartName="/ppt/slideLayouts/slideLayout2038.xml" ContentType="application/vnd.openxmlformats-officedocument.presentationml.slideLayout+xml"/>
  <Override PartName="/ppt/slideLayouts/slideLayout2408.xml" ContentType="application/vnd.openxmlformats-officedocument.presentationml.slideLayout+xml"/>
  <Override PartName="/ppt/slideLayouts/slideLayout2887.xml" ContentType="application/vnd.openxmlformats-officedocument.presentationml.slideLayout+xml"/>
  <Override PartName="/ppt/slideLayouts/slideLayout2885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3178.xml" ContentType="application/vnd.openxmlformats-officedocument.presentationml.slideLayout+xml"/>
  <Override PartName="/ppt/slideLayouts/slideLayout2884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3177.xml" ContentType="application/vnd.openxmlformats-officedocument.presentationml.slideLayout+xml"/>
  <Override PartName="/ppt/slideLayouts/slideLayout2883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3068.xml" ContentType="application/vnd.openxmlformats-officedocument.presentationml.slideLayout+xml"/>
  <Override PartName="/ppt/slideLayouts/slideLayout2402.xml" ContentType="application/vnd.openxmlformats-officedocument.presentationml.slideLayout+xml"/>
  <Override PartName="/ppt/slideLayouts/slideLayout2881.xml" ContentType="application/vnd.openxmlformats-officedocument.presentationml.slideLayout+xml"/>
  <Override PartName="/ppt/slideLayouts/slideLayout2401.xml" ContentType="application/vnd.openxmlformats-officedocument.presentationml.slideLayout+xml"/>
  <Override PartName="/ppt/slideLayouts/slideLayout3067.xml" ContentType="application/vnd.openxmlformats-officedocument.presentationml.slideLayout+xml"/>
  <Override PartName="/ppt/slideLayouts/slideLayout2880.xml" ContentType="application/vnd.openxmlformats-officedocument.presentationml.slideLayout+xml"/>
  <Override PartName="/ppt/slideLayouts/slideLayout2879.xml" ContentType="application/vnd.openxmlformats-officedocument.presentationml.slideLayout+xml"/>
  <Override PartName="/ppt/slideLayouts/slideLayout2029.xml" ContentType="application/vnd.openxmlformats-officedocument.presentationml.slideLayout+xml"/>
  <Override PartName="/ppt/slideLayouts/slideLayout2878.xml" ContentType="application/vnd.openxmlformats-officedocument.presentationml.slideLayout+xml"/>
  <Override PartName="/ppt/slideLayouts/slideLayout2028.xml" ContentType="application/vnd.openxmlformats-officedocument.presentationml.slideLayout+xml"/>
  <Override PartName="/ppt/slideLayouts/slideLayout3409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2877.xml" ContentType="application/vnd.openxmlformats-officedocument.presentationml.slideLayout+xml"/>
  <Override PartName="/ppt/slideLayouts/slideLayout3408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2873.xml" ContentType="application/vnd.openxmlformats-officedocument.presentationml.slideLayout+xml"/>
  <Override PartName="/ppt/slideLayouts/slideLayout2869.xml" ContentType="application/vnd.openxmlformats-officedocument.presentationml.slideLayout+xml"/>
  <Override PartName="/ppt/slideLayouts/slideLayout2019.xml" ContentType="application/vnd.openxmlformats-officedocument.presentationml.slideLayout+xml"/>
  <Override PartName="/ppt/slideLayouts/slideLayout2868.xml" ContentType="application/vnd.openxmlformats-officedocument.presentationml.slideLayout+xml"/>
  <Override PartName="/ppt/slideLayouts/slideLayout2018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2867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2863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156.xml" ContentType="application/vnd.openxmlformats-officedocument.presentationml.slideLayout+xml"/>
  <Override PartName="/ppt/slideLayouts/slideLayout2853.xml" ContentType="application/vnd.openxmlformats-officedocument.presentationml.slideLayout+xml"/>
  <Override PartName="/ppt/slideLayouts/slideLayout3590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997.xml" ContentType="application/vnd.openxmlformats-officedocument.presentationml.slideLayout+xml"/>
  <Override PartName="/ppt/slideLayouts/slideLayout2849.xml" ContentType="application/vnd.openxmlformats-officedocument.presentationml.slideLayout+xml"/>
  <Override PartName="/ppt/slideLayouts/slideLayout1798.xml" ContentType="application/vnd.openxmlformats-officedocument.presentationml.slideLayout+xml"/>
  <Override PartName="/ppt/slideLayouts/slideLayout2848.xml" ContentType="application/vnd.openxmlformats-officedocument.presentationml.slideLayout+xml"/>
  <Override PartName="/ppt/slideLayouts/slideLayout1797.xml" ContentType="application/vnd.openxmlformats-officedocument.presentationml.slideLayout+xml"/>
  <Override PartName="/ppt/slideLayouts/slideLayout2847.xml" ContentType="application/vnd.openxmlformats-officedocument.presentationml.slideLayout+xml"/>
  <Override PartName="/ppt/slideLayouts/slideLayout2544.xml" ContentType="application/vnd.openxmlformats-officedocument.presentationml.slideLayout+xml"/>
  <Override PartName="/ppt/slideLayouts/slideLayout2543.xml" ContentType="application/vnd.openxmlformats-officedocument.presentationml.slideLayout+xml"/>
  <Override PartName="/ppt/slideLayouts/slideLayout2845.xml" ContentType="application/vnd.openxmlformats-officedocument.presentationml.slideLayout+xml"/>
  <Override PartName="/ppt/slideLayouts/slideLayout2542.xml" ContentType="application/vnd.openxmlformats-officedocument.presentationml.slideLayout+xml"/>
  <Override PartName="/ppt/slideLayouts/slideLayout2844.xml" ContentType="application/vnd.openxmlformats-officedocument.presentationml.slideLayout+xml"/>
  <Override PartName="/ppt/slideLayouts/slideLayout2541.xml" ContentType="application/vnd.openxmlformats-officedocument.presentationml.slideLayout+xml"/>
  <Override PartName="/ppt/slideLayouts/slideLayout2843.xml" ContentType="application/vnd.openxmlformats-officedocument.presentationml.slideLayout+xml"/>
  <Override PartName="/ppt/slideLayouts/slideLayout2540.xml" ContentType="application/vnd.openxmlformats-officedocument.presentationml.slideLayout+xml"/>
  <Override PartName="/ppt/slideLayouts/slideLayout3580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2839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1788.xml" ContentType="application/vnd.openxmlformats-officedocument.presentationml.slideLayout+xml"/>
  <Override PartName="/ppt/slideLayouts/slideLayout2498.xml" ContentType="application/vnd.openxmlformats-officedocument.presentationml.slideLayout+xml"/>
  <Override PartName="/ppt/slideLayouts/slideLayout2838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1787.xml" ContentType="application/vnd.openxmlformats-officedocument.presentationml.slideLayout+xml"/>
  <Override PartName="/ppt/slideLayouts/slideLayout2497.xml" ContentType="application/vnd.openxmlformats-officedocument.presentationml.slideLayout+xml"/>
  <Override PartName="/ppt/slideLayouts/slideLayout2837.xml" ContentType="application/vnd.openxmlformats-officedocument.presentationml.slideLayout+xml"/>
  <Override PartName="/ppt/slideLayouts/slideLayout2799.xml" ContentType="application/vnd.openxmlformats-officedocument.presentationml.slideLayout+xml"/>
  <Override PartName="/ppt/slideLayouts/slideLayout2534.xml" ContentType="application/vnd.openxmlformats-officedocument.presentationml.slideLayout+xml"/>
  <Override PartName="/ppt/slideLayouts/slideLayout2496.xml" ContentType="application/vnd.openxmlformats-officedocument.presentationml.slideLayout+xml"/>
  <Override PartName="/ppt/slideLayouts/slideLayout2798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3199.xml" ContentType="application/vnd.openxmlformats-officedocument.presentationml.slideLayout+xml"/>
  <Override PartName="/ppt/slideLayouts/slideLayout2533.xml" ContentType="application/vnd.openxmlformats-officedocument.presentationml.slideLayout+xml"/>
  <Override PartName="/ppt/slideLayouts/slideLayout2495.xml" ContentType="application/vnd.openxmlformats-officedocument.presentationml.slideLayout+xml"/>
  <Override PartName="/ppt/slideLayouts/slideLayout2835.xml" ContentType="application/vnd.openxmlformats-officedocument.presentationml.slideLayout+xml"/>
  <Override PartName="/ppt/slideLayouts/slideLayout2797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3198.xml" ContentType="application/vnd.openxmlformats-officedocument.presentationml.slideLayout+xml"/>
  <Override PartName="/ppt/slideLayouts/slideLayout2532.xml" ContentType="application/vnd.openxmlformats-officedocument.presentationml.slideLayout+xml"/>
  <Override PartName="/ppt/slideLayouts/slideLayout2494.xml" ContentType="application/vnd.openxmlformats-officedocument.presentationml.slideLayout+xml"/>
  <Override PartName="/ppt/slideLayouts/slideLayout2834.xml" ContentType="application/vnd.openxmlformats-officedocument.presentationml.slideLayout+xml"/>
  <Override PartName="/ppt/slideLayouts/slideLayout2796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3197.xml" ContentType="application/vnd.openxmlformats-officedocument.presentationml.slideLayout+xml"/>
  <Override PartName="/ppt/slideLayouts/slideLayout2531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2678.xml" ContentType="application/vnd.openxmlformats-officedocument.presentationml.slideLayout+xml"/>
  <Override PartName="/ppt/slideLayouts/slideLayout1535.xml" ContentType="application/vnd.openxmlformats-officedocument.presentationml.slideLayout+xml"/>
  <Override PartName="/ppt/slideLayouts/slideLayout2493.xml" ContentType="application/vnd.openxmlformats-officedocument.presentationml.slideLayout+xml"/>
  <Override PartName="/ppt/slideLayouts/slideLayout3499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2356.xml" ContentType="application/vnd.openxmlformats-officedocument.presentationml.slideLayout+xml"/>
  <Override PartName="/ppt/slideLayouts/slideLayout2833.xml" ContentType="application/vnd.openxmlformats-officedocument.presentationml.slideLayout+xml"/>
  <Override PartName="/ppt/slideLayouts/slideLayout2795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3196.xml" ContentType="application/vnd.openxmlformats-officedocument.presentationml.slideLayout+xml"/>
  <Override PartName="/ppt/slideLayouts/slideLayout2530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2677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slideLayouts/slideLayout2492.xml" ContentType="application/vnd.openxmlformats-officedocument.presentationml.slideLayout+xml"/>
  <Override PartName="/ppt/slideLayouts/slideLayout2827.xml" ContentType="application/vnd.openxmlformats-officedocument.presentationml.slideLayout+xml"/>
  <Override PartName="/ppt/slideLayouts/slideLayout2789.xml" ContentType="application/vnd.openxmlformats-officedocument.presentationml.slideLayout+xml"/>
  <Override PartName="/ppt/slideLayouts/slideLayout2524.xml" ContentType="application/vnd.openxmlformats-officedocument.presentationml.slideLayout+xml"/>
  <Override PartName="/ppt/slideLayouts/slideLayout2788.xml" ContentType="application/vnd.openxmlformats-officedocument.presentationml.slideLayout+xml"/>
  <Override PartName="/ppt/slideLayouts/slideLayout2523.xml" ContentType="application/vnd.openxmlformats-officedocument.presentationml.slideLayout+xml"/>
  <Override PartName="/ppt/slideLayouts/slideLayout2787.xml" ContentType="application/vnd.openxmlformats-officedocument.presentationml.slideLayout+xml"/>
  <Override PartName="/ppt/slideLayouts/slideLayout2522.xml" ContentType="application/vnd.openxmlformats-officedocument.presentationml.slideLayout+xml"/>
  <Override PartName="/ppt/slideLayouts/slideLayout2521.xml" ContentType="application/vnd.openxmlformats-officedocument.presentationml.slideLayout+xml"/>
  <Override PartName="/ppt/slideLayouts/slideLayout3489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2346.xml" ContentType="application/vnd.openxmlformats-officedocument.presentationml.slideLayout+xml"/>
  <Override PartName="/ppt/slideLayouts/slideLayout2823.xml" ContentType="application/vnd.openxmlformats-officedocument.presentationml.slideLayout+xml"/>
  <Override PartName="/ppt/slideLayouts/slideLayout2520.xml" ContentType="application/vnd.openxmlformats-officedocument.presentationml.slideLayout+xml"/>
  <Override PartName="/ppt/slideLayouts/slideLayout2819.xml" ContentType="application/vnd.openxmlformats-officedocument.presentationml.slideLayout+xml"/>
  <Override PartName="/ppt/slideLayouts/slideLayout3299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2818.xml" ContentType="application/vnd.openxmlformats-officedocument.presentationml.slideLayout+xml"/>
  <Override PartName="/ppt/slideLayouts/slideLayout3298.xml" ContentType="application/vnd.openxmlformats-officedocument.presentationml.slideLayout+xml"/>
  <Override PartName="/ppt/slideLayouts/slideLayout2817.xml" ContentType="application/vnd.openxmlformats-officedocument.presentationml.slideLayout+xml"/>
  <Override PartName="/ppt/slideLayouts/slideLayout2514.xml" ContentType="application/vnd.openxmlformats-officedocument.presentationml.slideLayout+xml"/>
  <Override PartName="/ppt/slideLayouts/slideLayout3297.xml" ContentType="application/vnd.openxmlformats-officedocument.presentationml.slideLayout+xml"/>
  <Override PartName="/ppt/slideLayouts/slideLayout2513.xml" ContentType="application/vnd.openxmlformats-officedocument.presentationml.slideLayout+xml"/>
  <Override PartName="/ppt/slideLayouts/slideLayout329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1679.xml" ContentType="application/vnd.openxmlformats-officedocument.presentationml.slideLayout+xml"/>
  <Override PartName="/ppt/slideLayouts/slideLayout2512.xml" ContentType="application/vnd.openxmlformats-officedocument.presentationml.slideLayout+xml"/>
  <Override PartName="/ppt/slideLayouts/slideLayout1859.xml" ContentType="application/vnd.openxmlformats-officedocument.presentationml.slideLayout+xml"/>
  <Override PartName="/ppt/slideLayouts/slideLayout329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1678.xml" ContentType="application/vnd.openxmlformats-officedocument.presentationml.slideLayout+xml"/>
  <Override PartName="/ppt/slideLayouts/slideLayout2511.xml" ContentType="application/vnd.openxmlformats-officedocument.presentationml.slideLayout+xml"/>
  <Override PartName="/ppt/slideLayouts/slideLayout329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1677.xml" ContentType="application/vnd.openxmlformats-officedocument.presentationml.slideLayout+xml"/>
  <Override PartName="/ppt/slideLayouts/slideLayout3479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2336.xml" ContentType="application/vnd.openxmlformats-officedocument.presentationml.slideLayout+xml"/>
  <Override PartName="/ppt/slideLayouts/slideLayout2813.xml" ContentType="application/vnd.openxmlformats-officedocument.presentationml.slideLayout+xml"/>
  <Override PartName="/ppt/slideLayouts/slideLayout2510.xml" ContentType="application/vnd.openxmlformats-officedocument.presentationml.slideLayout+xml"/>
  <Override PartName="/ppt/slideLayouts/slideLayout329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1676.xml" ContentType="application/vnd.openxmlformats-officedocument.presentationml.slideLayout+xml"/>
  <Override PartName="/ppt/slideLayouts/slideLayout2812.xml" ContentType="application/vnd.openxmlformats-officedocument.presentationml.slideLayout+xml"/>
  <Override PartName="/ppt/slideLayouts/slideLayout3429.xml" ContentType="application/vnd.openxmlformats-officedocument.presentationml.slideLayout+xml"/>
  <Override PartName="/ppt/slideLayouts/slideLayout3428.xml" ContentType="application/vnd.openxmlformats-officedocument.presentationml.slideLayout+xml"/>
  <Override PartName="/ppt/slideLayouts/slideLayout2733.xml" ContentType="application/vnd.openxmlformats-officedocument.presentationml.slideLayout+xml"/>
  <Override PartName="/ppt/slideLayouts/slideLayout3427.xml" ContentType="application/vnd.openxmlformats-officedocument.presentationml.slideLayout+xml"/>
  <Override PartName="/ppt/slideLayouts/slideLayout2732.xml" ContentType="application/vnd.openxmlformats-officedocument.presentationml.slideLayout+xml"/>
  <Override PartName="/ppt/slideLayouts/slideLayout2731.xml" ContentType="application/vnd.openxmlformats-officedocument.presentationml.slideLayout+xml"/>
  <Override PartName="/ppt/slideLayouts/slideLayout2730.xml" ContentType="application/vnd.openxmlformats-officedocument.presentationml.slideLayout+xml"/>
  <Override PartName="/ppt/slideLayouts/slideLayout3081.xml" ContentType="application/vnd.openxmlformats-officedocument.presentationml.slideLayout+xml"/>
  <Override PartName="/ppt/slideLayouts/slideLayout3265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2562.xml" ContentType="application/vnd.openxmlformats-officedocument.presentationml.slideLayout+xml"/>
  <Override PartName="/ppt/slideLayouts/slideLayout2727.xml" ContentType="application/vnd.openxmlformats-officedocument.presentationml.slideLayout+xml"/>
  <Override PartName="/ppt/slideLayouts/slideLayout2561.xml" ContentType="application/vnd.openxmlformats-officedocument.presentationml.slideLayout+xml"/>
  <Override PartName="/ppt/slideLayouts/slideLayout2723.xml" ContentType="application/vnd.openxmlformats-officedocument.presentationml.slideLayout+xml"/>
  <Override PartName="/ppt/slideLayouts/slideLayout3417.xml" ContentType="application/vnd.openxmlformats-officedocument.presentationml.slideLayout+xml"/>
  <Override PartName="/ppt/slideLayouts/slideLayout2722.xml" ContentType="application/vnd.openxmlformats-officedocument.presentationml.slideLayout+xml"/>
  <Override PartName="/ppt/slideLayouts/slideLayout2721.xml" ContentType="application/vnd.openxmlformats-officedocument.presentationml.slideLayout+xml"/>
  <Override PartName="/ppt/slideLayouts/slideLayout2720.xml" ContentType="application/vnd.openxmlformats-officedocument.presentationml.slideLayout+xml"/>
  <Override PartName="/ppt/slideLayouts/slideLayout2552.xml" ContentType="application/vnd.openxmlformats-officedocument.presentationml.slideLayout+xml"/>
  <Override PartName="/ppt/slideLayouts/slideLayout2717.xml" ContentType="application/vnd.openxmlformats-officedocument.presentationml.slideLayout+xml"/>
  <Override PartName="/ppt/slideLayouts/slideLayout2551.xml" ContentType="application/vnd.openxmlformats-officedocument.presentationml.slideLayout+xml"/>
  <Override PartName="/ppt/slideLayouts/slideLayout2707.xml" ContentType="application/vnd.openxmlformats-officedocument.presentationml.slideLayout+xml"/>
  <Override PartName="/ppt/slideLayouts/slideLayout2706.xml" ContentType="application/vnd.openxmlformats-officedocument.presentationml.slideLayout+xml"/>
  <Override PartName="/ppt/slideLayouts/slideLayout3290.xml" ContentType="application/vnd.openxmlformats-officedocument.presentationml.slideLayout+xml"/>
  <Override PartName="/ppt/slideLayouts/slideLayout3280.xml" ContentType="application/vnd.openxmlformats-officedocument.presentationml.slideLayout+xml"/>
  <Override PartName="/ppt/slideLayouts/slideLayout2499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3570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3566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3565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3564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3563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3562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3561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3560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2357.xml" ContentType="application/vnd.openxmlformats-officedocument.presentationml.slideLayout+xml"/>
  <Override PartName="/ppt/slideLayouts/slideLayout3556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3555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3554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3553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3552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3551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2349.xml" ContentType="application/vnd.openxmlformats-officedocument.presentationml.slideLayout+xml"/>
  <Override PartName="/ppt/slideLayouts/slideLayout1298.xml" ContentType="application/vnd.openxmlformats-officedocument.presentationml.slideLayout+xml"/>
  <Override PartName="/ppt/slideLayouts/slideLayout3379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3550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2348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slideLayouts/slideLayout3378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2347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3377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2345.xml" ContentType="application/vnd.openxmlformats-officedocument.presentationml.slideLayout+xml"/>
  <Override PartName="/ppt/slideLayouts/slideLayout3546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3545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3544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3543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3542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3541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2339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3369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3540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2338.xml" ContentType="application/vnd.openxmlformats-officedocument.presentationml.slideLayout+xml"/>
  <Override PartName="/ppt/slideLayouts/slideLayout1287.xml" ContentType="application/vnd.openxmlformats-officedocument.presentationml.slideLayout+xml"/>
  <Override PartName="/ppt/slideLayouts/slideLayout3368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2337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slideLayouts/slideLayout3367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2335.xml" ContentType="application/vnd.openxmlformats-officedocument.presentationml.slideLayout+xml"/>
  <Override PartName="/ppt/slideLayouts/slideLayout3536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3535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3534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3533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3532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3531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2329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3359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3530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2328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3358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2327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3357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2325.xml" ContentType="application/vnd.openxmlformats-officedocument.presentationml.slideLayout+xml"/>
  <Override PartName="/ppt/slideLayouts/slideLayout3526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3525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3524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3523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3522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3521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2319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3349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2298.xml" ContentType="application/vnd.openxmlformats-officedocument.presentationml.slideLayout+xml"/>
  <Override PartName="/ppt/slideLayouts/slideLayout3520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2318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3348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2297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2317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3347.xml" ContentType="application/vnd.openxmlformats-officedocument.presentationml.slideLayout+xml"/>
  <Override PartName="/ppt/slideLayouts/slideLayout2296.xml" ContentType="application/vnd.openxmlformats-officedocument.presentationml.slideLayout+xml"/>
  <Override PartName="/ppt/slideLayouts/slideLayout2749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959.xml" ContentType="application/vnd.openxmlformats-officedocument.presentationml.slideLayout+xml"/>
  <Override PartName="/ppt/slideLayouts/slideLayout3448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2305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2315.xml" ContentType="application/vnd.openxmlformats-officedocument.presentationml.slideLayout+xml"/>
  <Override PartName="/ppt/slideLayouts/slideLayout3516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3515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3514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3513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3512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3511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2309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3339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2288.xml" ContentType="application/vnd.openxmlformats-officedocument.presentationml.slideLayout+xml"/>
  <Override PartName="/ppt/slideLayouts/slideLayout3510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2308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3338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2287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2307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3337.xml" ContentType="application/vnd.openxmlformats-officedocument.presentationml.slideLayout+xml"/>
  <Override PartName="/ppt/slideLayouts/slideLayout3155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506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3154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505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3153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3504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3503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3502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496.xml" ContentType="application/vnd.openxmlformats-officedocument.presentationml.slideLayout+xml"/>
  <Override PartName="/ppt/slideLayouts/slideLayout3501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3329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2775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2278.xml" ContentType="application/vnd.openxmlformats-officedocument.presentationml.slideLayout+xml"/>
  <Override PartName="/ppt/slideLayouts/slideLayout1495.xml" ContentType="application/vnd.openxmlformats-officedocument.presentationml.slideLayout+xml"/>
  <Override PartName="/ppt/slideLayouts/slideLayout3500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3328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2774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2277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3327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2765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2268.xml" ContentType="application/vnd.openxmlformats-officedocument.presentationml.slideLayout+xml"/>
  <Override PartName="/ppt/slideLayouts/slideLayout3319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2764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2267.xml" ContentType="application/vnd.openxmlformats-officedocument.presentationml.slideLayout+xml"/>
  <Override PartName="/ppt/slideLayouts/slideLayout3318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3317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2679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88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1729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3442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3626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3441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3625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3440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3624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3623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3622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slideLayouts/slideLayout3436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3435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3434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3433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3432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3616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3431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3615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3430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3614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3613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3612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1359.xml" ContentType="application/vnd.openxmlformats-officedocument.presentationml.slideLayout+xml"/>
  <Override PartName="/ppt/slideLayouts/slideLayout3426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3425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3241.xml" ContentType="application/vnd.openxmlformats-officedocument.presentationml.slideLayout+xml"/>
  <Override PartName="/ppt/slideLayouts/slideLayout3424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3240.xml" ContentType="application/vnd.openxmlformats-officedocument.presentationml.slideLayout+xml"/>
  <Override PartName="/ppt/slideLayouts/slideLayout3423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3422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3606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3421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3605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3420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3416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3415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3231.xml" ContentType="application/vnd.openxmlformats-officedocument.presentationml.slideLayout+xml"/>
  <Override PartName="/ppt/slideLayouts/slideLayout3414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3230.xml" ContentType="application/vnd.openxmlformats-officedocument.presentationml.slideLayout+xml"/>
  <Override PartName="/ppt/slideLayouts/slideLayout3413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3412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3411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3410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2299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3406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3405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3221.xml" ContentType="application/vnd.openxmlformats-officedocument.presentationml.slideLayout+xml"/>
  <Override PartName="/ppt/slideLayouts/slideLayout3404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3220.xml" ContentType="application/vnd.openxmlformats-officedocument.presentationml.slideLayout+xml"/>
  <Override PartName="/ppt/slideLayouts/slideLayout3403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3402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3488.xml" ContentType="application/vnd.openxmlformats-officedocument.presentationml.slideLayout+xml"/>
  <Override PartName="/ppt/slideLayouts/slideLayout1999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3401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1998.xml" ContentType="application/vnd.openxmlformats-officedocument.presentationml.slideLayout+xml"/>
  <Override PartName="/ppt/slideLayouts/slideLayout348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3400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1997.xml" ContentType="application/vnd.openxmlformats-officedocument.presentationml.slideLayout+xml"/>
  <Override PartName="/ppt/slideLayouts/slideLayout3486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2289.xml" ContentType="application/vnd.openxmlformats-officedocument.presentationml.slideLayout+xml"/>
  <Override PartName="/ppt/slideLayouts/slideLayout1996.xml" ContentType="application/vnd.openxmlformats-officedocument.presentationml.slideLayout+xml"/>
  <Override PartName="/ppt/slideLayouts/slideLayout3485.xml" ContentType="application/vnd.openxmlformats-officedocument.presentationml.slideLayout+xml"/>
  <Override PartName="/ppt/slideLayouts/slideLayout1995.xml" ContentType="application/vnd.openxmlformats-officedocument.presentationml.slideLayout+xml"/>
  <Override PartName="/ppt/slideLayouts/slideLayout3484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994.xml" ContentType="application/vnd.openxmlformats-officedocument.presentationml.slideLayout+xml"/>
  <Override PartName="/ppt/slideLayouts/slideLayout3483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3211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3210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3478.xml" ContentType="application/vnd.openxmlformats-officedocument.presentationml.slideLayout+xml"/>
  <Override PartName="/ppt/slideLayouts/slideLayout1989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2779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2778.xml" ContentType="application/vnd.openxmlformats-officedocument.presentationml.slideLayout+xml"/>
  <Override PartName="/ppt/slideLayouts/slideLayout1988.xml" ContentType="application/vnd.openxmlformats-officedocument.presentationml.slideLayout+xml"/>
  <Override PartName="/ppt/slideLayouts/slideLayout3477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2777.xml" ContentType="application/vnd.openxmlformats-officedocument.presentationml.slideLayout+xml"/>
  <Override PartName="/ppt/slideLayouts/slideLayout1987.xml" ContentType="application/vnd.openxmlformats-officedocument.presentationml.slideLayout+xml"/>
  <Override PartName="/ppt/slideLayouts/slideLayout3476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2776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2279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3201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3200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3468.xml" ContentType="application/vnd.openxmlformats-officedocument.presentationml.slideLayout+xml"/>
  <Override PartName="/ppt/slideLayouts/slideLayout1979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2769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2768.xml" ContentType="application/vnd.openxmlformats-officedocument.presentationml.slideLayout+xml"/>
  <Override PartName="/ppt/slideLayouts/slideLayout1978.xml" ContentType="application/vnd.openxmlformats-officedocument.presentationml.slideLayout+xml"/>
  <Override PartName="/ppt/slideLayouts/slideLayout3467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2767.xml" ContentType="application/vnd.openxmlformats-officedocument.presentationml.slideLayout+xml"/>
  <Override PartName="/ppt/slideLayouts/slideLayout1977.xml" ContentType="application/vnd.openxmlformats-officedocument.presentationml.slideLayout+xml"/>
  <Override PartName="/ppt/slideLayouts/slideLayout3466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2766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2269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3366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3356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3355.xml" ContentType="application/vnd.openxmlformats-officedocument.presentationml.slideLayout+xml"/>
  <Override PartName="/ppt/slideLayouts/slideLayout2295.xml" ContentType="application/vnd.openxmlformats-officedocument.presentationml.slideLayout+xml"/>
  <Override PartName="/ppt/slideLayouts/slideLayout1265.xml" ContentType="application/vnd.openxmlformats-officedocument.presentationml.slideLayout+xml"/>
  <Override PartName="/ppt/slideLayouts/slideLayout3346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162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slideLayouts/slideLayout3345.xml" ContentType="application/vnd.openxmlformats-officedocument.presentationml.slideLayout+xml"/>
  <Override PartName="/ppt/slideLayouts/slideLayout229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3336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152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slideLayouts/slideLayout3335.xml" ContentType="application/vnd.openxmlformats-officedocument.presentationml.slideLayout+xml"/>
  <Override PartName="/ppt/slideLayouts/slideLayout3326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3325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3034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slideLayouts/slideLayout3033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1538.xml" ContentType="application/vnd.openxmlformats-officedocument.presentationml.slideLayout+xml"/>
  <Override PartName="/ppt/slideLayouts/slideLayout3216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3032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3394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3031.xml" ContentType="application/vnd.openxmlformats-officedocument.presentationml.slideLayout+xml"/>
  <Override PartName="/ppt/slideLayouts/slideLayout3215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3393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638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3030.xml" ContentType="application/vnd.openxmlformats-officedocument.presentationml.slideLayout+xml"/>
  <Override PartName="/ppt/slideLayouts/slideLayout3214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3392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637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3026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3016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3015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3014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3013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1518.xml" ContentType="application/vnd.openxmlformats-officedocument.presentationml.slideLayout+xml"/>
  <Override PartName="/ppt/slideLayouts/slideLayout3012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slideLayouts/slideLayout3006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3005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3004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3003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15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3002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1507.xml" ContentType="application/vnd.openxmlformats-officedocument.presentationml.slideLayout+xml"/>
  <Override PartName="/ppt/slideLayouts/slideLayout1986.xml" ContentType="application/vnd.openxmlformats-officedocument.presentationml.slideLayout+xml"/>
  <Override PartName="/ppt/slideLayouts/slideLayout3475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1985.xml" ContentType="application/vnd.openxmlformats-officedocument.presentationml.slideLayout+xml"/>
  <Override PartName="/ppt/slideLayouts/slideLayout3474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1984.xml" ContentType="application/vnd.openxmlformats-officedocument.presentationml.slideLayout+xml"/>
  <Override PartName="/ppt/slideLayouts/slideLayout3473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1976.xml" ContentType="application/vnd.openxmlformats-officedocument.presentationml.slideLayout+xml"/>
  <Override PartName="/ppt/slideLayouts/slideLayout3465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2890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1975.xml" ContentType="application/vnd.openxmlformats-officedocument.presentationml.slideLayout+xml"/>
  <Override PartName="/ppt/slideLayouts/slideLayout3464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2649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slideLayouts/slideLayout1974.xml" ContentType="application/vnd.openxmlformats-officedocument.presentationml.slideLayout+xml"/>
  <Override PartName="/ppt/slideLayouts/slideLayout3463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1877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2667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467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3419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3418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1876.xml" ContentType="application/vnd.openxmlformats-officedocument.presentationml.slideLayout+xml"/>
  <Override PartName="/ppt/slideLayouts/slideLayout2169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2666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1523.xml" ContentType="application/vnd.openxmlformats-officedocument.presentationml.slideLayout+xml"/>
  <Override PartName="/ppt/slideLayouts/slideLayout3009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1875.xml" ContentType="application/vnd.openxmlformats-officedocument.presentationml.slideLayout+xml"/>
  <Override PartName="/ppt/slideLayouts/slideLayout2168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2665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slideLayouts/slideLayout3073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1578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236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235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3063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1568.xml" ContentType="application/vnd.openxmlformats-officedocument.presentationml.slideLayout+xml"/>
  <Override PartName="/ppt/slideLayouts/slideLayout1698.xml" ContentType="application/vnd.openxmlformats-officedocument.presentationml.slideLayout+xml"/>
  <Override PartName="/ppt/slideLayouts/slideLayout3246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3062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1567.xml" ContentType="application/vnd.openxmlformats-officedocument.presentationml.slideLayout+xml"/>
  <Override PartName="/ppt/slideLayouts/slideLayout1697.xml" ContentType="application/vnd.openxmlformats-officedocument.presentationml.slideLayout+xml"/>
  <Override PartName="/ppt/slideLayouts/slideLayout3245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3061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1566.xml" ContentType="application/vnd.openxmlformats-officedocument.presentationml.slideLayout+xml"/>
  <Override PartName="/ppt/slideLayouts/slideLayout1696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996.xml" ContentType="application/vnd.openxmlformats-officedocument.presentationml.slideLayout+xml"/>
  <Override PartName="/ppt/slideLayouts/slideLayout3060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1565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1695.xml" ContentType="application/vnd.openxmlformats-officedocument.presentationml.slideLayout+xml"/>
  <Override PartName="/ppt/slideLayouts/slideLayout3226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1564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1694.xml" ContentType="application/vnd.openxmlformats-officedocument.presentationml.slideLayout+xml"/>
  <Override PartName="/ppt/slideLayouts/slideLayout3225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3106.xml" ContentType="application/vnd.openxmlformats-officedocument.presentationml.slideLayout+xml"/>
  <Override PartName="/ppt/slideLayouts/slideLayout1617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slideLayouts/slideLayout1616.xml" ContentType="application/vnd.openxmlformats-officedocument.presentationml.slideLayout+xml"/>
  <Override PartName="/ppt/slideLayouts/slideLayout3105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1562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3053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688.xml" ContentType="application/vnd.openxmlformats-officedocument.presentationml.slideLayout+xml"/>
  <Override PartName="/ppt/slideLayouts/slideLayout3052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687.xml" ContentType="application/vnd.openxmlformats-officedocument.presentationml.slideLayout+xml"/>
  <Override PartName="/ppt/slideLayouts/slideLayout3051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686.xml" ContentType="application/vnd.openxmlformats-officedocument.presentationml.slideLayout+xml"/>
  <Override PartName="/ppt/slideLayouts/slideLayout3234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3050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1685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1684.xml" ContentType="application/vnd.openxmlformats-officedocument.presentationml.slideLayout+xml"/>
  <Override PartName="/ppt/slideLayouts/slideLayout1485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3043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3042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3041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2689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89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1739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2608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3001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2607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3000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3024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1529.xml" ContentType="application/vnd.openxmlformats-officedocument.presentationml.slideLayout+xml"/>
  <Override PartName="/ppt/slideLayouts/slideLayout3023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3365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206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3022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3391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3011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3390.xml" ContentType="application/vnd.openxmlformats-officedocument.presentationml.slideLayout+xml"/>
  <Override PartName="/ppt/slideLayouts/slideLayout3370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1474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3375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290.xml" ContentType="application/vnd.openxmlformats-officedocument.presentationml.slideLayout+xml"/>
  <Override PartName="/ppt/slideLayouts/slideLayout3025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1929.xml" ContentType="application/vnd.openxmlformats-officedocument.presentationml.slideLayout+xml"/>
  <Override PartName="/ppt/slideLayouts/slideLayout2091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3040.xml" ContentType="application/vnd.openxmlformats-officedocument.presentationml.slideLayout+xml"/>
  <Override PartName="/ppt/slideLayouts/slideLayout3224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2090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3205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3021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2293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3376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2291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1919.xml" ContentType="application/vnd.openxmlformats-officedocument.presentationml.slideLayout+xml"/>
  <Override PartName="/ppt/slideLayouts/slideLayout2292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3044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154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2617.xml" ContentType="application/vnd.openxmlformats-officedocument.presentationml.slideLayout+xml"/>
  <Override PartName="/ppt/slideLayouts/slideLayout3010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2618.xml" ContentType="application/vnd.openxmlformats-officedocument.presentationml.slideLayout+xml"/>
  <Override PartName="/ppt/slideLayouts/slideLayout2698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2699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1749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3212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3213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2627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3204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3020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2628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3222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3223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3035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3270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3036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2250.xml" ContentType="application/vnd.openxmlformats-officedocument.presentationml.slideLayout+xml"/>
  <Override PartName="/ppt/slideLayouts/slideLayout3271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3232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3233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3045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3360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3098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3138.xml" ContentType="application/vnd.openxmlformats-officedocument.presentationml.slideLayout+xml"/>
  <Override PartName="/ppt/slideLayouts/slideLayout1649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3046.xml" ContentType="application/vnd.openxmlformats-officedocument.presentationml.slideLayout+xml"/>
  <Override PartName="/ppt/slideLayouts/slideLayout3099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1789.xml" ContentType="application/vnd.openxmlformats-officedocument.presentationml.slideLayout+xml"/>
  <Override PartName="/ppt/slideLayouts/slideLayout3242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3088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3128.xml" ContentType="application/vnd.openxmlformats-officedocument.presentationml.slideLayout+xml"/>
  <Override PartName="/ppt/slideLayouts/slideLayout163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3075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3089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177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1574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3076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3114.xml" ContentType="application/vnd.openxmlformats-officedocument.presentationml.slideLayout+xml"/>
  <Override PartName="/ppt/slideLayouts/slideLayout1625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3115.xml" ContentType="application/vnd.openxmlformats-officedocument.presentationml.slideLayout+xml"/>
  <Override PartName="/ppt/slideLayouts/slideLayout1626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3116.xml" ContentType="application/vnd.openxmlformats-officedocument.presentationml.slideLayout+xml"/>
  <Override PartName="/ppt/slideLayouts/slideLayout1627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465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3202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1799.xml" ContentType="application/vnd.openxmlformats-officedocument.presentationml.slideLayout+xml"/>
  <Override PartName="/ppt/slideLayouts/slideLayout3203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054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689.xml" ContentType="application/vnd.openxmlformats-officedocument.presentationml.slideLayout+xml"/>
  <Override PartName="/ppt/slideLayouts/slideLayout3055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3056.xml" ContentType="application/vnd.openxmlformats-officedocument.presentationml.slideLayout+xml"/>
  <Override PartName="/ppt/slideLayouts/slideLayout1605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064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1569.xml" ContentType="application/vnd.openxmlformats-officedocument.presentationml.slideLayout+xml"/>
  <Override PartName="/ppt/slideLayouts/slideLayout1699.xml" ContentType="application/vnd.openxmlformats-officedocument.presentationml.slideLayout+xml"/>
  <Override PartName="/ppt/slideLayouts/slideLayout3065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3066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3104.xml" ContentType="application/vnd.openxmlformats-officedocument.presentationml.slideLayout+xml"/>
  <Override PartName="/ppt/slideLayouts/slideLayout1615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074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1579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606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1607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070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1575.xml" ContentType="application/vnd.openxmlformats-officedocument.presentationml.slideLayout+xml"/>
  <Override PartName="/ppt/slideLayouts/slideLayout3255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3071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1576.xml" ContentType="application/vnd.openxmlformats-officedocument.presentationml.slideLayout+xml"/>
  <Override PartName="/ppt/slideLayouts/slideLayout2050.xml" ContentType="application/vnd.openxmlformats-officedocument.presentationml.slideLayout+xml"/>
  <Override PartName="/ppt/slideLayouts/slideLayout3256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3072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1577.xml" ContentType="application/vnd.openxmlformats-officedocument.presentationml.slideLayout+xml"/>
  <Override PartName="/ppt/slideLayouts/slideLayout2051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1409.xml" ContentType="application/vnd.openxmlformats-officedocument.presentationml.slideLayout+xml"/>
  <Override PartName="/ppt/slideLayouts/slideLayout2747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957.xml" ContentType="application/vnd.openxmlformats-officedocument.presentationml.slideLayout+xml"/>
  <Override PartName="/ppt/slideLayouts/slideLayout3446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2748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958.xml" ContentType="application/vnd.openxmlformats-officedocument.presentationml.slideLayout+xml"/>
  <Override PartName="/ppt/slideLayouts/slideLayout3447.xml" ContentType="application/vnd.openxmlformats-officedocument.presentationml.slideLayout+xml"/>
  <Override PartName="/ppt/slideLayouts/slideLayout2060.xml" ContentType="application/vnd.openxmlformats-officedocument.presentationml.slideLayout+xml"/>
  <Override PartName="/ppt/slideLayouts/slideLayout2061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2070.xml" ContentType="application/vnd.openxmlformats-officedocument.presentationml.slideLayout+xml"/>
  <Override PartName="/ppt/slideLayouts/slideLayout3140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2071.xml" ContentType="application/vnd.openxmlformats-officedocument.presentationml.slideLayout+xml"/>
  <Override PartName="/ppt/slideLayouts/slideLayout3141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142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143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144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145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146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2640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850.xml" ContentType="application/vnd.openxmlformats-officedocument.presentationml.slideLayout+xml"/>
  <Override PartName="/ppt/slideLayouts/slideLayout2143.xml" ContentType="application/vnd.openxmlformats-officedocument.presentationml.slideLayout+xml"/>
  <Override PartName="/ppt/slideLayouts/slideLayout2641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851.xml" ContentType="application/vnd.openxmlformats-officedocument.presentationml.slideLayout+xml"/>
  <Override PartName="/ppt/slideLayouts/slideLayout2144.xml" ContentType="application/vnd.openxmlformats-officedocument.presentationml.slideLayout+xml"/>
  <Override PartName="/ppt/slideLayouts/slideLayout3315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2080.xml" ContentType="application/vnd.openxmlformats-officedocument.presentationml.slideLayout+xml"/>
  <Override PartName="/ppt/slideLayouts/slideLayout2642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852.xml" ContentType="application/vnd.openxmlformats-officedocument.presentationml.slideLayout+xml"/>
  <Override PartName="/ppt/slideLayouts/slideLayout2145.xml" ContentType="application/vnd.openxmlformats-officedocument.presentationml.slideLayout+xml"/>
  <Override PartName="/ppt/slideLayouts/slideLayout3316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2081.xml" ContentType="application/vnd.openxmlformats-officedocument.presentationml.slideLayout+xml"/>
  <Override PartName="/ppt/slideLayouts/slideLayout2643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853.xml" ContentType="application/vnd.openxmlformats-officedocument.presentationml.slideLayout+xml"/>
  <Override PartName="/ppt/slideLayouts/slideLayout2146.xml" ContentType="application/vnd.openxmlformats-officedocument.presentationml.slideLayout+xml"/>
  <Override PartName="/ppt/slideLayouts/slideLayout2644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854.xml" ContentType="application/vnd.openxmlformats-officedocument.presentationml.slideLayout+xml"/>
  <Override PartName="/ppt/slideLayouts/slideLayout2147.xml" ContentType="application/vnd.openxmlformats-officedocument.presentationml.slideLayout+xml"/>
  <Override PartName="/ppt/slideLayouts/slideLayout2645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855.xml" ContentType="application/vnd.openxmlformats-officedocument.presentationml.slideLayout+xml"/>
  <Override PartName="/ppt/slideLayouts/slideLayout2148.xml" ContentType="application/vnd.openxmlformats-officedocument.presentationml.slideLayout+xml"/>
  <Override PartName="/ppt/slideLayouts/slideLayout2646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856.xml" ContentType="application/vnd.openxmlformats-officedocument.presentationml.slideLayout+xml"/>
  <Override PartName="/ppt/slideLayouts/slideLayout214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2647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857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2648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858.xml" ContentType="application/vnd.openxmlformats-officedocument.presentationml.slideLayout+xml"/>
  <Override PartName="/ppt/slideLayouts/slideLayout2650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860.xml" ContentType="application/vnd.openxmlformats-officedocument.presentationml.slideLayout+xml"/>
  <Override PartName="/ppt/slideLayouts/slideLayout2153.xml" ContentType="application/vnd.openxmlformats-officedocument.presentationml.slideLayout+xml"/>
  <Override PartName="/ppt/slideLayouts/slideLayout2651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861.xml" ContentType="application/vnd.openxmlformats-officedocument.presentationml.slideLayout+xml"/>
  <Override PartName="/ppt/slideLayouts/slideLayout2154.xml" ContentType="application/vnd.openxmlformats-officedocument.presentationml.slideLayout+xml"/>
  <Override PartName="/ppt/slideLayouts/slideLayout2652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862.xml" ContentType="application/vnd.openxmlformats-officedocument.presentationml.slideLayout+xml"/>
  <Override PartName="/ppt/slideLayouts/slideLayout2155.xml" ContentType="application/vnd.openxmlformats-officedocument.presentationml.slideLayout+xml"/>
  <Override PartName="/ppt/slideLayouts/slideLayout2653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863.xml" ContentType="application/vnd.openxmlformats-officedocument.presentationml.slideLayout+xml"/>
  <Override PartName="/ppt/slideLayouts/slideLayout2156.xml" ContentType="application/vnd.openxmlformats-officedocument.presentationml.slideLayout+xml"/>
  <Override PartName="/ppt/slideLayouts/slideLayout2654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864.xml" ContentType="application/vnd.openxmlformats-officedocument.presentationml.slideLayout+xml"/>
  <Override PartName="/ppt/slideLayouts/slideLayout2157.xml" ContentType="application/vnd.openxmlformats-officedocument.presentationml.slideLayout+xml"/>
  <Override PartName="/ppt/slideLayouts/slideLayout2655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865.xml" ContentType="application/vnd.openxmlformats-officedocument.presentationml.slideLayout+xml"/>
  <Override PartName="/ppt/slideLayouts/slideLayout2158.xml" ContentType="application/vnd.openxmlformats-officedocument.presentationml.slideLayout+xml"/>
  <Override PartName="/ppt/presProps.xml" ContentType="application/vnd.openxmlformats-officedocument.presentationml.presProps+xml"/>
  <Override PartName="/ppt/notesMasters/_rels/notesMaster1.xml.rels" ContentType="application/vnd.openxmlformats-package.relationships+xml"/>
  <Override PartName="/ppt/notesMasters/notesMaster1.xml" ContentType="application/vnd.openxmlformats-officedocument.presentationml.notesMaster+xml"/>
  <Override PartName="/ppt/slides/slide29.xml" ContentType="application/vnd.openxmlformats-officedocument.presentationml.slide+xml"/>
  <Override PartName="/ppt/slides/slide28.xml" ContentType="application/vnd.openxmlformats-officedocument.presentationml.slide+xml"/>
  <Override PartName="/ppt/slides/slide27.xml" ContentType="application/vnd.openxmlformats-officedocument.presentationml.slide+xml"/>
  <Override PartName="/ppt/slides/slide26.xml" ContentType="application/vnd.openxmlformats-officedocument.presentationml.slide+xml"/>
  <Override PartName="/ppt/slides/slide25.xml" ContentType="application/vnd.openxmlformats-officedocument.presentationml.slide+xml"/>
  <Override PartName="/ppt/slides/slide24.xml" ContentType="application/vnd.openxmlformats-officedocument.presentationml.slide+xml"/>
  <Override PartName="/ppt/slides/slide23.xml" ContentType="application/vnd.openxmlformats-officedocument.presentationml.slide+xml"/>
  <Override PartName="/ppt/slides/slide22.xml" ContentType="application/vnd.openxmlformats-officedocument.presentationml.slide+xml"/>
  <Override PartName="/ppt/slides/slide21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18.xml" ContentType="application/vnd.openxmlformats-officedocument.presentationml.slide+xml"/>
  <Override PartName="/ppt/slides/slide17.xml" ContentType="application/vnd.openxmlformats-officedocument.presentationml.slide+xml"/>
  <Override PartName="/ppt/slides/slide16.xml" ContentType="application/vnd.openxmlformats-officedocument.presentationml.slide+xml"/>
  <Override PartName="/ppt/slides/slide15.xml" ContentType="application/vnd.openxmlformats-officedocument.presentationml.slide+xml"/>
  <Override PartName="/ppt/slides/_rels/slide4.xml.rels" ContentType="application/vnd.openxmlformats-package.relationships+xml"/>
  <Override PartName="/ppt/slides/_rels/slide5.xml.rels" ContentType="application/vnd.openxmlformats-package.relationships+xml"/>
  <Override PartName="/ppt/slides/_rels/slide40.xml.rels" ContentType="application/vnd.openxmlformats-package.relationships+xml"/>
  <Override PartName="/ppt/slides/_rels/slide33.xml.rels" ContentType="application/vnd.openxmlformats-package.relationships+xml"/>
  <Override PartName="/ppt/slides/_rels/slide6.xml.rels" ContentType="application/vnd.openxmlformats-package.relationships+xml"/>
  <Override PartName="/ppt/slides/_rels/slide41.xml.rels" ContentType="application/vnd.openxmlformats-package.relationships+xml"/>
  <Override PartName="/ppt/slides/_rels/slide34.xml.rels" ContentType="application/vnd.openxmlformats-package.relationships+xml"/>
  <Override PartName="/ppt/slides/_rels/slide7.xml.rels" ContentType="application/vnd.openxmlformats-package.relationships+xml"/>
  <Override PartName="/ppt/slides/_rels/slide42.xml.rels" ContentType="application/vnd.openxmlformats-package.relationships+xml"/>
  <Override PartName="/ppt/slides/_rels/slide35.xml.rels" ContentType="application/vnd.openxmlformats-package.relationships+xml"/>
  <Override PartName="/ppt/slides/_rels/slide1.xml.rels" ContentType="application/vnd.openxmlformats-package.relationships+xml"/>
  <Override PartName="/ppt/slides/_rels/slide20.xml.rels" ContentType="application/vnd.openxmlformats-package.relationships+xml"/>
  <Override PartName="/ppt/slides/_rels/slide31.xml.rels" ContentType="application/vnd.openxmlformats-package.relationships+xml"/>
  <Override PartName="/ppt/slides/_rels/slide15.xml.rels" ContentType="application/vnd.openxmlformats-package.relationships+xml"/>
  <Override PartName="/ppt/slides/_rels/slide24.xml.rels" ContentType="application/vnd.openxmlformats-package.relationships+xml"/>
  <Override PartName="/ppt/slides/_rels/slide39.xml.rels" ContentType="application/vnd.openxmlformats-package.relationships+xml"/>
  <Override PartName="/ppt/slides/_rels/slide14.xml.rels" ContentType="application/vnd.openxmlformats-package.relationships+xml"/>
  <Override PartName="/ppt/slides/_rels/slide30.xml.rels" ContentType="application/vnd.openxmlformats-package.relationships+xml"/>
  <Override PartName="/ppt/slides/_rels/slide29.xml.rels" ContentType="application/vnd.openxmlformats-package.relationships+xml"/>
  <Override PartName="/ppt/slides/_rels/slide23.xml.rels" ContentType="application/vnd.openxmlformats-package.relationships+xml"/>
  <Override PartName="/ppt/slides/_rels/slide38.xml.rels" ContentType="application/vnd.openxmlformats-package.relationships+xml"/>
  <Override PartName="/ppt/slides/_rels/slide19.xml.rels" ContentType="application/vnd.openxmlformats-package.relationships+xml"/>
  <Override PartName="/ppt/slides/_rels/slide13.xml.rels" ContentType="application/vnd.openxmlformats-package.relationships+xml"/>
  <Override PartName="/ppt/slides/_rels/slide12.xml.rels" ContentType="application/vnd.openxmlformats-package.relationships+xml"/>
  <Override PartName="/ppt/slides/_rels/slide18.xml.rels" ContentType="application/vnd.openxmlformats-package.relationships+xml"/>
  <Override PartName="/ppt/slides/_rels/slide28.xml.rels" ContentType="application/vnd.openxmlformats-package.relationships+xml"/>
  <Override PartName="/ppt/slides/_rels/slide44.xml.rels" ContentType="application/vnd.openxmlformats-package.relationships+xml"/>
  <Override PartName="/ppt/slides/_rels/slide22.xml.rels" ContentType="application/vnd.openxmlformats-package.relationships+xml"/>
  <Override PartName="/ppt/slides/_rels/slide37.xml.rels" ContentType="application/vnd.openxmlformats-package.relationships+xml"/>
  <Override PartName="/ppt/slides/_rels/slide3.xml.rels" ContentType="application/vnd.openxmlformats-package.relationships+xml"/>
  <Override PartName="/ppt/slides/_rels/slide9.xml.rels" ContentType="application/vnd.openxmlformats-package.relationships+xml"/>
  <Override PartName="/ppt/slides/_rels/slide26.xml.rels" ContentType="application/vnd.openxmlformats-package.relationships+xml"/>
  <Override PartName="/ppt/slides/_rels/slide11.xml.rels" ContentType="application/vnd.openxmlformats-package.relationships+xml"/>
  <Override PartName="/ppt/slides/_rels/slide17.xml.rels" ContentType="application/vnd.openxmlformats-package.relationships+xml"/>
  <Override PartName="/ppt/slides/_rels/slide21.xml.rels" ContentType="application/vnd.openxmlformats-package.relationships+xml"/>
  <Override PartName="/ppt/slides/_rels/slide36.xml.rels" ContentType="application/vnd.openxmlformats-package.relationships+xml"/>
  <Override PartName="/ppt/slides/_rels/slide27.xml.rels" ContentType="application/vnd.openxmlformats-package.relationships+xml"/>
  <Override PartName="/ppt/slides/_rels/slide43.xml.rels" ContentType="application/vnd.openxmlformats-package.relationships+xml"/>
  <Override PartName="/ppt/slides/_rels/slide2.xml.rels" ContentType="application/vnd.openxmlformats-package.relationships+xml"/>
  <Override PartName="/ppt/slides/_rels/slide8.xml.rels" ContentType="application/vnd.openxmlformats-package.relationships+xml"/>
  <Override PartName="/ppt/slides/_rels/slide10.xml.rels" ContentType="application/vnd.openxmlformats-package.relationships+xml"/>
  <Override PartName="/ppt/slides/_rels/slide32.xml.rels" ContentType="application/vnd.openxmlformats-package.relationships+xml"/>
  <Override PartName="/ppt/slides/_rels/slide16.xml.rels" ContentType="application/vnd.openxmlformats-package.relationships+xml"/>
  <Override PartName="/ppt/slides/_rels/slide25.xml.rels" ContentType="application/vnd.openxmlformats-package.relationships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12.xml" ContentType="application/vnd.openxmlformats-officedocument.presentationml.slide+xml"/>
  <Override PartName="/ppt/slides/slide44.xml" ContentType="application/vnd.openxmlformats-officedocument.presentationml.slide+xml"/>
  <Override PartName="/ppt/slides/slide9.xml" ContentType="application/vnd.openxmlformats-officedocument.presentationml.slide+xml"/>
  <Override PartName="/ppt/slides/slide36.xml" ContentType="application/vnd.openxmlformats-officedocument.presentationml.slide+xml"/>
  <Override PartName="/ppt/slides/slide13.xml" ContentType="application/vnd.openxmlformats-officedocument.presentationml.slide+xml"/>
  <Override PartName="/ppt/slides/slide37.xml" ContentType="application/vnd.openxmlformats-officedocument.presentationml.slide+xml"/>
  <Override PartName="/ppt/slides/slide1.xml" ContentType="application/vnd.openxmlformats-officedocument.presentationml.slide+xml"/>
  <Override PartName="/ppt/slides/slide38.xml" ContentType="application/vnd.openxmlformats-officedocument.presentationml.slide+xml"/>
  <Override PartName="/ppt/slides/slide2.xml" ContentType="application/vnd.openxmlformats-officedocument.presentationml.slide+xml"/>
  <Override PartName="/ppt/slides/slide39.xml" ContentType="application/vnd.openxmlformats-officedocument.presentationml.slide+xml"/>
  <Override PartName="/ppt/slides/slide6.xml" ContentType="application/vnd.openxmlformats-officedocument.presentationml.slide+xml"/>
  <Override PartName="/ppt/slides/slide41.xml" ContentType="application/vnd.openxmlformats-officedocument.presentationml.slide+xml"/>
  <Override PartName="/ppt/slides/slide3.xml" ContentType="application/vnd.openxmlformats-officedocument.presentationml.slide+xml"/>
  <Override PartName="/ppt/slides/slide11.xml" ContentType="application/vnd.openxmlformats-officedocument.presentationml.slide+xml"/>
  <Override PartName="/ppt/slides/slide8.xml" ContentType="application/vnd.openxmlformats-officedocument.presentationml.slide+xml"/>
  <Override PartName="/ppt/slides/slide43.xml" ContentType="application/vnd.openxmlformats-officedocument.presentationml.slide+xml"/>
  <Override PartName="/ppt/slides/slide40.xml" ContentType="application/vnd.openxmlformats-officedocument.presentationml.slide+xml"/>
  <Override PartName="/ppt/slides/slide5.xml" ContentType="application/vnd.openxmlformats-officedocument.presentationml.slide+xml"/>
  <Override PartName="/ppt/slides/slide10.xml" ContentType="application/vnd.openxmlformats-officedocument.presentationml.slide+xml"/>
  <Override PartName="/ppt/slides/slide7.xml" ContentType="application/vnd.openxmlformats-officedocument.presentationml.slide+xml"/>
  <Override PartName="/ppt/slides/slide42.xml" ContentType="application/vnd.openxmlformats-officedocument.presentationml.slide+xml"/>
  <Override PartName="/ppt/slides/slide4.xml" ContentType="application/vnd.openxmlformats-officedocument.presentationml.slide+xml"/>
  <Override PartName="/ppt/slides/slide14.xml" ContentType="application/vnd.openxmlformats-officedocument.presentationml.slide+xml"/>
</Types>
</file>

<file path=_rels/.rels><?xml version="1.0" encoding="UTF-8"?>
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3" Type="http://schemas.openxmlformats.org/officeDocument/2006/relationships/custom-properties" Target="docProps/custom.xml"/><Relationship Id="rId4" Type="http://schemas.openxmlformats.org/officeDocument/2006/relationships/officeDocument" Target="ppt/presentation.xml"/>
</Relationships>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sldMasterIdLst>
    <p:sldMasterId id="2147483648" r:id="rId2"/>
    <p:sldMasterId id="2147483661" r:id="rId3"/>
    <p:sldMasterId id="2147483674" r:id="rId4"/>
    <p:sldMasterId id="2147483687" r:id="rId5"/>
    <p:sldMasterId id="2147483700" r:id="rId6"/>
    <p:sldMasterId id="2147483713" r:id="rId7"/>
    <p:sldMasterId id="2147483726" r:id="rId8"/>
    <p:sldMasterId id="2147483739" r:id="rId9"/>
    <p:sldMasterId id="2147483752" r:id="rId10"/>
    <p:sldMasterId id="2147483765" r:id="rId11"/>
    <p:sldMasterId id="2147483778" r:id="rId12"/>
    <p:sldMasterId id="2147483791" r:id="rId13"/>
    <p:sldMasterId id="2147483804" r:id="rId14"/>
    <p:sldMasterId id="2147483817" r:id="rId15"/>
    <p:sldMasterId id="2147483830" r:id="rId16"/>
    <p:sldMasterId id="2147483843" r:id="rId17"/>
    <p:sldMasterId id="2147483856" r:id="rId18"/>
    <p:sldMasterId id="2147483869" r:id="rId19"/>
    <p:sldMasterId id="2147483882" r:id="rId20"/>
    <p:sldMasterId id="2147483895" r:id="rId21"/>
    <p:sldMasterId id="2147483908" r:id="rId22"/>
    <p:sldMasterId id="2147483921" r:id="rId23"/>
    <p:sldMasterId id="2147483934" r:id="rId24"/>
    <p:sldMasterId id="2147483947" r:id="rId25"/>
    <p:sldMasterId id="2147483960" r:id="rId26"/>
    <p:sldMasterId id="2147483973" r:id="rId27"/>
    <p:sldMasterId id="2147483986" r:id="rId28"/>
    <p:sldMasterId id="2147483999" r:id="rId29"/>
    <p:sldMasterId id="2147484012" r:id="rId30"/>
    <p:sldMasterId id="2147484025" r:id="rId31"/>
    <p:sldMasterId id="2147484038" r:id="rId32"/>
    <p:sldMasterId id="2147484051" r:id="rId33"/>
    <p:sldMasterId id="2147484064" r:id="rId34"/>
    <p:sldMasterId id="2147484077" r:id="rId35"/>
    <p:sldMasterId id="2147484090" r:id="rId36"/>
    <p:sldMasterId id="2147484103" r:id="rId37"/>
    <p:sldMasterId id="2147484116" r:id="rId38"/>
    <p:sldMasterId id="2147484129" r:id="rId39"/>
    <p:sldMasterId id="2147484142" r:id="rId40"/>
    <p:sldMasterId id="2147484155" r:id="rId41"/>
    <p:sldMasterId id="2147484168" r:id="rId42"/>
    <p:sldMasterId id="2147484181" r:id="rId43"/>
    <p:sldMasterId id="2147484194" r:id="rId44"/>
    <p:sldMasterId id="2147484207" r:id="rId45"/>
    <p:sldMasterId id="2147484220" r:id="rId46"/>
    <p:sldMasterId id="2147484233" r:id="rId47"/>
    <p:sldMasterId id="2147484246" r:id="rId48"/>
    <p:sldMasterId id="2147484259" r:id="rId49"/>
    <p:sldMasterId id="2147484272" r:id="rId50"/>
    <p:sldMasterId id="2147484285" r:id="rId51"/>
    <p:sldMasterId id="2147484298" r:id="rId52"/>
    <p:sldMasterId id="2147484311" r:id="rId53"/>
    <p:sldMasterId id="2147484324" r:id="rId54"/>
    <p:sldMasterId id="2147484337" r:id="rId55"/>
    <p:sldMasterId id="2147484350" r:id="rId56"/>
    <p:sldMasterId id="2147484363" r:id="rId57"/>
    <p:sldMasterId id="2147484376" r:id="rId58"/>
    <p:sldMasterId id="2147484389" r:id="rId59"/>
    <p:sldMasterId id="2147484402" r:id="rId60"/>
    <p:sldMasterId id="2147484415" r:id="rId61"/>
    <p:sldMasterId id="2147484428" r:id="rId62"/>
    <p:sldMasterId id="2147484441" r:id="rId63"/>
    <p:sldMasterId id="2147484454" r:id="rId64"/>
    <p:sldMasterId id="2147484467" r:id="rId65"/>
    <p:sldMasterId id="2147484480" r:id="rId66"/>
    <p:sldMasterId id="2147484493" r:id="rId67"/>
    <p:sldMasterId id="2147484506" r:id="rId68"/>
    <p:sldMasterId id="2147484519" r:id="rId69"/>
    <p:sldMasterId id="2147484532" r:id="rId70"/>
    <p:sldMasterId id="2147484545" r:id="rId71"/>
    <p:sldMasterId id="2147484558" r:id="rId72"/>
    <p:sldMasterId id="2147484571" r:id="rId73"/>
    <p:sldMasterId id="2147484584" r:id="rId74"/>
    <p:sldMasterId id="2147484597" r:id="rId75"/>
    <p:sldMasterId id="2147484610" r:id="rId76"/>
    <p:sldMasterId id="2147484623" r:id="rId77"/>
    <p:sldMasterId id="2147484636" r:id="rId78"/>
    <p:sldMasterId id="2147484649" r:id="rId79"/>
    <p:sldMasterId id="2147484662" r:id="rId80"/>
    <p:sldMasterId id="2147484675" r:id="rId81"/>
    <p:sldMasterId id="2147484688" r:id="rId82"/>
    <p:sldMasterId id="2147484701" r:id="rId83"/>
    <p:sldMasterId id="2147484714" r:id="rId84"/>
    <p:sldMasterId id="2147484727" r:id="rId85"/>
    <p:sldMasterId id="2147484740" r:id="rId86"/>
    <p:sldMasterId id="2147484753" r:id="rId87"/>
    <p:sldMasterId id="2147484766" r:id="rId88"/>
    <p:sldMasterId id="2147484779" r:id="rId89"/>
    <p:sldMasterId id="2147484792" r:id="rId90"/>
    <p:sldMasterId id="2147484805" r:id="rId91"/>
    <p:sldMasterId id="2147484818" r:id="rId92"/>
    <p:sldMasterId id="2147484831" r:id="rId93"/>
    <p:sldMasterId id="2147484844" r:id="rId94"/>
    <p:sldMasterId id="2147484857" r:id="rId95"/>
    <p:sldMasterId id="2147484870" r:id="rId96"/>
    <p:sldMasterId id="2147484883" r:id="rId97"/>
    <p:sldMasterId id="2147484896" r:id="rId98"/>
    <p:sldMasterId id="2147484909" r:id="rId99"/>
    <p:sldMasterId id="2147484922" r:id="rId100"/>
    <p:sldMasterId id="2147484935" r:id="rId101"/>
    <p:sldMasterId id="2147484948" r:id="rId102"/>
    <p:sldMasterId id="2147484961" r:id="rId103"/>
    <p:sldMasterId id="2147484974" r:id="rId104"/>
    <p:sldMasterId id="2147484987" r:id="rId105"/>
    <p:sldMasterId id="2147485000" r:id="rId106"/>
    <p:sldMasterId id="2147485013" r:id="rId107"/>
    <p:sldMasterId id="2147485026" r:id="rId108"/>
    <p:sldMasterId id="2147485039" r:id="rId109"/>
    <p:sldMasterId id="2147485052" r:id="rId110"/>
    <p:sldMasterId id="2147485065" r:id="rId111"/>
    <p:sldMasterId id="2147485078" r:id="rId112"/>
    <p:sldMasterId id="2147485091" r:id="rId113"/>
    <p:sldMasterId id="2147485104" r:id="rId114"/>
    <p:sldMasterId id="2147485117" r:id="rId115"/>
    <p:sldMasterId id="2147485130" r:id="rId116"/>
    <p:sldMasterId id="2147485143" r:id="rId117"/>
    <p:sldMasterId id="2147485156" r:id="rId118"/>
    <p:sldMasterId id="2147485169" r:id="rId119"/>
    <p:sldMasterId id="2147485182" r:id="rId120"/>
    <p:sldMasterId id="2147485195" r:id="rId121"/>
    <p:sldMasterId id="2147485208" r:id="rId122"/>
    <p:sldMasterId id="2147485221" r:id="rId123"/>
    <p:sldMasterId id="2147485234" r:id="rId124"/>
    <p:sldMasterId id="2147485247" r:id="rId125"/>
    <p:sldMasterId id="2147485260" r:id="rId126"/>
    <p:sldMasterId id="2147485273" r:id="rId127"/>
    <p:sldMasterId id="2147485286" r:id="rId128"/>
    <p:sldMasterId id="2147485299" r:id="rId129"/>
    <p:sldMasterId id="2147485312" r:id="rId130"/>
    <p:sldMasterId id="2147485325" r:id="rId131"/>
    <p:sldMasterId id="2147485338" r:id="rId132"/>
    <p:sldMasterId id="2147485351" r:id="rId133"/>
    <p:sldMasterId id="2147485364" r:id="rId134"/>
    <p:sldMasterId id="2147485377" r:id="rId135"/>
    <p:sldMasterId id="2147485390" r:id="rId136"/>
    <p:sldMasterId id="2147485403" r:id="rId137"/>
    <p:sldMasterId id="2147485416" r:id="rId138"/>
    <p:sldMasterId id="2147485429" r:id="rId139"/>
    <p:sldMasterId id="2147485442" r:id="rId140"/>
    <p:sldMasterId id="2147485455" r:id="rId141"/>
    <p:sldMasterId id="2147485468" r:id="rId142"/>
    <p:sldMasterId id="2147485481" r:id="rId143"/>
    <p:sldMasterId id="2147485494" r:id="rId144"/>
    <p:sldMasterId id="2147485507" r:id="rId145"/>
    <p:sldMasterId id="2147485520" r:id="rId146"/>
    <p:sldMasterId id="2147485533" r:id="rId147"/>
    <p:sldMasterId id="2147485546" r:id="rId148"/>
    <p:sldMasterId id="2147485559" r:id="rId149"/>
    <p:sldMasterId id="2147485572" r:id="rId150"/>
    <p:sldMasterId id="2147485585" r:id="rId151"/>
    <p:sldMasterId id="2147485598" r:id="rId152"/>
    <p:sldMasterId id="2147485611" r:id="rId153"/>
    <p:sldMasterId id="2147485624" r:id="rId154"/>
    <p:sldMasterId id="2147485637" r:id="rId155"/>
    <p:sldMasterId id="2147485650" r:id="rId156"/>
    <p:sldMasterId id="2147485663" r:id="rId157"/>
    <p:sldMasterId id="2147485676" r:id="rId158"/>
    <p:sldMasterId id="2147485689" r:id="rId159"/>
    <p:sldMasterId id="2147485702" r:id="rId160"/>
    <p:sldMasterId id="2147485715" r:id="rId161"/>
    <p:sldMasterId id="2147485728" r:id="rId162"/>
    <p:sldMasterId id="2147485741" r:id="rId163"/>
    <p:sldMasterId id="2147485754" r:id="rId164"/>
    <p:sldMasterId id="2147485767" r:id="rId165"/>
    <p:sldMasterId id="2147485780" r:id="rId166"/>
    <p:sldMasterId id="2147485793" r:id="rId167"/>
    <p:sldMasterId id="2147485806" r:id="rId168"/>
    <p:sldMasterId id="2147485819" r:id="rId169"/>
    <p:sldMasterId id="2147485832" r:id="rId170"/>
    <p:sldMasterId id="2147485845" r:id="rId171"/>
    <p:sldMasterId id="2147485858" r:id="rId172"/>
    <p:sldMasterId id="2147485871" r:id="rId173"/>
    <p:sldMasterId id="2147485884" r:id="rId174"/>
    <p:sldMasterId id="2147485897" r:id="rId175"/>
    <p:sldMasterId id="2147485910" r:id="rId176"/>
    <p:sldMasterId id="2147485923" r:id="rId177"/>
    <p:sldMasterId id="2147485936" r:id="rId178"/>
    <p:sldMasterId id="2147485949" r:id="rId179"/>
    <p:sldMasterId id="2147485962" r:id="rId180"/>
    <p:sldMasterId id="2147485975" r:id="rId181"/>
    <p:sldMasterId id="2147485988" r:id="rId182"/>
    <p:sldMasterId id="2147486001" r:id="rId183"/>
    <p:sldMasterId id="2147486014" r:id="rId184"/>
    <p:sldMasterId id="2147486027" r:id="rId185"/>
    <p:sldMasterId id="2147486040" r:id="rId186"/>
    <p:sldMasterId id="2147486053" r:id="rId187"/>
    <p:sldMasterId id="2147486066" r:id="rId188"/>
    <p:sldMasterId id="2147486079" r:id="rId189"/>
    <p:sldMasterId id="2147486092" r:id="rId190"/>
    <p:sldMasterId id="2147486105" r:id="rId191"/>
    <p:sldMasterId id="2147486118" r:id="rId192"/>
    <p:sldMasterId id="2147486131" r:id="rId193"/>
    <p:sldMasterId id="2147486144" r:id="rId194"/>
    <p:sldMasterId id="2147486157" r:id="rId195"/>
    <p:sldMasterId id="2147486170" r:id="rId196"/>
    <p:sldMasterId id="2147486183" r:id="rId197"/>
    <p:sldMasterId id="2147486196" r:id="rId198"/>
    <p:sldMasterId id="2147486209" r:id="rId199"/>
    <p:sldMasterId id="2147486222" r:id="rId200"/>
    <p:sldMasterId id="2147486235" r:id="rId201"/>
    <p:sldMasterId id="2147486248" r:id="rId202"/>
    <p:sldMasterId id="2147486261" r:id="rId203"/>
    <p:sldMasterId id="2147486274" r:id="rId204"/>
    <p:sldMasterId id="2147486287" r:id="rId205"/>
    <p:sldMasterId id="2147486300" r:id="rId206"/>
    <p:sldMasterId id="2147486313" r:id="rId207"/>
    <p:sldMasterId id="2147486326" r:id="rId208"/>
    <p:sldMasterId id="2147486339" r:id="rId209"/>
    <p:sldMasterId id="2147486352" r:id="rId210"/>
    <p:sldMasterId id="2147486365" r:id="rId211"/>
    <p:sldMasterId id="2147486378" r:id="rId212"/>
    <p:sldMasterId id="2147486391" r:id="rId213"/>
    <p:sldMasterId id="2147486404" r:id="rId214"/>
    <p:sldMasterId id="2147486417" r:id="rId215"/>
    <p:sldMasterId id="2147486430" r:id="rId216"/>
    <p:sldMasterId id="2147486443" r:id="rId217"/>
    <p:sldMasterId id="2147486456" r:id="rId218"/>
    <p:sldMasterId id="2147486469" r:id="rId219"/>
    <p:sldMasterId id="2147486482" r:id="rId220"/>
    <p:sldMasterId id="2147486495" r:id="rId221"/>
    <p:sldMasterId id="2147486508" r:id="rId222"/>
    <p:sldMasterId id="2147486521" r:id="rId223"/>
    <p:sldMasterId id="2147486534" r:id="rId224"/>
    <p:sldMasterId id="2147486547" r:id="rId225"/>
    <p:sldMasterId id="2147486560" r:id="rId226"/>
    <p:sldMasterId id="2147486573" r:id="rId227"/>
    <p:sldMasterId id="2147486586" r:id="rId228"/>
    <p:sldMasterId id="2147486599" r:id="rId229"/>
    <p:sldMasterId id="2147486612" r:id="rId230"/>
    <p:sldMasterId id="2147486625" r:id="rId231"/>
    <p:sldMasterId id="2147486638" r:id="rId232"/>
    <p:sldMasterId id="2147486651" r:id="rId233"/>
    <p:sldMasterId id="2147486664" r:id="rId234"/>
    <p:sldMasterId id="2147486677" r:id="rId235"/>
    <p:sldMasterId id="2147486690" r:id="rId236"/>
    <p:sldMasterId id="2147486703" r:id="rId237"/>
    <p:sldMasterId id="2147486716" r:id="rId238"/>
    <p:sldMasterId id="2147486729" r:id="rId239"/>
    <p:sldMasterId id="2147486742" r:id="rId240"/>
    <p:sldMasterId id="2147486755" r:id="rId241"/>
    <p:sldMasterId id="2147486768" r:id="rId242"/>
    <p:sldMasterId id="2147486781" r:id="rId243"/>
    <p:sldMasterId id="2147486794" r:id="rId244"/>
    <p:sldMasterId id="2147486807" r:id="rId245"/>
    <p:sldMasterId id="2147486820" r:id="rId246"/>
    <p:sldMasterId id="2147486833" r:id="rId247"/>
    <p:sldMasterId id="2147486846" r:id="rId248"/>
    <p:sldMasterId id="2147486859" r:id="rId249"/>
    <p:sldMasterId id="2147486872" r:id="rId250"/>
    <p:sldMasterId id="2147486885" r:id="rId251"/>
    <p:sldMasterId id="2147486898" r:id="rId252"/>
    <p:sldMasterId id="2147486911" r:id="rId253"/>
    <p:sldMasterId id="2147486924" r:id="rId254"/>
    <p:sldMasterId id="2147486937" r:id="rId255"/>
    <p:sldMasterId id="2147486950" r:id="rId256"/>
    <p:sldMasterId id="2147486963" r:id="rId257"/>
    <p:sldMasterId id="2147486976" r:id="rId258"/>
    <p:sldMasterId id="2147486989" r:id="rId259"/>
    <p:sldMasterId id="2147487002" r:id="rId260"/>
    <p:sldMasterId id="2147487015" r:id="rId261"/>
    <p:sldMasterId id="2147487028" r:id="rId262"/>
    <p:sldMasterId id="2147487041" r:id="rId263"/>
    <p:sldMasterId id="2147487054" r:id="rId264"/>
    <p:sldMasterId id="2147487067" r:id="rId265"/>
    <p:sldMasterId id="2147487080" r:id="rId266"/>
    <p:sldMasterId id="2147487093" r:id="rId267"/>
    <p:sldMasterId id="2147487106" r:id="rId268"/>
    <p:sldMasterId id="2147487119" r:id="rId269"/>
    <p:sldMasterId id="2147487132" r:id="rId270"/>
    <p:sldMasterId id="2147487145" r:id="rId271"/>
    <p:sldMasterId id="2147487158" r:id="rId272"/>
    <p:sldMasterId id="2147487171" r:id="rId273"/>
    <p:sldMasterId id="2147487184" r:id="rId274"/>
    <p:sldMasterId id="2147487197" r:id="rId275"/>
    <p:sldMasterId id="2147487210" r:id="rId276"/>
    <p:sldMasterId id="2147487223" r:id="rId277"/>
    <p:sldMasterId id="2147487236" r:id="rId278"/>
    <p:sldMasterId id="2147487249" r:id="rId279"/>
    <p:sldMasterId id="2147487262" r:id="rId280"/>
    <p:sldMasterId id="2147487275" r:id="rId281"/>
    <p:sldMasterId id="2147487288" r:id="rId282"/>
    <p:sldMasterId id="2147487301" r:id="rId283"/>
    <p:sldMasterId id="2147487314" r:id="rId284"/>
    <p:sldMasterId id="2147487327" r:id="rId285"/>
    <p:sldMasterId id="2147487340" r:id="rId286"/>
    <p:sldMasterId id="2147487353" r:id="rId287"/>
    <p:sldMasterId id="2147487366" r:id="rId288"/>
    <p:sldMasterId id="2147487379" r:id="rId289"/>
    <p:sldMasterId id="2147487392" r:id="rId290"/>
    <p:sldMasterId id="2147487405" r:id="rId291"/>
    <p:sldMasterId id="2147487418" r:id="rId292"/>
    <p:sldMasterId id="2147487431" r:id="rId293"/>
    <p:sldMasterId id="2147487444" r:id="rId294"/>
    <p:sldMasterId id="2147487457" r:id="rId295"/>
    <p:sldMasterId id="2147487470" r:id="rId296"/>
    <p:sldMasterId id="2147487483" r:id="rId297"/>
    <p:sldMasterId id="2147487496" r:id="rId298"/>
    <p:sldMasterId id="2147487509" r:id="rId299"/>
    <p:sldMasterId id="2147487522" r:id="rId300"/>
    <p:sldMasterId id="2147487535" r:id="rId301"/>
    <p:sldMasterId id="2147487548" r:id="rId302"/>
    <p:sldMasterId id="2147487561" r:id="rId303"/>
    <p:sldMasterId id="2147487574" r:id="rId304"/>
  </p:sldMasterIdLst>
  <p:notesMasterIdLst>
    <p:notesMasterId r:id="rId305"/>
  </p:notesMasterIdLst>
  <p:sldIdLst>
    <p:sldId id="256" r:id="rId306"/>
    <p:sldId id="257" r:id="rId307"/>
    <p:sldId id="258" r:id="rId308"/>
    <p:sldId id="259" r:id="rId309"/>
    <p:sldId id="260" r:id="rId310"/>
    <p:sldId id="261" r:id="rId311"/>
    <p:sldId id="262" r:id="rId312"/>
    <p:sldId id="263" r:id="rId313"/>
    <p:sldId id="264" r:id="rId314"/>
    <p:sldId id="265" r:id="rId315"/>
    <p:sldId id="266" r:id="rId316"/>
    <p:sldId id="267" r:id="rId317"/>
    <p:sldId id="268" r:id="rId318"/>
    <p:sldId id="269" r:id="rId319"/>
    <p:sldId id="270" r:id="rId320"/>
    <p:sldId id="271" r:id="rId321"/>
    <p:sldId id="272" r:id="rId322"/>
    <p:sldId id="273" r:id="rId323"/>
    <p:sldId id="274" r:id="rId324"/>
    <p:sldId id="275" r:id="rId325"/>
    <p:sldId id="276" r:id="rId326"/>
    <p:sldId id="277" r:id="rId327"/>
    <p:sldId id="278" r:id="rId328"/>
    <p:sldId id="279" r:id="rId329"/>
    <p:sldId id="280" r:id="rId330"/>
    <p:sldId id="281" r:id="rId331"/>
    <p:sldId id="282" r:id="rId332"/>
    <p:sldId id="283" r:id="rId333"/>
    <p:sldId id="284" r:id="rId334"/>
    <p:sldId id="285" r:id="rId335"/>
    <p:sldId id="286" r:id="rId336"/>
    <p:sldId id="287" r:id="rId337"/>
    <p:sldId id="288" r:id="rId338"/>
    <p:sldId id="289" r:id="rId339"/>
    <p:sldId id="290" r:id="rId340"/>
    <p:sldId id="291" r:id="rId341"/>
    <p:sldId id="292" r:id="rId342"/>
    <p:sldId id="293" r:id="rId343"/>
    <p:sldId id="294" r:id="rId344"/>
    <p:sldId id="295" r:id="rId345"/>
    <p:sldId id="296" r:id="rId346"/>
    <p:sldId id="297" r:id="rId347"/>
    <p:sldId id="298" r:id="rId348"/>
    <p:sldId id="299" r:id="rId349"/>
  </p:sldIdLst>
  <p:sldSz cx="14400213" cy="6858000"/>
  <p:notesSz cx="6796088" cy="9928225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/>
</p:presentationPr>
</file>

<file path=ppt/_rels/presentation.xml.rels><?xml version="1.0" encoding="UTF-8"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slideMaster" Target="slideMasters/slideMaster1.xml"/><Relationship Id="rId3" Type="http://schemas.openxmlformats.org/officeDocument/2006/relationships/slideMaster" Target="slideMasters/slideMaster2.xml"/><Relationship Id="rId4" Type="http://schemas.openxmlformats.org/officeDocument/2006/relationships/slideMaster" Target="slideMasters/slideMaster3.xml"/><Relationship Id="rId5" Type="http://schemas.openxmlformats.org/officeDocument/2006/relationships/slideMaster" Target="slideMasters/slideMaster4.xml"/><Relationship Id="rId6" Type="http://schemas.openxmlformats.org/officeDocument/2006/relationships/slideMaster" Target="slideMasters/slideMaster5.xml"/><Relationship Id="rId7" Type="http://schemas.openxmlformats.org/officeDocument/2006/relationships/slideMaster" Target="slideMasters/slideMaster6.xml"/><Relationship Id="rId8" Type="http://schemas.openxmlformats.org/officeDocument/2006/relationships/slideMaster" Target="slideMasters/slideMaster7.xml"/><Relationship Id="rId9" Type="http://schemas.openxmlformats.org/officeDocument/2006/relationships/slideMaster" Target="slideMasters/slideMaster8.xml"/><Relationship Id="rId10" Type="http://schemas.openxmlformats.org/officeDocument/2006/relationships/slideMaster" Target="slideMasters/slideMaster9.xml"/><Relationship Id="rId11" Type="http://schemas.openxmlformats.org/officeDocument/2006/relationships/slideMaster" Target="slideMasters/slideMaster10.xml"/><Relationship Id="rId12" Type="http://schemas.openxmlformats.org/officeDocument/2006/relationships/slideMaster" Target="slideMasters/slideMaster11.xml"/><Relationship Id="rId13" Type="http://schemas.openxmlformats.org/officeDocument/2006/relationships/slideMaster" Target="slideMasters/slideMaster12.xml"/><Relationship Id="rId14" Type="http://schemas.openxmlformats.org/officeDocument/2006/relationships/slideMaster" Target="slideMasters/slideMaster13.xml"/><Relationship Id="rId15" Type="http://schemas.openxmlformats.org/officeDocument/2006/relationships/slideMaster" Target="slideMasters/slideMaster14.xml"/><Relationship Id="rId16" Type="http://schemas.openxmlformats.org/officeDocument/2006/relationships/slideMaster" Target="slideMasters/slideMaster15.xml"/><Relationship Id="rId17" Type="http://schemas.openxmlformats.org/officeDocument/2006/relationships/slideMaster" Target="slideMasters/slideMaster16.xml"/><Relationship Id="rId18" Type="http://schemas.openxmlformats.org/officeDocument/2006/relationships/slideMaster" Target="slideMasters/slideMaster17.xml"/><Relationship Id="rId19" Type="http://schemas.openxmlformats.org/officeDocument/2006/relationships/slideMaster" Target="slideMasters/slideMaster18.xml"/><Relationship Id="rId20" Type="http://schemas.openxmlformats.org/officeDocument/2006/relationships/slideMaster" Target="slideMasters/slideMaster19.xml"/><Relationship Id="rId21" Type="http://schemas.openxmlformats.org/officeDocument/2006/relationships/slideMaster" Target="slideMasters/slideMaster20.xml"/><Relationship Id="rId22" Type="http://schemas.openxmlformats.org/officeDocument/2006/relationships/slideMaster" Target="slideMasters/slideMaster21.xml"/><Relationship Id="rId23" Type="http://schemas.openxmlformats.org/officeDocument/2006/relationships/slideMaster" Target="slideMasters/slideMaster22.xml"/><Relationship Id="rId24" Type="http://schemas.openxmlformats.org/officeDocument/2006/relationships/slideMaster" Target="slideMasters/slideMaster23.xml"/><Relationship Id="rId25" Type="http://schemas.openxmlformats.org/officeDocument/2006/relationships/slideMaster" Target="slideMasters/slideMaster24.xml"/><Relationship Id="rId26" Type="http://schemas.openxmlformats.org/officeDocument/2006/relationships/slideMaster" Target="slideMasters/slideMaster25.xml"/><Relationship Id="rId27" Type="http://schemas.openxmlformats.org/officeDocument/2006/relationships/slideMaster" Target="slideMasters/slideMaster26.xml"/><Relationship Id="rId28" Type="http://schemas.openxmlformats.org/officeDocument/2006/relationships/slideMaster" Target="slideMasters/slideMaster27.xml"/><Relationship Id="rId29" Type="http://schemas.openxmlformats.org/officeDocument/2006/relationships/slideMaster" Target="slideMasters/slideMaster28.xml"/><Relationship Id="rId30" Type="http://schemas.openxmlformats.org/officeDocument/2006/relationships/slideMaster" Target="slideMasters/slideMaster29.xml"/><Relationship Id="rId31" Type="http://schemas.openxmlformats.org/officeDocument/2006/relationships/slideMaster" Target="slideMasters/slideMaster30.xml"/><Relationship Id="rId32" Type="http://schemas.openxmlformats.org/officeDocument/2006/relationships/slideMaster" Target="slideMasters/slideMaster31.xml"/><Relationship Id="rId33" Type="http://schemas.openxmlformats.org/officeDocument/2006/relationships/slideMaster" Target="slideMasters/slideMaster32.xml"/><Relationship Id="rId34" Type="http://schemas.openxmlformats.org/officeDocument/2006/relationships/slideMaster" Target="slideMasters/slideMaster33.xml"/><Relationship Id="rId35" Type="http://schemas.openxmlformats.org/officeDocument/2006/relationships/slideMaster" Target="slideMasters/slideMaster34.xml"/><Relationship Id="rId36" Type="http://schemas.openxmlformats.org/officeDocument/2006/relationships/slideMaster" Target="slideMasters/slideMaster35.xml"/><Relationship Id="rId37" Type="http://schemas.openxmlformats.org/officeDocument/2006/relationships/slideMaster" Target="slideMasters/slideMaster36.xml"/><Relationship Id="rId38" Type="http://schemas.openxmlformats.org/officeDocument/2006/relationships/slideMaster" Target="slideMasters/slideMaster37.xml"/><Relationship Id="rId39" Type="http://schemas.openxmlformats.org/officeDocument/2006/relationships/slideMaster" Target="slideMasters/slideMaster38.xml"/><Relationship Id="rId40" Type="http://schemas.openxmlformats.org/officeDocument/2006/relationships/slideMaster" Target="slideMasters/slideMaster39.xml"/><Relationship Id="rId41" Type="http://schemas.openxmlformats.org/officeDocument/2006/relationships/slideMaster" Target="slideMasters/slideMaster40.xml"/><Relationship Id="rId42" Type="http://schemas.openxmlformats.org/officeDocument/2006/relationships/slideMaster" Target="slideMasters/slideMaster41.xml"/><Relationship Id="rId43" Type="http://schemas.openxmlformats.org/officeDocument/2006/relationships/slideMaster" Target="slideMasters/slideMaster42.xml"/><Relationship Id="rId44" Type="http://schemas.openxmlformats.org/officeDocument/2006/relationships/slideMaster" Target="slideMasters/slideMaster43.xml"/><Relationship Id="rId45" Type="http://schemas.openxmlformats.org/officeDocument/2006/relationships/slideMaster" Target="slideMasters/slideMaster44.xml"/><Relationship Id="rId46" Type="http://schemas.openxmlformats.org/officeDocument/2006/relationships/slideMaster" Target="slideMasters/slideMaster45.xml"/><Relationship Id="rId47" Type="http://schemas.openxmlformats.org/officeDocument/2006/relationships/slideMaster" Target="slideMasters/slideMaster46.xml"/><Relationship Id="rId48" Type="http://schemas.openxmlformats.org/officeDocument/2006/relationships/slideMaster" Target="slideMasters/slideMaster47.xml"/><Relationship Id="rId49" Type="http://schemas.openxmlformats.org/officeDocument/2006/relationships/slideMaster" Target="slideMasters/slideMaster48.xml"/><Relationship Id="rId50" Type="http://schemas.openxmlformats.org/officeDocument/2006/relationships/slideMaster" Target="slideMasters/slideMaster49.xml"/><Relationship Id="rId51" Type="http://schemas.openxmlformats.org/officeDocument/2006/relationships/slideMaster" Target="slideMasters/slideMaster50.xml"/><Relationship Id="rId52" Type="http://schemas.openxmlformats.org/officeDocument/2006/relationships/slideMaster" Target="slideMasters/slideMaster51.xml"/><Relationship Id="rId53" Type="http://schemas.openxmlformats.org/officeDocument/2006/relationships/slideMaster" Target="slideMasters/slideMaster52.xml"/><Relationship Id="rId54" Type="http://schemas.openxmlformats.org/officeDocument/2006/relationships/slideMaster" Target="slideMasters/slideMaster53.xml"/><Relationship Id="rId55" Type="http://schemas.openxmlformats.org/officeDocument/2006/relationships/slideMaster" Target="slideMasters/slideMaster54.xml"/><Relationship Id="rId56" Type="http://schemas.openxmlformats.org/officeDocument/2006/relationships/slideMaster" Target="slideMasters/slideMaster55.xml"/><Relationship Id="rId57" Type="http://schemas.openxmlformats.org/officeDocument/2006/relationships/slideMaster" Target="slideMasters/slideMaster56.xml"/><Relationship Id="rId58" Type="http://schemas.openxmlformats.org/officeDocument/2006/relationships/slideMaster" Target="slideMasters/slideMaster57.xml"/><Relationship Id="rId59" Type="http://schemas.openxmlformats.org/officeDocument/2006/relationships/slideMaster" Target="slideMasters/slideMaster58.xml"/><Relationship Id="rId60" Type="http://schemas.openxmlformats.org/officeDocument/2006/relationships/slideMaster" Target="slideMasters/slideMaster59.xml"/><Relationship Id="rId61" Type="http://schemas.openxmlformats.org/officeDocument/2006/relationships/slideMaster" Target="slideMasters/slideMaster60.xml"/><Relationship Id="rId62" Type="http://schemas.openxmlformats.org/officeDocument/2006/relationships/slideMaster" Target="slideMasters/slideMaster61.xml"/><Relationship Id="rId63" Type="http://schemas.openxmlformats.org/officeDocument/2006/relationships/slideMaster" Target="slideMasters/slideMaster62.xml"/><Relationship Id="rId64" Type="http://schemas.openxmlformats.org/officeDocument/2006/relationships/slideMaster" Target="slideMasters/slideMaster63.xml"/><Relationship Id="rId65" Type="http://schemas.openxmlformats.org/officeDocument/2006/relationships/slideMaster" Target="slideMasters/slideMaster64.xml"/><Relationship Id="rId66" Type="http://schemas.openxmlformats.org/officeDocument/2006/relationships/slideMaster" Target="slideMasters/slideMaster65.xml"/><Relationship Id="rId67" Type="http://schemas.openxmlformats.org/officeDocument/2006/relationships/slideMaster" Target="slideMasters/slideMaster66.xml"/><Relationship Id="rId68" Type="http://schemas.openxmlformats.org/officeDocument/2006/relationships/slideMaster" Target="slideMasters/slideMaster67.xml"/><Relationship Id="rId69" Type="http://schemas.openxmlformats.org/officeDocument/2006/relationships/slideMaster" Target="slideMasters/slideMaster68.xml"/><Relationship Id="rId70" Type="http://schemas.openxmlformats.org/officeDocument/2006/relationships/slideMaster" Target="slideMasters/slideMaster69.xml"/><Relationship Id="rId71" Type="http://schemas.openxmlformats.org/officeDocument/2006/relationships/slideMaster" Target="slideMasters/slideMaster70.xml"/><Relationship Id="rId72" Type="http://schemas.openxmlformats.org/officeDocument/2006/relationships/slideMaster" Target="slideMasters/slideMaster71.xml"/><Relationship Id="rId73" Type="http://schemas.openxmlformats.org/officeDocument/2006/relationships/slideMaster" Target="slideMasters/slideMaster72.xml"/><Relationship Id="rId74" Type="http://schemas.openxmlformats.org/officeDocument/2006/relationships/slideMaster" Target="slideMasters/slideMaster73.xml"/><Relationship Id="rId75" Type="http://schemas.openxmlformats.org/officeDocument/2006/relationships/slideMaster" Target="slideMasters/slideMaster74.xml"/><Relationship Id="rId76" Type="http://schemas.openxmlformats.org/officeDocument/2006/relationships/slideMaster" Target="slideMasters/slideMaster75.xml"/><Relationship Id="rId77" Type="http://schemas.openxmlformats.org/officeDocument/2006/relationships/slideMaster" Target="slideMasters/slideMaster76.xml"/><Relationship Id="rId78" Type="http://schemas.openxmlformats.org/officeDocument/2006/relationships/slideMaster" Target="slideMasters/slideMaster77.xml"/><Relationship Id="rId79" Type="http://schemas.openxmlformats.org/officeDocument/2006/relationships/slideMaster" Target="slideMasters/slideMaster78.xml"/><Relationship Id="rId80" Type="http://schemas.openxmlformats.org/officeDocument/2006/relationships/slideMaster" Target="slideMasters/slideMaster79.xml"/><Relationship Id="rId81" Type="http://schemas.openxmlformats.org/officeDocument/2006/relationships/slideMaster" Target="slideMasters/slideMaster80.xml"/><Relationship Id="rId82" Type="http://schemas.openxmlformats.org/officeDocument/2006/relationships/slideMaster" Target="slideMasters/slideMaster81.xml"/><Relationship Id="rId83" Type="http://schemas.openxmlformats.org/officeDocument/2006/relationships/slideMaster" Target="slideMasters/slideMaster82.xml"/><Relationship Id="rId84" Type="http://schemas.openxmlformats.org/officeDocument/2006/relationships/slideMaster" Target="slideMasters/slideMaster83.xml"/><Relationship Id="rId85" Type="http://schemas.openxmlformats.org/officeDocument/2006/relationships/slideMaster" Target="slideMasters/slideMaster84.xml"/><Relationship Id="rId86" Type="http://schemas.openxmlformats.org/officeDocument/2006/relationships/slideMaster" Target="slideMasters/slideMaster85.xml"/><Relationship Id="rId87" Type="http://schemas.openxmlformats.org/officeDocument/2006/relationships/slideMaster" Target="slideMasters/slideMaster86.xml"/><Relationship Id="rId88" Type="http://schemas.openxmlformats.org/officeDocument/2006/relationships/slideMaster" Target="slideMasters/slideMaster87.xml"/><Relationship Id="rId89" Type="http://schemas.openxmlformats.org/officeDocument/2006/relationships/slideMaster" Target="slideMasters/slideMaster88.xml"/><Relationship Id="rId90" Type="http://schemas.openxmlformats.org/officeDocument/2006/relationships/slideMaster" Target="slideMasters/slideMaster89.xml"/><Relationship Id="rId91" Type="http://schemas.openxmlformats.org/officeDocument/2006/relationships/slideMaster" Target="slideMasters/slideMaster90.xml"/><Relationship Id="rId92" Type="http://schemas.openxmlformats.org/officeDocument/2006/relationships/slideMaster" Target="slideMasters/slideMaster91.xml"/><Relationship Id="rId93" Type="http://schemas.openxmlformats.org/officeDocument/2006/relationships/slideMaster" Target="slideMasters/slideMaster92.xml"/><Relationship Id="rId94" Type="http://schemas.openxmlformats.org/officeDocument/2006/relationships/slideMaster" Target="slideMasters/slideMaster93.xml"/><Relationship Id="rId95" Type="http://schemas.openxmlformats.org/officeDocument/2006/relationships/slideMaster" Target="slideMasters/slideMaster94.xml"/><Relationship Id="rId96" Type="http://schemas.openxmlformats.org/officeDocument/2006/relationships/slideMaster" Target="slideMasters/slideMaster95.xml"/><Relationship Id="rId97" Type="http://schemas.openxmlformats.org/officeDocument/2006/relationships/slideMaster" Target="slideMasters/slideMaster96.xml"/><Relationship Id="rId98" Type="http://schemas.openxmlformats.org/officeDocument/2006/relationships/slideMaster" Target="slideMasters/slideMaster97.xml"/><Relationship Id="rId99" Type="http://schemas.openxmlformats.org/officeDocument/2006/relationships/slideMaster" Target="slideMasters/slideMaster98.xml"/><Relationship Id="rId100" Type="http://schemas.openxmlformats.org/officeDocument/2006/relationships/slideMaster" Target="slideMasters/slideMaster99.xml"/><Relationship Id="rId101" Type="http://schemas.openxmlformats.org/officeDocument/2006/relationships/slideMaster" Target="slideMasters/slideMaster100.xml"/><Relationship Id="rId102" Type="http://schemas.openxmlformats.org/officeDocument/2006/relationships/slideMaster" Target="slideMasters/slideMaster101.xml"/><Relationship Id="rId103" Type="http://schemas.openxmlformats.org/officeDocument/2006/relationships/slideMaster" Target="slideMasters/slideMaster102.xml"/><Relationship Id="rId104" Type="http://schemas.openxmlformats.org/officeDocument/2006/relationships/slideMaster" Target="slideMasters/slideMaster103.xml"/><Relationship Id="rId105" Type="http://schemas.openxmlformats.org/officeDocument/2006/relationships/slideMaster" Target="slideMasters/slideMaster104.xml"/><Relationship Id="rId106" Type="http://schemas.openxmlformats.org/officeDocument/2006/relationships/slideMaster" Target="slideMasters/slideMaster105.xml"/><Relationship Id="rId107" Type="http://schemas.openxmlformats.org/officeDocument/2006/relationships/slideMaster" Target="slideMasters/slideMaster106.xml"/><Relationship Id="rId108" Type="http://schemas.openxmlformats.org/officeDocument/2006/relationships/slideMaster" Target="slideMasters/slideMaster107.xml"/><Relationship Id="rId109" Type="http://schemas.openxmlformats.org/officeDocument/2006/relationships/slideMaster" Target="slideMasters/slideMaster108.xml"/><Relationship Id="rId110" Type="http://schemas.openxmlformats.org/officeDocument/2006/relationships/slideMaster" Target="slideMasters/slideMaster109.xml"/><Relationship Id="rId111" Type="http://schemas.openxmlformats.org/officeDocument/2006/relationships/slideMaster" Target="slideMasters/slideMaster110.xml"/><Relationship Id="rId112" Type="http://schemas.openxmlformats.org/officeDocument/2006/relationships/slideMaster" Target="slideMasters/slideMaster111.xml"/><Relationship Id="rId113" Type="http://schemas.openxmlformats.org/officeDocument/2006/relationships/slideMaster" Target="slideMasters/slideMaster112.xml"/><Relationship Id="rId114" Type="http://schemas.openxmlformats.org/officeDocument/2006/relationships/slideMaster" Target="slideMasters/slideMaster113.xml"/><Relationship Id="rId115" Type="http://schemas.openxmlformats.org/officeDocument/2006/relationships/slideMaster" Target="slideMasters/slideMaster114.xml"/><Relationship Id="rId116" Type="http://schemas.openxmlformats.org/officeDocument/2006/relationships/slideMaster" Target="slideMasters/slideMaster115.xml"/><Relationship Id="rId117" Type="http://schemas.openxmlformats.org/officeDocument/2006/relationships/slideMaster" Target="slideMasters/slideMaster116.xml"/><Relationship Id="rId118" Type="http://schemas.openxmlformats.org/officeDocument/2006/relationships/slideMaster" Target="slideMasters/slideMaster117.xml"/><Relationship Id="rId119" Type="http://schemas.openxmlformats.org/officeDocument/2006/relationships/slideMaster" Target="slideMasters/slideMaster118.xml"/><Relationship Id="rId120" Type="http://schemas.openxmlformats.org/officeDocument/2006/relationships/slideMaster" Target="slideMasters/slideMaster119.xml"/><Relationship Id="rId121" Type="http://schemas.openxmlformats.org/officeDocument/2006/relationships/slideMaster" Target="slideMasters/slideMaster120.xml"/><Relationship Id="rId122" Type="http://schemas.openxmlformats.org/officeDocument/2006/relationships/slideMaster" Target="slideMasters/slideMaster121.xml"/><Relationship Id="rId123" Type="http://schemas.openxmlformats.org/officeDocument/2006/relationships/slideMaster" Target="slideMasters/slideMaster122.xml"/><Relationship Id="rId124" Type="http://schemas.openxmlformats.org/officeDocument/2006/relationships/slideMaster" Target="slideMasters/slideMaster123.xml"/><Relationship Id="rId125" Type="http://schemas.openxmlformats.org/officeDocument/2006/relationships/slideMaster" Target="slideMasters/slideMaster124.xml"/><Relationship Id="rId126" Type="http://schemas.openxmlformats.org/officeDocument/2006/relationships/slideMaster" Target="slideMasters/slideMaster125.xml"/><Relationship Id="rId127" Type="http://schemas.openxmlformats.org/officeDocument/2006/relationships/slideMaster" Target="slideMasters/slideMaster126.xml"/><Relationship Id="rId128" Type="http://schemas.openxmlformats.org/officeDocument/2006/relationships/slideMaster" Target="slideMasters/slideMaster127.xml"/><Relationship Id="rId129" Type="http://schemas.openxmlformats.org/officeDocument/2006/relationships/slideMaster" Target="slideMasters/slideMaster128.xml"/><Relationship Id="rId130" Type="http://schemas.openxmlformats.org/officeDocument/2006/relationships/slideMaster" Target="slideMasters/slideMaster129.xml"/><Relationship Id="rId131" Type="http://schemas.openxmlformats.org/officeDocument/2006/relationships/slideMaster" Target="slideMasters/slideMaster130.xml"/><Relationship Id="rId132" Type="http://schemas.openxmlformats.org/officeDocument/2006/relationships/slideMaster" Target="slideMasters/slideMaster131.xml"/><Relationship Id="rId133" Type="http://schemas.openxmlformats.org/officeDocument/2006/relationships/slideMaster" Target="slideMasters/slideMaster132.xml"/><Relationship Id="rId134" Type="http://schemas.openxmlformats.org/officeDocument/2006/relationships/slideMaster" Target="slideMasters/slideMaster133.xml"/><Relationship Id="rId135" Type="http://schemas.openxmlformats.org/officeDocument/2006/relationships/slideMaster" Target="slideMasters/slideMaster134.xml"/><Relationship Id="rId136" Type="http://schemas.openxmlformats.org/officeDocument/2006/relationships/slideMaster" Target="slideMasters/slideMaster135.xml"/><Relationship Id="rId137" Type="http://schemas.openxmlformats.org/officeDocument/2006/relationships/slideMaster" Target="slideMasters/slideMaster136.xml"/><Relationship Id="rId138" Type="http://schemas.openxmlformats.org/officeDocument/2006/relationships/slideMaster" Target="slideMasters/slideMaster137.xml"/><Relationship Id="rId139" Type="http://schemas.openxmlformats.org/officeDocument/2006/relationships/slideMaster" Target="slideMasters/slideMaster138.xml"/><Relationship Id="rId140" Type="http://schemas.openxmlformats.org/officeDocument/2006/relationships/slideMaster" Target="slideMasters/slideMaster139.xml"/><Relationship Id="rId141" Type="http://schemas.openxmlformats.org/officeDocument/2006/relationships/slideMaster" Target="slideMasters/slideMaster140.xml"/><Relationship Id="rId142" Type="http://schemas.openxmlformats.org/officeDocument/2006/relationships/slideMaster" Target="slideMasters/slideMaster141.xml"/><Relationship Id="rId143" Type="http://schemas.openxmlformats.org/officeDocument/2006/relationships/slideMaster" Target="slideMasters/slideMaster142.xml"/><Relationship Id="rId144" Type="http://schemas.openxmlformats.org/officeDocument/2006/relationships/slideMaster" Target="slideMasters/slideMaster143.xml"/><Relationship Id="rId145" Type="http://schemas.openxmlformats.org/officeDocument/2006/relationships/slideMaster" Target="slideMasters/slideMaster144.xml"/><Relationship Id="rId146" Type="http://schemas.openxmlformats.org/officeDocument/2006/relationships/slideMaster" Target="slideMasters/slideMaster145.xml"/><Relationship Id="rId147" Type="http://schemas.openxmlformats.org/officeDocument/2006/relationships/slideMaster" Target="slideMasters/slideMaster146.xml"/><Relationship Id="rId148" Type="http://schemas.openxmlformats.org/officeDocument/2006/relationships/slideMaster" Target="slideMasters/slideMaster147.xml"/><Relationship Id="rId149" Type="http://schemas.openxmlformats.org/officeDocument/2006/relationships/slideMaster" Target="slideMasters/slideMaster148.xml"/><Relationship Id="rId150" Type="http://schemas.openxmlformats.org/officeDocument/2006/relationships/slideMaster" Target="slideMasters/slideMaster149.xml"/><Relationship Id="rId151" Type="http://schemas.openxmlformats.org/officeDocument/2006/relationships/slideMaster" Target="slideMasters/slideMaster150.xml"/><Relationship Id="rId152" Type="http://schemas.openxmlformats.org/officeDocument/2006/relationships/slideMaster" Target="slideMasters/slideMaster151.xml"/><Relationship Id="rId153" Type="http://schemas.openxmlformats.org/officeDocument/2006/relationships/slideMaster" Target="slideMasters/slideMaster152.xml"/><Relationship Id="rId154" Type="http://schemas.openxmlformats.org/officeDocument/2006/relationships/slideMaster" Target="slideMasters/slideMaster153.xml"/><Relationship Id="rId155" Type="http://schemas.openxmlformats.org/officeDocument/2006/relationships/slideMaster" Target="slideMasters/slideMaster154.xml"/><Relationship Id="rId156" Type="http://schemas.openxmlformats.org/officeDocument/2006/relationships/slideMaster" Target="slideMasters/slideMaster155.xml"/><Relationship Id="rId157" Type="http://schemas.openxmlformats.org/officeDocument/2006/relationships/slideMaster" Target="slideMasters/slideMaster156.xml"/><Relationship Id="rId158" Type="http://schemas.openxmlformats.org/officeDocument/2006/relationships/slideMaster" Target="slideMasters/slideMaster157.xml"/><Relationship Id="rId159" Type="http://schemas.openxmlformats.org/officeDocument/2006/relationships/slideMaster" Target="slideMasters/slideMaster158.xml"/><Relationship Id="rId160" Type="http://schemas.openxmlformats.org/officeDocument/2006/relationships/slideMaster" Target="slideMasters/slideMaster159.xml"/><Relationship Id="rId161" Type="http://schemas.openxmlformats.org/officeDocument/2006/relationships/slideMaster" Target="slideMasters/slideMaster160.xml"/><Relationship Id="rId162" Type="http://schemas.openxmlformats.org/officeDocument/2006/relationships/slideMaster" Target="slideMasters/slideMaster161.xml"/><Relationship Id="rId163" Type="http://schemas.openxmlformats.org/officeDocument/2006/relationships/slideMaster" Target="slideMasters/slideMaster162.xml"/><Relationship Id="rId164" Type="http://schemas.openxmlformats.org/officeDocument/2006/relationships/slideMaster" Target="slideMasters/slideMaster163.xml"/><Relationship Id="rId165" Type="http://schemas.openxmlformats.org/officeDocument/2006/relationships/slideMaster" Target="slideMasters/slideMaster164.xml"/><Relationship Id="rId166" Type="http://schemas.openxmlformats.org/officeDocument/2006/relationships/slideMaster" Target="slideMasters/slideMaster165.xml"/><Relationship Id="rId167" Type="http://schemas.openxmlformats.org/officeDocument/2006/relationships/slideMaster" Target="slideMasters/slideMaster166.xml"/><Relationship Id="rId168" Type="http://schemas.openxmlformats.org/officeDocument/2006/relationships/slideMaster" Target="slideMasters/slideMaster167.xml"/><Relationship Id="rId169" Type="http://schemas.openxmlformats.org/officeDocument/2006/relationships/slideMaster" Target="slideMasters/slideMaster168.xml"/><Relationship Id="rId170" Type="http://schemas.openxmlformats.org/officeDocument/2006/relationships/slideMaster" Target="slideMasters/slideMaster169.xml"/><Relationship Id="rId171" Type="http://schemas.openxmlformats.org/officeDocument/2006/relationships/slideMaster" Target="slideMasters/slideMaster170.xml"/><Relationship Id="rId172" Type="http://schemas.openxmlformats.org/officeDocument/2006/relationships/slideMaster" Target="slideMasters/slideMaster171.xml"/><Relationship Id="rId173" Type="http://schemas.openxmlformats.org/officeDocument/2006/relationships/slideMaster" Target="slideMasters/slideMaster172.xml"/><Relationship Id="rId174" Type="http://schemas.openxmlformats.org/officeDocument/2006/relationships/slideMaster" Target="slideMasters/slideMaster173.xml"/><Relationship Id="rId175" Type="http://schemas.openxmlformats.org/officeDocument/2006/relationships/slideMaster" Target="slideMasters/slideMaster174.xml"/><Relationship Id="rId176" Type="http://schemas.openxmlformats.org/officeDocument/2006/relationships/slideMaster" Target="slideMasters/slideMaster175.xml"/><Relationship Id="rId177" Type="http://schemas.openxmlformats.org/officeDocument/2006/relationships/slideMaster" Target="slideMasters/slideMaster176.xml"/><Relationship Id="rId178" Type="http://schemas.openxmlformats.org/officeDocument/2006/relationships/slideMaster" Target="slideMasters/slideMaster177.xml"/><Relationship Id="rId179" Type="http://schemas.openxmlformats.org/officeDocument/2006/relationships/slideMaster" Target="slideMasters/slideMaster178.xml"/><Relationship Id="rId180" Type="http://schemas.openxmlformats.org/officeDocument/2006/relationships/slideMaster" Target="slideMasters/slideMaster179.xml"/><Relationship Id="rId181" Type="http://schemas.openxmlformats.org/officeDocument/2006/relationships/slideMaster" Target="slideMasters/slideMaster180.xml"/><Relationship Id="rId182" Type="http://schemas.openxmlformats.org/officeDocument/2006/relationships/slideMaster" Target="slideMasters/slideMaster181.xml"/><Relationship Id="rId183" Type="http://schemas.openxmlformats.org/officeDocument/2006/relationships/slideMaster" Target="slideMasters/slideMaster182.xml"/><Relationship Id="rId184" Type="http://schemas.openxmlformats.org/officeDocument/2006/relationships/slideMaster" Target="slideMasters/slideMaster183.xml"/><Relationship Id="rId185" Type="http://schemas.openxmlformats.org/officeDocument/2006/relationships/slideMaster" Target="slideMasters/slideMaster184.xml"/><Relationship Id="rId186" Type="http://schemas.openxmlformats.org/officeDocument/2006/relationships/slideMaster" Target="slideMasters/slideMaster185.xml"/><Relationship Id="rId187" Type="http://schemas.openxmlformats.org/officeDocument/2006/relationships/slideMaster" Target="slideMasters/slideMaster186.xml"/><Relationship Id="rId188" Type="http://schemas.openxmlformats.org/officeDocument/2006/relationships/slideMaster" Target="slideMasters/slideMaster187.xml"/><Relationship Id="rId189" Type="http://schemas.openxmlformats.org/officeDocument/2006/relationships/slideMaster" Target="slideMasters/slideMaster188.xml"/><Relationship Id="rId190" Type="http://schemas.openxmlformats.org/officeDocument/2006/relationships/slideMaster" Target="slideMasters/slideMaster189.xml"/><Relationship Id="rId191" Type="http://schemas.openxmlformats.org/officeDocument/2006/relationships/slideMaster" Target="slideMasters/slideMaster190.xml"/><Relationship Id="rId192" Type="http://schemas.openxmlformats.org/officeDocument/2006/relationships/slideMaster" Target="slideMasters/slideMaster191.xml"/><Relationship Id="rId193" Type="http://schemas.openxmlformats.org/officeDocument/2006/relationships/slideMaster" Target="slideMasters/slideMaster192.xml"/><Relationship Id="rId194" Type="http://schemas.openxmlformats.org/officeDocument/2006/relationships/slideMaster" Target="slideMasters/slideMaster193.xml"/><Relationship Id="rId195" Type="http://schemas.openxmlformats.org/officeDocument/2006/relationships/slideMaster" Target="slideMasters/slideMaster194.xml"/><Relationship Id="rId196" Type="http://schemas.openxmlformats.org/officeDocument/2006/relationships/slideMaster" Target="slideMasters/slideMaster195.xml"/><Relationship Id="rId197" Type="http://schemas.openxmlformats.org/officeDocument/2006/relationships/slideMaster" Target="slideMasters/slideMaster196.xml"/><Relationship Id="rId198" Type="http://schemas.openxmlformats.org/officeDocument/2006/relationships/slideMaster" Target="slideMasters/slideMaster197.xml"/><Relationship Id="rId199" Type="http://schemas.openxmlformats.org/officeDocument/2006/relationships/slideMaster" Target="slideMasters/slideMaster198.xml"/><Relationship Id="rId200" Type="http://schemas.openxmlformats.org/officeDocument/2006/relationships/slideMaster" Target="slideMasters/slideMaster199.xml"/><Relationship Id="rId201" Type="http://schemas.openxmlformats.org/officeDocument/2006/relationships/slideMaster" Target="slideMasters/slideMaster200.xml"/><Relationship Id="rId202" Type="http://schemas.openxmlformats.org/officeDocument/2006/relationships/slideMaster" Target="slideMasters/slideMaster201.xml"/><Relationship Id="rId203" Type="http://schemas.openxmlformats.org/officeDocument/2006/relationships/slideMaster" Target="slideMasters/slideMaster202.xml"/><Relationship Id="rId204" Type="http://schemas.openxmlformats.org/officeDocument/2006/relationships/slideMaster" Target="slideMasters/slideMaster203.xml"/><Relationship Id="rId205" Type="http://schemas.openxmlformats.org/officeDocument/2006/relationships/slideMaster" Target="slideMasters/slideMaster204.xml"/><Relationship Id="rId206" Type="http://schemas.openxmlformats.org/officeDocument/2006/relationships/slideMaster" Target="slideMasters/slideMaster205.xml"/><Relationship Id="rId207" Type="http://schemas.openxmlformats.org/officeDocument/2006/relationships/slideMaster" Target="slideMasters/slideMaster206.xml"/><Relationship Id="rId208" Type="http://schemas.openxmlformats.org/officeDocument/2006/relationships/slideMaster" Target="slideMasters/slideMaster207.xml"/><Relationship Id="rId209" Type="http://schemas.openxmlformats.org/officeDocument/2006/relationships/slideMaster" Target="slideMasters/slideMaster208.xml"/><Relationship Id="rId210" Type="http://schemas.openxmlformats.org/officeDocument/2006/relationships/slideMaster" Target="slideMasters/slideMaster209.xml"/><Relationship Id="rId211" Type="http://schemas.openxmlformats.org/officeDocument/2006/relationships/slideMaster" Target="slideMasters/slideMaster210.xml"/><Relationship Id="rId212" Type="http://schemas.openxmlformats.org/officeDocument/2006/relationships/slideMaster" Target="slideMasters/slideMaster211.xml"/><Relationship Id="rId213" Type="http://schemas.openxmlformats.org/officeDocument/2006/relationships/slideMaster" Target="slideMasters/slideMaster212.xml"/><Relationship Id="rId214" Type="http://schemas.openxmlformats.org/officeDocument/2006/relationships/slideMaster" Target="slideMasters/slideMaster213.xml"/><Relationship Id="rId215" Type="http://schemas.openxmlformats.org/officeDocument/2006/relationships/slideMaster" Target="slideMasters/slideMaster214.xml"/><Relationship Id="rId216" Type="http://schemas.openxmlformats.org/officeDocument/2006/relationships/slideMaster" Target="slideMasters/slideMaster215.xml"/><Relationship Id="rId217" Type="http://schemas.openxmlformats.org/officeDocument/2006/relationships/slideMaster" Target="slideMasters/slideMaster216.xml"/><Relationship Id="rId218" Type="http://schemas.openxmlformats.org/officeDocument/2006/relationships/slideMaster" Target="slideMasters/slideMaster217.xml"/><Relationship Id="rId219" Type="http://schemas.openxmlformats.org/officeDocument/2006/relationships/slideMaster" Target="slideMasters/slideMaster218.xml"/><Relationship Id="rId220" Type="http://schemas.openxmlformats.org/officeDocument/2006/relationships/slideMaster" Target="slideMasters/slideMaster219.xml"/><Relationship Id="rId221" Type="http://schemas.openxmlformats.org/officeDocument/2006/relationships/slideMaster" Target="slideMasters/slideMaster220.xml"/><Relationship Id="rId222" Type="http://schemas.openxmlformats.org/officeDocument/2006/relationships/slideMaster" Target="slideMasters/slideMaster221.xml"/><Relationship Id="rId223" Type="http://schemas.openxmlformats.org/officeDocument/2006/relationships/slideMaster" Target="slideMasters/slideMaster222.xml"/><Relationship Id="rId224" Type="http://schemas.openxmlformats.org/officeDocument/2006/relationships/slideMaster" Target="slideMasters/slideMaster223.xml"/><Relationship Id="rId225" Type="http://schemas.openxmlformats.org/officeDocument/2006/relationships/slideMaster" Target="slideMasters/slideMaster224.xml"/><Relationship Id="rId226" Type="http://schemas.openxmlformats.org/officeDocument/2006/relationships/slideMaster" Target="slideMasters/slideMaster225.xml"/><Relationship Id="rId227" Type="http://schemas.openxmlformats.org/officeDocument/2006/relationships/slideMaster" Target="slideMasters/slideMaster226.xml"/><Relationship Id="rId228" Type="http://schemas.openxmlformats.org/officeDocument/2006/relationships/slideMaster" Target="slideMasters/slideMaster227.xml"/><Relationship Id="rId229" Type="http://schemas.openxmlformats.org/officeDocument/2006/relationships/slideMaster" Target="slideMasters/slideMaster228.xml"/><Relationship Id="rId230" Type="http://schemas.openxmlformats.org/officeDocument/2006/relationships/slideMaster" Target="slideMasters/slideMaster229.xml"/><Relationship Id="rId231" Type="http://schemas.openxmlformats.org/officeDocument/2006/relationships/slideMaster" Target="slideMasters/slideMaster230.xml"/><Relationship Id="rId232" Type="http://schemas.openxmlformats.org/officeDocument/2006/relationships/slideMaster" Target="slideMasters/slideMaster231.xml"/><Relationship Id="rId233" Type="http://schemas.openxmlformats.org/officeDocument/2006/relationships/slideMaster" Target="slideMasters/slideMaster232.xml"/><Relationship Id="rId234" Type="http://schemas.openxmlformats.org/officeDocument/2006/relationships/slideMaster" Target="slideMasters/slideMaster233.xml"/><Relationship Id="rId235" Type="http://schemas.openxmlformats.org/officeDocument/2006/relationships/slideMaster" Target="slideMasters/slideMaster234.xml"/><Relationship Id="rId236" Type="http://schemas.openxmlformats.org/officeDocument/2006/relationships/slideMaster" Target="slideMasters/slideMaster235.xml"/><Relationship Id="rId237" Type="http://schemas.openxmlformats.org/officeDocument/2006/relationships/slideMaster" Target="slideMasters/slideMaster236.xml"/><Relationship Id="rId238" Type="http://schemas.openxmlformats.org/officeDocument/2006/relationships/slideMaster" Target="slideMasters/slideMaster237.xml"/><Relationship Id="rId239" Type="http://schemas.openxmlformats.org/officeDocument/2006/relationships/slideMaster" Target="slideMasters/slideMaster238.xml"/><Relationship Id="rId240" Type="http://schemas.openxmlformats.org/officeDocument/2006/relationships/slideMaster" Target="slideMasters/slideMaster239.xml"/><Relationship Id="rId241" Type="http://schemas.openxmlformats.org/officeDocument/2006/relationships/slideMaster" Target="slideMasters/slideMaster240.xml"/><Relationship Id="rId242" Type="http://schemas.openxmlformats.org/officeDocument/2006/relationships/slideMaster" Target="slideMasters/slideMaster241.xml"/><Relationship Id="rId243" Type="http://schemas.openxmlformats.org/officeDocument/2006/relationships/slideMaster" Target="slideMasters/slideMaster242.xml"/><Relationship Id="rId244" Type="http://schemas.openxmlformats.org/officeDocument/2006/relationships/slideMaster" Target="slideMasters/slideMaster243.xml"/><Relationship Id="rId245" Type="http://schemas.openxmlformats.org/officeDocument/2006/relationships/slideMaster" Target="slideMasters/slideMaster244.xml"/><Relationship Id="rId246" Type="http://schemas.openxmlformats.org/officeDocument/2006/relationships/slideMaster" Target="slideMasters/slideMaster245.xml"/><Relationship Id="rId247" Type="http://schemas.openxmlformats.org/officeDocument/2006/relationships/slideMaster" Target="slideMasters/slideMaster246.xml"/><Relationship Id="rId248" Type="http://schemas.openxmlformats.org/officeDocument/2006/relationships/slideMaster" Target="slideMasters/slideMaster247.xml"/><Relationship Id="rId249" Type="http://schemas.openxmlformats.org/officeDocument/2006/relationships/slideMaster" Target="slideMasters/slideMaster248.xml"/><Relationship Id="rId250" Type="http://schemas.openxmlformats.org/officeDocument/2006/relationships/slideMaster" Target="slideMasters/slideMaster249.xml"/><Relationship Id="rId251" Type="http://schemas.openxmlformats.org/officeDocument/2006/relationships/slideMaster" Target="slideMasters/slideMaster250.xml"/><Relationship Id="rId252" Type="http://schemas.openxmlformats.org/officeDocument/2006/relationships/slideMaster" Target="slideMasters/slideMaster251.xml"/><Relationship Id="rId253" Type="http://schemas.openxmlformats.org/officeDocument/2006/relationships/slideMaster" Target="slideMasters/slideMaster252.xml"/><Relationship Id="rId254" Type="http://schemas.openxmlformats.org/officeDocument/2006/relationships/slideMaster" Target="slideMasters/slideMaster253.xml"/><Relationship Id="rId255" Type="http://schemas.openxmlformats.org/officeDocument/2006/relationships/slideMaster" Target="slideMasters/slideMaster254.xml"/><Relationship Id="rId256" Type="http://schemas.openxmlformats.org/officeDocument/2006/relationships/slideMaster" Target="slideMasters/slideMaster255.xml"/><Relationship Id="rId257" Type="http://schemas.openxmlformats.org/officeDocument/2006/relationships/slideMaster" Target="slideMasters/slideMaster256.xml"/><Relationship Id="rId258" Type="http://schemas.openxmlformats.org/officeDocument/2006/relationships/slideMaster" Target="slideMasters/slideMaster257.xml"/><Relationship Id="rId259" Type="http://schemas.openxmlformats.org/officeDocument/2006/relationships/slideMaster" Target="slideMasters/slideMaster258.xml"/><Relationship Id="rId260" Type="http://schemas.openxmlformats.org/officeDocument/2006/relationships/slideMaster" Target="slideMasters/slideMaster259.xml"/><Relationship Id="rId261" Type="http://schemas.openxmlformats.org/officeDocument/2006/relationships/slideMaster" Target="slideMasters/slideMaster260.xml"/><Relationship Id="rId262" Type="http://schemas.openxmlformats.org/officeDocument/2006/relationships/slideMaster" Target="slideMasters/slideMaster261.xml"/><Relationship Id="rId263" Type="http://schemas.openxmlformats.org/officeDocument/2006/relationships/slideMaster" Target="slideMasters/slideMaster262.xml"/><Relationship Id="rId264" Type="http://schemas.openxmlformats.org/officeDocument/2006/relationships/slideMaster" Target="slideMasters/slideMaster263.xml"/><Relationship Id="rId265" Type="http://schemas.openxmlformats.org/officeDocument/2006/relationships/slideMaster" Target="slideMasters/slideMaster264.xml"/><Relationship Id="rId266" Type="http://schemas.openxmlformats.org/officeDocument/2006/relationships/slideMaster" Target="slideMasters/slideMaster265.xml"/><Relationship Id="rId267" Type="http://schemas.openxmlformats.org/officeDocument/2006/relationships/slideMaster" Target="slideMasters/slideMaster266.xml"/><Relationship Id="rId268" Type="http://schemas.openxmlformats.org/officeDocument/2006/relationships/slideMaster" Target="slideMasters/slideMaster267.xml"/><Relationship Id="rId269" Type="http://schemas.openxmlformats.org/officeDocument/2006/relationships/slideMaster" Target="slideMasters/slideMaster268.xml"/><Relationship Id="rId270" Type="http://schemas.openxmlformats.org/officeDocument/2006/relationships/slideMaster" Target="slideMasters/slideMaster269.xml"/><Relationship Id="rId271" Type="http://schemas.openxmlformats.org/officeDocument/2006/relationships/slideMaster" Target="slideMasters/slideMaster270.xml"/><Relationship Id="rId272" Type="http://schemas.openxmlformats.org/officeDocument/2006/relationships/slideMaster" Target="slideMasters/slideMaster271.xml"/><Relationship Id="rId273" Type="http://schemas.openxmlformats.org/officeDocument/2006/relationships/slideMaster" Target="slideMasters/slideMaster272.xml"/><Relationship Id="rId274" Type="http://schemas.openxmlformats.org/officeDocument/2006/relationships/slideMaster" Target="slideMasters/slideMaster273.xml"/><Relationship Id="rId275" Type="http://schemas.openxmlformats.org/officeDocument/2006/relationships/slideMaster" Target="slideMasters/slideMaster274.xml"/><Relationship Id="rId276" Type="http://schemas.openxmlformats.org/officeDocument/2006/relationships/slideMaster" Target="slideMasters/slideMaster275.xml"/><Relationship Id="rId277" Type="http://schemas.openxmlformats.org/officeDocument/2006/relationships/slideMaster" Target="slideMasters/slideMaster276.xml"/><Relationship Id="rId278" Type="http://schemas.openxmlformats.org/officeDocument/2006/relationships/slideMaster" Target="slideMasters/slideMaster277.xml"/><Relationship Id="rId279" Type="http://schemas.openxmlformats.org/officeDocument/2006/relationships/slideMaster" Target="slideMasters/slideMaster278.xml"/><Relationship Id="rId280" Type="http://schemas.openxmlformats.org/officeDocument/2006/relationships/slideMaster" Target="slideMasters/slideMaster279.xml"/><Relationship Id="rId281" Type="http://schemas.openxmlformats.org/officeDocument/2006/relationships/slideMaster" Target="slideMasters/slideMaster280.xml"/><Relationship Id="rId282" Type="http://schemas.openxmlformats.org/officeDocument/2006/relationships/slideMaster" Target="slideMasters/slideMaster281.xml"/><Relationship Id="rId283" Type="http://schemas.openxmlformats.org/officeDocument/2006/relationships/slideMaster" Target="slideMasters/slideMaster282.xml"/><Relationship Id="rId284" Type="http://schemas.openxmlformats.org/officeDocument/2006/relationships/slideMaster" Target="slideMasters/slideMaster283.xml"/><Relationship Id="rId285" Type="http://schemas.openxmlformats.org/officeDocument/2006/relationships/slideMaster" Target="slideMasters/slideMaster284.xml"/><Relationship Id="rId286" Type="http://schemas.openxmlformats.org/officeDocument/2006/relationships/slideMaster" Target="slideMasters/slideMaster285.xml"/><Relationship Id="rId287" Type="http://schemas.openxmlformats.org/officeDocument/2006/relationships/slideMaster" Target="slideMasters/slideMaster286.xml"/><Relationship Id="rId288" Type="http://schemas.openxmlformats.org/officeDocument/2006/relationships/slideMaster" Target="slideMasters/slideMaster287.xml"/><Relationship Id="rId289" Type="http://schemas.openxmlformats.org/officeDocument/2006/relationships/slideMaster" Target="slideMasters/slideMaster288.xml"/><Relationship Id="rId290" Type="http://schemas.openxmlformats.org/officeDocument/2006/relationships/slideMaster" Target="slideMasters/slideMaster289.xml"/><Relationship Id="rId291" Type="http://schemas.openxmlformats.org/officeDocument/2006/relationships/slideMaster" Target="slideMasters/slideMaster290.xml"/><Relationship Id="rId292" Type="http://schemas.openxmlformats.org/officeDocument/2006/relationships/slideMaster" Target="slideMasters/slideMaster291.xml"/><Relationship Id="rId293" Type="http://schemas.openxmlformats.org/officeDocument/2006/relationships/slideMaster" Target="slideMasters/slideMaster292.xml"/><Relationship Id="rId294" Type="http://schemas.openxmlformats.org/officeDocument/2006/relationships/slideMaster" Target="slideMasters/slideMaster293.xml"/><Relationship Id="rId295" Type="http://schemas.openxmlformats.org/officeDocument/2006/relationships/slideMaster" Target="slideMasters/slideMaster294.xml"/><Relationship Id="rId296" Type="http://schemas.openxmlformats.org/officeDocument/2006/relationships/slideMaster" Target="slideMasters/slideMaster295.xml"/><Relationship Id="rId297" Type="http://schemas.openxmlformats.org/officeDocument/2006/relationships/slideMaster" Target="slideMasters/slideMaster296.xml"/><Relationship Id="rId298" Type="http://schemas.openxmlformats.org/officeDocument/2006/relationships/slideMaster" Target="slideMasters/slideMaster297.xml"/><Relationship Id="rId299" Type="http://schemas.openxmlformats.org/officeDocument/2006/relationships/slideMaster" Target="slideMasters/slideMaster298.xml"/><Relationship Id="rId300" Type="http://schemas.openxmlformats.org/officeDocument/2006/relationships/slideMaster" Target="slideMasters/slideMaster299.xml"/><Relationship Id="rId301" Type="http://schemas.openxmlformats.org/officeDocument/2006/relationships/slideMaster" Target="slideMasters/slideMaster300.xml"/><Relationship Id="rId302" Type="http://schemas.openxmlformats.org/officeDocument/2006/relationships/slideMaster" Target="slideMasters/slideMaster301.xml"/><Relationship Id="rId303" Type="http://schemas.openxmlformats.org/officeDocument/2006/relationships/slideMaster" Target="slideMasters/slideMaster302.xml"/><Relationship Id="rId304" Type="http://schemas.openxmlformats.org/officeDocument/2006/relationships/slideMaster" Target="slideMasters/slideMaster303.xml"/><Relationship Id="rId305" Type="http://schemas.openxmlformats.org/officeDocument/2006/relationships/notesMaster" Target="notesMasters/notesMaster1.xml"/><Relationship Id="rId306" Type="http://schemas.openxmlformats.org/officeDocument/2006/relationships/slide" Target="slides/slide1.xml"/><Relationship Id="rId307" Type="http://schemas.openxmlformats.org/officeDocument/2006/relationships/slide" Target="slides/slide2.xml"/><Relationship Id="rId308" Type="http://schemas.openxmlformats.org/officeDocument/2006/relationships/slide" Target="slides/slide3.xml"/><Relationship Id="rId309" Type="http://schemas.openxmlformats.org/officeDocument/2006/relationships/slide" Target="slides/slide4.xml"/><Relationship Id="rId310" Type="http://schemas.openxmlformats.org/officeDocument/2006/relationships/slide" Target="slides/slide5.xml"/><Relationship Id="rId311" Type="http://schemas.openxmlformats.org/officeDocument/2006/relationships/slide" Target="slides/slide6.xml"/><Relationship Id="rId312" Type="http://schemas.openxmlformats.org/officeDocument/2006/relationships/slide" Target="slides/slide7.xml"/><Relationship Id="rId313" Type="http://schemas.openxmlformats.org/officeDocument/2006/relationships/slide" Target="slides/slide8.xml"/><Relationship Id="rId314" Type="http://schemas.openxmlformats.org/officeDocument/2006/relationships/slide" Target="slides/slide9.xml"/><Relationship Id="rId315" Type="http://schemas.openxmlformats.org/officeDocument/2006/relationships/slide" Target="slides/slide10.xml"/><Relationship Id="rId316" Type="http://schemas.openxmlformats.org/officeDocument/2006/relationships/slide" Target="slides/slide11.xml"/><Relationship Id="rId317" Type="http://schemas.openxmlformats.org/officeDocument/2006/relationships/slide" Target="slides/slide12.xml"/><Relationship Id="rId318" Type="http://schemas.openxmlformats.org/officeDocument/2006/relationships/slide" Target="slides/slide13.xml"/><Relationship Id="rId319" Type="http://schemas.openxmlformats.org/officeDocument/2006/relationships/slide" Target="slides/slide14.xml"/><Relationship Id="rId320" Type="http://schemas.openxmlformats.org/officeDocument/2006/relationships/slide" Target="slides/slide15.xml"/><Relationship Id="rId321" Type="http://schemas.openxmlformats.org/officeDocument/2006/relationships/slide" Target="slides/slide16.xml"/><Relationship Id="rId322" Type="http://schemas.openxmlformats.org/officeDocument/2006/relationships/slide" Target="slides/slide17.xml"/><Relationship Id="rId323" Type="http://schemas.openxmlformats.org/officeDocument/2006/relationships/slide" Target="slides/slide18.xml"/><Relationship Id="rId324" Type="http://schemas.openxmlformats.org/officeDocument/2006/relationships/slide" Target="slides/slide19.xml"/><Relationship Id="rId325" Type="http://schemas.openxmlformats.org/officeDocument/2006/relationships/slide" Target="slides/slide20.xml"/><Relationship Id="rId326" Type="http://schemas.openxmlformats.org/officeDocument/2006/relationships/slide" Target="slides/slide21.xml"/><Relationship Id="rId327" Type="http://schemas.openxmlformats.org/officeDocument/2006/relationships/slide" Target="slides/slide22.xml"/><Relationship Id="rId328" Type="http://schemas.openxmlformats.org/officeDocument/2006/relationships/slide" Target="slides/slide23.xml"/><Relationship Id="rId329" Type="http://schemas.openxmlformats.org/officeDocument/2006/relationships/slide" Target="slides/slide24.xml"/><Relationship Id="rId330" Type="http://schemas.openxmlformats.org/officeDocument/2006/relationships/slide" Target="slides/slide25.xml"/><Relationship Id="rId331" Type="http://schemas.openxmlformats.org/officeDocument/2006/relationships/slide" Target="slides/slide26.xml"/><Relationship Id="rId332" Type="http://schemas.openxmlformats.org/officeDocument/2006/relationships/slide" Target="slides/slide27.xml"/><Relationship Id="rId333" Type="http://schemas.openxmlformats.org/officeDocument/2006/relationships/slide" Target="slides/slide28.xml"/><Relationship Id="rId334" Type="http://schemas.openxmlformats.org/officeDocument/2006/relationships/slide" Target="slides/slide29.xml"/><Relationship Id="rId335" Type="http://schemas.openxmlformats.org/officeDocument/2006/relationships/slide" Target="slides/slide30.xml"/><Relationship Id="rId336" Type="http://schemas.openxmlformats.org/officeDocument/2006/relationships/slide" Target="slides/slide31.xml"/><Relationship Id="rId337" Type="http://schemas.openxmlformats.org/officeDocument/2006/relationships/slide" Target="slides/slide32.xml"/><Relationship Id="rId338" Type="http://schemas.openxmlformats.org/officeDocument/2006/relationships/slide" Target="slides/slide33.xml"/><Relationship Id="rId339" Type="http://schemas.openxmlformats.org/officeDocument/2006/relationships/slide" Target="slides/slide34.xml"/><Relationship Id="rId340" Type="http://schemas.openxmlformats.org/officeDocument/2006/relationships/slide" Target="slides/slide35.xml"/><Relationship Id="rId341" Type="http://schemas.openxmlformats.org/officeDocument/2006/relationships/slide" Target="slides/slide36.xml"/><Relationship Id="rId342" Type="http://schemas.openxmlformats.org/officeDocument/2006/relationships/slide" Target="slides/slide37.xml"/><Relationship Id="rId343" Type="http://schemas.openxmlformats.org/officeDocument/2006/relationships/slide" Target="slides/slide38.xml"/><Relationship Id="rId344" Type="http://schemas.openxmlformats.org/officeDocument/2006/relationships/slide" Target="slides/slide39.xml"/><Relationship Id="rId345" Type="http://schemas.openxmlformats.org/officeDocument/2006/relationships/slide" Target="slides/slide40.xml"/><Relationship Id="rId346" Type="http://schemas.openxmlformats.org/officeDocument/2006/relationships/slide" Target="slides/slide41.xml"/><Relationship Id="rId347" Type="http://schemas.openxmlformats.org/officeDocument/2006/relationships/slide" Target="slides/slide42.xml"/><Relationship Id="rId348" Type="http://schemas.openxmlformats.org/officeDocument/2006/relationships/slide" Target="slides/slide43.xml"/><Relationship Id="rId349" Type="http://schemas.openxmlformats.org/officeDocument/2006/relationships/slide" Target="slides/slide44.xml"/><Relationship Id="rId350" Type="http://schemas.openxmlformats.org/officeDocument/2006/relationships/presProps" Target="presProps.xml"/>
</Relationships>
</file>

<file path=ppt/notesMasters/_rels/notesMaster1.xml.rels><?xml version="1.0" encoding="UTF-8"?>
<Relationships xmlns="http://schemas.openxmlformats.org/package/2006/relationships"><Relationship Id="rId1" Type="http://schemas.openxmlformats.org/officeDocument/2006/relationships/theme" Target="../theme/theme304.xml"/>
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2" name=""/>
          <p:cNvSpPr/>
          <p:nvPr/>
        </p:nvSpPr>
        <p:spPr>
          <a:xfrm>
            <a:off x="0" y="0"/>
            <a:ext cx="6796800" cy="9928800"/>
          </a:xfrm>
          <a:prstGeom prst="rect">
            <a:avLst/>
          </a:prstGeom>
          <a:solidFill>
            <a:srgbClr val="ffffff"/>
          </a:solidFill>
          <a:ln w="0">
            <a:noFill/>
          </a:ln>
        </p:spPr>
      </p:sp>
      <p:sp>
        <p:nvSpPr>
          <p:cNvPr id="13033" name="PlaceHolder 1"/>
          <p:cNvSpPr>
            <a:spLocks noGrp="1"/>
          </p:cNvSpPr>
          <p:nvPr>
            <p:ph type="hdr"/>
          </p:nvPr>
        </p:nvSpPr>
        <p:spPr>
          <a:xfrm>
            <a:off x="0" y="-360"/>
            <a:ext cx="2946240" cy="49860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p>
            <a:endParaRPr b="0" lang="en-US" sz="2400" spc="-1" strike="noStrike">
              <a:latin typeface="Times New Roman"/>
            </a:endParaRPr>
          </a:p>
        </p:txBody>
      </p:sp>
      <p:sp>
        <p:nvSpPr>
          <p:cNvPr id="13034" name="PlaceHolder 2"/>
          <p:cNvSpPr>
            <a:spLocks noGrp="1"/>
          </p:cNvSpPr>
          <p:nvPr>
            <p:ph type="dt" idx="384"/>
          </p:nvPr>
        </p:nvSpPr>
        <p:spPr>
          <a:xfrm>
            <a:off x="3849840" y="-360"/>
            <a:ext cx="2946240" cy="49860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lstStyle>
            <a:lvl1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1200" spc="-1" strike="noStrike">
                <a:latin typeface="Calibri"/>
              </a:defRPr>
            </a:lvl1pPr>
          </a:lstStyle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200" spc="-1" strike="noStrike">
                <a:latin typeface="Calibri"/>
              </a:rPr>
              <a:t>&lt;date/time&gt;</a:t>
            </a:r>
            <a:endParaRPr b="0" lang="en-US" sz="1200" spc="-1" strike="noStrike">
              <a:latin typeface="Times New Roman"/>
            </a:endParaRPr>
          </a:p>
        </p:txBody>
      </p:sp>
      <p:sp>
        <p:nvSpPr>
          <p:cNvPr id="13035" name="PlaceHolder 3"/>
          <p:cNvSpPr>
            <a:spLocks noGrp="1"/>
          </p:cNvSpPr>
          <p:nvPr>
            <p:ph type="sldImg"/>
          </p:nvPr>
        </p:nvSpPr>
        <p:spPr>
          <a:xfrm>
            <a:off x="-117720" y="1240920"/>
            <a:ext cx="7032600" cy="3349800"/>
          </a:xfrm>
          <a:prstGeom prst="rect">
            <a:avLst/>
          </a:prstGeom>
          <a:noFill/>
          <a:ln w="12600">
            <a:solidFill>
              <a:srgbClr val="000000"/>
            </a:solidFill>
            <a:miter/>
          </a:ln>
        </p:spPr>
        <p:txBody>
          <a:bodyPr lIns="91800" rIns="91800" anchor="ctr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move the slide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36" name="PlaceHolder 4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</a:rPr>
              <a:t>Click to edit the notes format</a:t>
            </a:r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3037" name="PlaceHolder 5"/>
          <p:cNvSpPr>
            <a:spLocks noGrp="1"/>
          </p:cNvSpPr>
          <p:nvPr>
            <p:ph type="ftr" idx="385"/>
          </p:nvPr>
        </p:nvSpPr>
        <p:spPr>
          <a:xfrm>
            <a:off x="0" y="9429840"/>
            <a:ext cx="2946240" cy="49824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b">
            <a:noAutofit/>
          </a:bodyPr>
          <a:lstStyle>
            <a:lvl1pPr>
              <a:defRPr b="0" lang="en-US" sz="2400" spc="-1" strike="noStrike">
                <a:latin typeface="Times New Roman"/>
              </a:defRPr>
            </a:lvl1pPr>
          </a:lstStyle>
          <a:p>
            <a:endParaRPr b="0" lang="en-US" sz="2400" spc="-1" strike="noStrike">
              <a:latin typeface="Times New Roman"/>
            </a:endParaRPr>
          </a:p>
        </p:txBody>
      </p:sp>
      <p:sp>
        <p:nvSpPr>
          <p:cNvPr id="13038" name="PlaceHolder 6"/>
          <p:cNvSpPr>
            <a:spLocks noGrp="1"/>
          </p:cNvSpPr>
          <p:nvPr>
            <p:ph type="sldNum" idx="386"/>
          </p:nvPr>
        </p:nvSpPr>
        <p:spPr>
          <a:xfrm>
            <a:off x="3849840" y="9429840"/>
            <a:ext cx="2946240" cy="49824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b">
            <a:noAutofit/>
          </a:bodyPr>
          <a:lstStyle>
            <a:lvl1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1200" spc="-1" strike="noStrike">
                <a:latin typeface="Calibri"/>
              </a:defRPr>
            </a:lvl1pPr>
          </a:lstStyle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F20E5A6-F9B6-453F-AF31-CC5E912C68F4}" type="slidenum">
              <a:rPr b="0" lang="en-IN" sz="1200" spc="-1" strike="noStrike">
                <a:latin typeface="Calibri"/>
              </a:rPr>
              <a:t>&lt;number&gt;</a:t>
            </a:fld>
            <a:endParaRPr b="0" lang="en-US" sz="12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</p:notesMaster>
</file>

<file path=ppt/notesSlides/_rels/notesSlide1.xml.rels><?xml version="1.0" encoding="UTF-8"?>
<Relationships xmlns="http://schemas.openxmlformats.org/package/2006/relationships"><Relationship Id="rId1" Type="http://schemas.openxmlformats.org/officeDocument/2006/relationships/slide" Target="../slides/slide1.xml"/><Relationship Id="rId2" Type="http://schemas.openxmlformats.org/officeDocument/2006/relationships/notesMaster" Target="../notesMasters/notesMaster1.xml"/>
</Relationships>
</file>

<file path=ppt/notesSlides/_rels/notesSlide2.xml.rels><?xml version="1.0" encoding="UTF-8"?>
<Relationships xmlns="http://schemas.openxmlformats.org/package/2006/relationships"><Relationship Id="rId1" Type="http://schemas.openxmlformats.org/officeDocument/2006/relationships/slide" Target="../slides/slide2.xml"/><Relationship Id="rId2" Type="http://schemas.openxmlformats.org/officeDocument/2006/relationships/notesMaster" Target="../notesMasters/notesMaster1.xml"/>
</Relationships>
</file>

<file path=ppt/notesSlides/_rels/notesSlide3.xml.rels><?xml version="1.0" encoding="UTF-8"?>
<Relationships xmlns="http://schemas.openxmlformats.org/package/2006/relationships"><Relationship Id="rId1" Type="http://schemas.openxmlformats.org/officeDocument/2006/relationships/slide" Target="../slides/slide3.xml"/><Relationship Id="rId2" Type="http://schemas.openxmlformats.org/officeDocument/2006/relationships/notesMaster" Target="../notesMasters/notesMaster1.xml"/>
</Relationships>
</file>

<file path=ppt/notesSlides/_rels/notesSlide4.xml.rels><?xml version="1.0" encoding="UTF-8"?>
<Relationships xmlns="http://schemas.openxmlformats.org/package/2006/relationships"><Relationship Id="rId1" Type="http://schemas.openxmlformats.org/officeDocument/2006/relationships/slide" Target="../slides/slide4.xml"/><Relationship Id="rId2" Type="http://schemas.openxmlformats.org/officeDocument/2006/relationships/notesMaster" Target="../notesMasters/notesMaster1.xml"/>
</Relationships>
</file>

<file path=ppt/notesSlides/_rels/notesSlide5.xml.rels><?xml version="1.0" encoding="UTF-8"?>
<Relationships xmlns="http://schemas.openxmlformats.org/package/2006/relationships"><Relationship Id="rId1" Type="http://schemas.openxmlformats.org/officeDocument/2006/relationships/slide" Target="../slides/slide5.xml"/><Relationship Id="rId2" Type="http://schemas.openxmlformats.org/officeDocument/2006/relationships/notesMaster" Target="../notesMasters/notesMaster1.xml"/>
</Relationships>
</file>

<file path=ppt/notesSlides/_rels/notesSlide6.xml.rels><?xml version="1.0" encoding="UTF-8"?>
<Relationships xmlns="http://schemas.openxmlformats.org/package/2006/relationships"><Relationship Id="rId1" Type="http://schemas.openxmlformats.org/officeDocument/2006/relationships/slide" Target="../slides/slide6.xml"/><Relationship Id="rId2" Type="http://schemas.openxmlformats.org/officeDocument/2006/relationships/notesMaster" Target="../notesMasters/notesMaster1.xml"/>
</Relationships>
</file>

<file path=ppt/notesSlides/_rels/notesSlide7.xml.rels><?xml version="1.0" encoding="UTF-8"?>
<Relationships xmlns="http://schemas.openxmlformats.org/package/2006/relationships"><Relationship Id="rId1" Type="http://schemas.openxmlformats.org/officeDocument/2006/relationships/slide" Target="../slides/slide7.xml"/><Relationship Id="rId2" Type="http://schemas.openxmlformats.org/officeDocument/2006/relationships/notesMaster" Target="../notesMasters/notesMaster1.xml"/>
</Relationships>
</file>

<file path=ppt/notesSlides/_rels/notesSlide8.xml.rels><?xml version="1.0" encoding="UTF-8"?>
<Relationships xmlns="http://schemas.openxmlformats.org/package/2006/relationships"><Relationship Id="rId1" Type="http://schemas.openxmlformats.org/officeDocument/2006/relationships/slide" Target="../slides/slide8.xml"/><Relationship Id="rId2" Type="http://schemas.openxmlformats.org/officeDocument/2006/relationships/notesMaster" Target="../notesMasters/notesMaster1.xml"/>
</Relationships>
</file>

<file path=ppt/notesSlides/_rels/notesSlide9.xml.rels><?xml version="1.0" encoding="UTF-8"?>
<Relationships xmlns="http://schemas.openxmlformats.org/package/2006/relationships"><Relationship Id="rId1" Type="http://schemas.openxmlformats.org/officeDocument/2006/relationships/slide" Target="../slides/slide9.xml"/><Relationship Id="rId2" Type="http://schemas.openxmlformats.org/officeDocument/2006/relationships/notesMaster" Target="../notesMasters/notesMaster1.xml"/>
</Relationships>
</file>

<file path=ppt/notesSlides/_rels/notesSlide10.xml.rels><?xml version="1.0" encoding="UTF-8"?>
<Relationships xmlns="http://schemas.openxmlformats.org/package/2006/relationships"><Relationship Id="rId1" Type="http://schemas.openxmlformats.org/officeDocument/2006/relationships/slide" Target="../slides/slide10.xml"/><Relationship Id="rId2" Type="http://schemas.openxmlformats.org/officeDocument/2006/relationships/notesMaster" Target="../notesMasters/notesMaster1.xml"/>
</Relationships>
</file>

<file path=ppt/notesSlides/_rels/notesSlide11.xml.rels><?xml version="1.0" encoding="UTF-8"?>
<Relationships xmlns="http://schemas.openxmlformats.org/package/2006/relationships"><Relationship Id="rId1" Type="http://schemas.openxmlformats.org/officeDocument/2006/relationships/slide" Target="../slides/slide11.xml"/><Relationship Id="rId2" Type="http://schemas.openxmlformats.org/officeDocument/2006/relationships/notesMaster" Target="../notesMasters/notesMaster1.xml"/>
</Relationships>
</file>

<file path=ppt/notesSlides/_rels/notesSlide12.xml.rels><?xml version="1.0" encoding="UTF-8"?>
<Relationships xmlns="http://schemas.openxmlformats.org/package/2006/relationships"><Relationship Id="rId1" Type="http://schemas.openxmlformats.org/officeDocument/2006/relationships/slide" Target="../slides/slide12.xml"/><Relationship Id="rId2" Type="http://schemas.openxmlformats.org/officeDocument/2006/relationships/notesMaster" Target="../notesMasters/notesMaster1.xml"/>
</Relationships>
</file>

<file path=ppt/notesSlides/_rels/notesSlide13.xml.rels><?xml version="1.0" encoding="UTF-8"?>
<Relationships xmlns="http://schemas.openxmlformats.org/package/2006/relationships"><Relationship Id="rId1" Type="http://schemas.openxmlformats.org/officeDocument/2006/relationships/slide" Target="../slides/slide13.xml"/><Relationship Id="rId2" Type="http://schemas.openxmlformats.org/officeDocument/2006/relationships/notesMaster" Target="../notesMasters/notesMaster1.xml"/>
</Relationships>
</file>

<file path=ppt/notesSlides/_rels/notesSlide14.xml.rels><?xml version="1.0" encoding="UTF-8"?>
<Relationships xmlns="http://schemas.openxmlformats.org/package/2006/relationships"><Relationship Id="rId1" Type="http://schemas.openxmlformats.org/officeDocument/2006/relationships/slide" Target="../slides/slide14.xml"/><Relationship Id="rId2" Type="http://schemas.openxmlformats.org/officeDocument/2006/relationships/notesMaster" Target="../notesMasters/notesMaster1.xml"/>
</Relationships>
</file>

<file path=ppt/notesSlides/_rels/notesSlide15.xml.rels><?xml version="1.0" encoding="UTF-8"?>
<Relationships xmlns="http://schemas.openxmlformats.org/package/2006/relationships"><Relationship Id="rId1" Type="http://schemas.openxmlformats.org/officeDocument/2006/relationships/slide" Target="../slides/slide15.xml"/><Relationship Id="rId2" Type="http://schemas.openxmlformats.org/officeDocument/2006/relationships/notesMaster" Target="../notesMasters/notesMaster1.xml"/>
</Relationships>
</file>

<file path=ppt/notesSlides/_rels/notesSlide17.xml.rels><?xml version="1.0" encoding="UTF-8"?>
<Relationships xmlns="http://schemas.openxmlformats.org/package/2006/relationships"><Relationship Id="rId1" Type="http://schemas.openxmlformats.org/officeDocument/2006/relationships/slide" Target="../slides/slide17.xml"/><Relationship Id="rId2" Type="http://schemas.openxmlformats.org/officeDocument/2006/relationships/notesMaster" Target="../notesMasters/notesMaster1.xml"/>
</Relationships>
</file>

<file path=ppt/notesSlides/_rels/notesSlide18.xml.rels><?xml version="1.0" encoding="UTF-8"?>
<Relationships xmlns="http://schemas.openxmlformats.org/package/2006/relationships"><Relationship Id="rId1" Type="http://schemas.openxmlformats.org/officeDocument/2006/relationships/slide" Target="../slides/slide18.xml"/><Relationship Id="rId2" Type="http://schemas.openxmlformats.org/officeDocument/2006/relationships/notesMaster" Target="../notesMasters/notesMaster1.xml"/>
</Relationships>
</file>

<file path=ppt/notesSlides/_rels/notesSlide19.xml.rels><?xml version="1.0" encoding="UTF-8"?>
<Relationships xmlns="http://schemas.openxmlformats.org/package/2006/relationships"><Relationship Id="rId1" Type="http://schemas.openxmlformats.org/officeDocument/2006/relationships/slide" Target="../slides/slide19.xml"/><Relationship Id="rId2" Type="http://schemas.openxmlformats.org/officeDocument/2006/relationships/notesMaster" Target="../notesMasters/notesMaster1.xml"/>
</Relationships>
</file>

<file path=ppt/notesSlides/_rels/notesSlide20.xml.rels><?xml version="1.0" encoding="UTF-8"?>
<Relationships xmlns="http://schemas.openxmlformats.org/package/2006/relationships"><Relationship Id="rId1" Type="http://schemas.openxmlformats.org/officeDocument/2006/relationships/slide" Target="../slides/slide20.xml"/><Relationship Id="rId2" Type="http://schemas.openxmlformats.org/officeDocument/2006/relationships/notesMaster" Target="../notesMasters/notesMaster1.xml"/>
</Relationships>
</file>

<file path=ppt/notesSlides/_rels/notesSlide30.xml.rels><?xml version="1.0" encoding="UTF-8"?>
<Relationships xmlns="http://schemas.openxmlformats.org/package/2006/relationships"><Relationship Id="rId1" Type="http://schemas.openxmlformats.org/officeDocument/2006/relationships/slide" Target="../slides/slide30.xml"/><Relationship Id="rId2" Type="http://schemas.openxmlformats.org/officeDocument/2006/relationships/notesMaster" Target="../notesMasters/notesMaster1.xml"/>
</Relationships>
</file>

<file path=ppt/notesSlides/_rels/notesSlide31.xml.rels><?xml version="1.0" encoding="UTF-8"?>
<Relationships xmlns="http://schemas.openxmlformats.org/package/2006/relationships"><Relationship Id="rId1" Type="http://schemas.openxmlformats.org/officeDocument/2006/relationships/slide" Target="../slides/slide31.xml"/><Relationship Id="rId2" Type="http://schemas.openxmlformats.org/officeDocument/2006/relationships/notesMaster" Target="../notesMasters/notesMaster1.xml"/>
</Relationships>
</file>

<file path=ppt/notesSlides/_rels/notesSlide32.xml.rels><?xml version="1.0" encoding="UTF-8"?>
<Relationships xmlns="http://schemas.openxmlformats.org/package/2006/relationships"><Relationship Id="rId1" Type="http://schemas.openxmlformats.org/officeDocument/2006/relationships/slide" Target="../slides/slide32.xml"/><Relationship Id="rId2" Type="http://schemas.openxmlformats.org/officeDocument/2006/relationships/notesMaster" Target="../notesMasters/notesMaster1.xml"/>
</Relationships>
</file>

<file path=ppt/notesSlides/_rels/notesSlide33.xml.rels><?xml version="1.0" encoding="UTF-8"?>
<Relationships xmlns="http://schemas.openxmlformats.org/package/2006/relationships"><Relationship Id="rId1" Type="http://schemas.openxmlformats.org/officeDocument/2006/relationships/slide" Target="../slides/slide33.xml"/><Relationship Id="rId2" Type="http://schemas.openxmlformats.org/officeDocument/2006/relationships/notesMaster" Target="../notesMasters/notesMaster1.xml"/>
</Relationships>
</file>

<file path=ppt/notesSlides/_rels/notesSlide34.xml.rels><?xml version="1.0" encoding="UTF-8"?>
<Relationships xmlns="http://schemas.openxmlformats.org/package/2006/relationships"><Relationship Id="rId1" Type="http://schemas.openxmlformats.org/officeDocument/2006/relationships/slide" Target="../slides/slide34.xml"/><Relationship Id="rId2" Type="http://schemas.openxmlformats.org/officeDocument/2006/relationships/notesMaster" Target="../notesMasters/notesMaster1.xml"/>
</Relationships>
</file>

<file path=ppt/notesSlides/_rels/notesSlide35.xml.rels><?xml version="1.0" encoding="UTF-8"?>
<Relationships xmlns="http://schemas.openxmlformats.org/package/2006/relationships"><Relationship Id="rId1" Type="http://schemas.openxmlformats.org/officeDocument/2006/relationships/slide" Target="../slides/slide35.xml"/><Relationship Id="rId2" Type="http://schemas.openxmlformats.org/officeDocument/2006/relationships/notesMaster" Target="../notesMasters/notesMaster1.xml"/>
</Relationships>
</file>

<file path=ppt/notesSlides/_rels/notesSlide37.xml.rels><?xml version="1.0" encoding="UTF-8"?>
<Relationships xmlns="http://schemas.openxmlformats.org/package/2006/relationships"><Relationship Id="rId1" Type="http://schemas.openxmlformats.org/officeDocument/2006/relationships/slide" Target="../slides/slide37.xml"/><Relationship Id="rId2" Type="http://schemas.openxmlformats.org/officeDocument/2006/relationships/notesMaster" Target="../notesMasters/notesMaster1.xml"/>
</Relationships>
</file>

<file path=ppt/notesSlides/_rels/notesSlide38.xml.rels><?xml version="1.0" encoding="UTF-8"?>
<Relationships xmlns="http://schemas.openxmlformats.org/package/2006/relationships"><Relationship Id="rId1" Type="http://schemas.openxmlformats.org/officeDocument/2006/relationships/slide" Target="../slides/slide38.xml"/><Relationship Id="rId2" Type="http://schemas.openxmlformats.org/officeDocument/2006/relationships/notesMaster" Target="../notesMasters/notesMaster1.xml"/>
</Relationships>
</file>

<file path=ppt/notesSlides/_rels/notesSlide39.xml.rels><?xml version="1.0" encoding="UTF-8"?>
<Relationships xmlns="http://schemas.openxmlformats.org/package/2006/relationships"><Relationship Id="rId1" Type="http://schemas.openxmlformats.org/officeDocument/2006/relationships/slide" Target="../slides/slide39.xml"/><Relationship Id="rId2" Type="http://schemas.openxmlformats.org/officeDocument/2006/relationships/notesMaster" Target="../notesMasters/notesMaster1.xml"/>
</Relationships>
</file>

<file path=ppt/notesSlides/_rels/notesSlide41.xml.rels><?xml version="1.0" encoding="UTF-8"?>
<Relationships xmlns="http://schemas.openxmlformats.org/package/2006/relationships"><Relationship Id="rId1" Type="http://schemas.openxmlformats.org/officeDocument/2006/relationships/slide" Target="../slides/slide41.xml"/><Relationship Id="rId2" Type="http://schemas.openxmlformats.org/officeDocument/2006/relationships/notesMaster" Target="../notesMasters/notesMaster1.xml"/>
</Relationships>
</file>

<file path=ppt/notesSlides/_rels/notesSlide42.xml.rels><?xml version="1.0" encoding="UTF-8"?>
<Relationships xmlns="http://schemas.openxmlformats.org/package/2006/relationships"><Relationship Id="rId1" Type="http://schemas.openxmlformats.org/officeDocument/2006/relationships/slide" Target="../slides/slide42.xml"/><Relationship Id="rId2" Type="http://schemas.openxmlformats.org/officeDocument/2006/relationships/notesMaster" Target="../notesMasters/notesMaster1.xml"/>
</Relationships>
</file>

<file path=ppt/notesSlides/_rels/notesSlide43.xml.rels><?xml version="1.0" encoding="UTF-8"?>
<Relationships xmlns="http://schemas.openxmlformats.org/package/2006/relationships"><Relationship Id="rId1" Type="http://schemas.openxmlformats.org/officeDocument/2006/relationships/slide" Target="../slides/slide43.xml"/><Relationship Id="rId2" Type="http://schemas.openxmlformats.org/officeDocument/2006/relationships/notesMaster" Target="../notesMasters/notesMaster1.xml"/>
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7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18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19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717D24F-CC04-4F8A-92BD-AA61079B4236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0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21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p>
            <a:pPr>
              <a:spcBef>
                <a:spcPts val="45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000000"/>
                </a:solidFill>
                <a:latin typeface="Calibri"/>
              </a:rPr>
              <a:t> </a:t>
            </a:r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22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79652E1-215F-4F77-900B-F158B52CAA62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3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24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p>
            <a:pPr>
              <a:spcBef>
                <a:spcPts val="45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000000"/>
                </a:solidFill>
                <a:latin typeface="Calibri"/>
              </a:rPr>
              <a:t> </a:t>
            </a:r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25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9E141AA-F2D5-48DB-9F6D-32308F88EC14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6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27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p>
            <a:pPr>
              <a:spcBef>
                <a:spcPts val="45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000000"/>
                </a:solidFill>
                <a:latin typeface="Calibri"/>
              </a:rPr>
              <a:t> </a:t>
            </a:r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28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61F72FA-18FE-436D-B696-7C92176AC58B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9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30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p>
            <a:pPr>
              <a:spcBef>
                <a:spcPts val="45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000000"/>
                </a:solidFill>
                <a:latin typeface="Calibri"/>
              </a:rPr>
              <a:t> </a:t>
            </a:r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31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5E4744E-00E9-4EC2-BE5D-00C2117EA15E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2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33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p>
            <a:pPr>
              <a:spcBef>
                <a:spcPts val="45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000000"/>
                </a:solidFill>
                <a:latin typeface="Calibri"/>
              </a:rPr>
              <a:t> </a:t>
            </a:r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34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859AB90-A55B-4E7C-B6E1-5D9E6BB0C6E5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5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36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p>
            <a:pPr>
              <a:spcBef>
                <a:spcPts val="45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000000"/>
                </a:solidFill>
                <a:latin typeface="Calibri"/>
              </a:rPr>
              <a:t> </a:t>
            </a:r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37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16349A8-6F24-4049-B86B-25ED79777C92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39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p>
            <a:pPr>
              <a:spcBef>
                <a:spcPts val="45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000000"/>
                </a:solidFill>
                <a:latin typeface="Calibri"/>
              </a:rPr>
              <a:t> </a:t>
            </a:r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40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3AACBDA-002A-4258-B918-64BF64567308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1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42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91800" rIns="91800" anchor="t">
            <a:noAutofit/>
          </a:bodyPr>
          <a:p>
            <a:pPr>
              <a:spcBef>
                <a:spcPts val="45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000000"/>
                </a:solidFill>
                <a:latin typeface="Calibri"/>
              </a:rPr>
              <a:t> </a:t>
            </a:r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43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BD2BB1F-2F60-4FCF-AA64-B36A9728153A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4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45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46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D182634-D984-4F72-B4A7-BBAA0FF31034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7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48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49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DF1B4D2-BF9D-4C43-8243-61BC0C2CFEEB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0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51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52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03A4D46-A799-4E33-89A7-46FF778ED553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3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54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55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1CE61CF-1398-463F-9390-F77464BC4920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6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57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58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8E31247-5A54-4286-9736-D10D47C27C93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9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60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61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8CD9CC3-5CAC-485A-BAC2-1F599A0DD247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2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63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64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9BEF4D3-6286-4038-8671-A222068788B7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5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66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67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C92C492-860D-4B91-84D6-BBC6922F80C8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8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69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70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E821401-65C6-49E4-98BC-86285BE0D2F9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1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72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73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EE27E29-F510-4B82-B75C-1045CF18A28A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4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75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76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AEDDCB9-B0BA-4A0B-A617-76C805C43472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7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78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79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048636F-4988-4931-858E-913D462A4115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0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81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82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40FCC4D-002C-494D-B960-B4FDBEA4C1B4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3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84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85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6C240A0-CDAA-42B2-B76A-D344D0F0F4E9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6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87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88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6FB0CF8-CEB7-49BC-B1FC-85710ADD5546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9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90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91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9AA9848-CDA3-408D-A590-D40AE1587B64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92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93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94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2D8A17D-B609-488B-83A7-F82FAA66208A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95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96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397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A9AC156-F150-4064-84E1-E6F11F005E0B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98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399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400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6B43657-DC81-488E-864F-5E3EA4497AA1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1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402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403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85186BF-0EE3-446F-AF7E-E00E3863680D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4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405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406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F7A9608-8914-4C6D-8A97-BD6AA1D6F0FD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7" name="PlaceHolder 1"/>
          <p:cNvSpPr>
            <a:spLocks noGrp="1"/>
          </p:cNvSpPr>
          <p:nvPr>
            <p:ph type="sldImg"/>
          </p:nvPr>
        </p:nvSpPr>
        <p:spPr>
          <a:xfrm>
            <a:off x="-117360" y="1241280"/>
            <a:ext cx="7032600" cy="3349800"/>
          </a:xfrm>
          <a:prstGeom prst="rect">
            <a:avLst/>
          </a:prstGeom>
          <a:ln w="0">
            <a:noFill/>
          </a:ln>
        </p:spPr>
      </p:sp>
      <p:sp>
        <p:nvSpPr>
          <p:cNvPr id="14408" name="PlaceHolder 2"/>
          <p:cNvSpPr>
            <a:spLocks noGrp="1"/>
          </p:cNvSpPr>
          <p:nvPr>
            <p:ph type="body"/>
          </p:nvPr>
        </p:nvSpPr>
        <p:spPr>
          <a:xfrm>
            <a:off x="679320" y="4777920"/>
            <a:ext cx="5438880" cy="39085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12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409" name="Slide Number Placeholder 3"/>
          <p:cNvSpPr/>
          <p:nvPr/>
        </p:nvSpPr>
        <p:spPr>
          <a:xfrm>
            <a:off x="3849840" y="9429840"/>
            <a:ext cx="2946240" cy="498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1800" rIns="91800" anchor="b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589D078-C8DA-4FE6-84C7-0F41E3BC7849}" type="slidenum">
              <a:rPr b="0" lang="en-IN" sz="12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notes>
</file>

<file path=ppt/slideLayouts/_rels/slideLayout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.xml"/>
</Relationships>
</file>

<file path=ppt/slideLayouts/_rels/slideLayout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.xml"/>
</Relationships>
</file>

<file path=ppt/slideLayouts/_rels/slideLayout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.xml"/>
</Relationships>
</file>

<file path=ppt/slideLayouts/_rels/slideLayout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.xml"/>
</Relationships>
</file>

<file path=ppt/slideLayouts/_rels/slideLayout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.xml"/>
</Relationships>
</file>

<file path=ppt/slideLayouts/_rels/slideLayout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.xml"/>
</Relationships>
</file>

<file path=ppt/slideLayouts/_rels/slideLayout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.xml"/>
</Relationships>
</file>

<file path=ppt/slideLayouts/_rels/slideLayout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1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1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1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1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1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1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1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1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1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.xml"/>
</Relationships>
</file>

<file path=ppt/slideLayouts/_rels/slideLayout1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.xml"/>
</Relationships>
</file>

<file path=ppt/slideLayouts/_rels/slideLayout1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.xml"/>
</Relationships>
</file>

<file path=ppt/slideLayouts/_rels/slideLayout1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.xml"/>
</Relationships>
</file>

<file path=ppt/slideLayouts/_rels/slideLayout1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.xml"/>
</Relationships>
</file>

<file path=ppt/slideLayouts/_rels/slideLayout1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.xml"/>
</Relationships>
</file>

<file path=ppt/slideLayouts/_rels/slideLayout1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.xml"/>
</Relationships>
</file>

<file path=ppt/slideLayouts/_rels/slideLayout1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.xml"/>
</Relationships>
</file>

<file path=ppt/slideLayouts/_rels/slideLayout1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1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1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1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1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1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1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2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2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2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2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2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.xml"/>
</Relationships>
</file>

<file path=ppt/slideLayouts/_rels/slideLayout2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.xml"/>
</Relationships>
</file>

<file path=ppt/slideLayouts/_rels/slideLayout2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.xml"/>
</Relationships>
</file>

<file path=ppt/slideLayouts/_rels/slideLayout2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.xml"/>
</Relationships>
</file>

<file path=ppt/slideLayouts/_rels/slideLayout2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.xml"/>
</Relationships>
</file>

<file path=ppt/slideLayouts/_rels/slideLayout2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.xml"/>
</Relationships>
</file>

<file path=ppt/slideLayouts/_rels/slideLayout2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.xml"/>
</Relationships>
</file>

<file path=ppt/slideLayouts/_rels/slideLayout2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.xml"/>
</Relationships>
</file>

<file path=ppt/slideLayouts/_rels/slideLayout2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2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2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2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2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2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2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2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2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2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2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3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.xml"/>
</Relationships>
</file>

<file path=ppt/slideLayouts/_rels/slideLayout3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.xml"/>
</Relationships>
</file>

<file path=ppt/slideLayouts/_rels/slideLayout3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.xml"/>
</Relationships>
</file>

<file path=ppt/slideLayouts/_rels/slideLayout3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.xml"/>
</Relationships>
</file>

<file path=ppt/slideLayouts/_rels/slideLayout3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.xml"/>
</Relationships>
</file>

<file path=ppt/slideLayouts/_rels/slideLayout3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
</Relationships>
</file>

<file path=ppt/slideLayouts/_rels/slideLayout3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1.xml"/>
</Relationships>
</file>

<file path=ppt/slideLayouts/_rels/slideLayout3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2.xml"/>
</Relationships>
</file>

<file path=ppt/slideLayouts/_rels/slideLayout3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3.xml"/>
</Relationships>
</file>

<file path=ppt/slideLayouts/_rels/slideLayout3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3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3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4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4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4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4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4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4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4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4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4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4.xml"/>
</Relationships>
</file>

<file path=ppt/slideLayouts/_rels/slideLayout4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5.xml"/>
</Relationships>
</file>

<file path=ppt/slideLayouts/_rels/slideLayout4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6.xml"/>
</Relationships>
</file>

<file path=ppt/slideLayouts/_rels/slideLayout4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7.xml"/>
</Relationships>
</file>

<file path=ppt/slideLayouts/_rels/slideLayout4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8.xml"/>
</Relationships>
</file>

<file path=ppt/slideLayouts/_rels/slideLayout4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9.xml"/>
</Relationships>
</file>

<file path=ppt/slideLayouts/_rels/slideLayout4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0.xml"/>
</Relationships>
</file>

<file path=ppt/slideLayouts/_rels/slideLayout4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1.xml"/>
</Relationships>
</file>

<file path=ppt/slideLayouts/_rels/slideLayout4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4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4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4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4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4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4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5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5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5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5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5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2.xml"/>
</Relationships>
</file>

<file path=ppt/slideLayouts/_rels/slideLayout5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3.xml"/>
</Relationships>
</file>

<file path=ppt/slideLayouts/_rels/slideLayout5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4.xml"/>
</Relationships>
</file>

<file path=ppt/slideLayouts/_rels/slideLayout5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5.xml"/>
</Relationships>
</file>

<file path=ppt/slideLayouts/_rels/slideLayout5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6.xml"/>
</Relationships>
</file>

<file path=ppt/slideLayouts/_rels/slideLayout5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7.xml"/>
</Relationships>
</file>

<file path=ppt/slideLayouts/_rels/slideLayout5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8.xml"/>
</Relationships>
</file>

<file path=ppt/slideLayouts/_rels/slideLayout5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49.xml"/>
</Relationships>
</file>

<file path=ppt/slideLayouts/_rels/slideLayout5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5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5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5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5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5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5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5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5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5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5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6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0.xml"/>
</Relationships>
</file>

<file path=ppt/slideLayouts/_rels/slideLayout6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1.xml"/>
</Relationships>
</file>

<file path=ppt/slideLayouts/_rels/slideLayout6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2.xml"/>
</Relationships>
</file>

<file path=ppt/slideLayouts/_rels/slideLayout6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3.xml"/>
</Relationships>
</file>

<file path=ppt/slideLayouts/_rels/slideLayout6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4.xml"/>
</Relationships>
</file>

<file path=ppt/slideLayouts/_rels/slideLayout6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5.xml"/>
</Relationships>
</file>

<file path=ppt/slideLayouts/_rels/slideLayout6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6.xml"/>
</Relationships>
</file>

<file path=ppt/slideLayouts/_rels/slideLayout6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7.xml"/>
</Relationships>
</file>

<file path=ppt/slideLayouts/_rels/slideLayout6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8.xml"/>
</Relationships>
</file>

<file path=ppt/slideLayouts/_rels/slideLayout6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6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6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7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7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7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7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7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7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7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7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7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59.xml"/>
</Relationships>
</file>

<file path=ppt/slideLayouts/_rels/slideLayout7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0.xml"/>
</Relationships>
</file>

<file path=ppt/slideLayouts/_rels/slideLayout7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1.xml"/>
</Relationships>
</file>

<file path=ppt/slideLayouts/_rels/slideLayout7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2.xml"/>
</Relationships>
</file>

<file path=ppt/slideLayouts/_rels/slideLayout7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3.xml"/>
</Relationships>
</file>

<file path=ppt/slideLayouts/_rels/slideLayout7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4.xml"/>
</Relationships>
</file>

<file path=ppt/slideLayouts/_rels/slideLayout7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5.xml"/>
</Relationships>
</file>

<file path=ppt/slideLayouts/_rels/slideLayout7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6.xml"/>
</Relationships>
</file>

<file path=ppt/slideLayouts/_rels/slideLayout7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7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7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7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7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7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7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8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8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8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8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8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7.xml"/>
</Relationships>
</file>

<file path=ppt/slideLayouts/_rels/slideLayout8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8.xml"/>
</Relationships>
</file>

<file path=ppt/slideLayouts/_rels/slideLayout8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69.xml"/>
</Relationships>
</file>

<file path=ppt/slideLayouts/_rels/slideLayout8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0.xml"/>
</Relationships>
</file>

<file path=ppt/slideLayouts/_rels/slideLayout8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1.xml"/>
</Relationships>
</file>

<file path=ppt/slideLayouts/_rels/slideLayout8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2.xml"/>
</Relationships>
</file>

<file path=ppt/slideLayouts/_rels/slideLayout8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3.xml"/>
</Relationships>
</file>

<file path=ppt/slideLayouts/_rels/slideLayout8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4.xml"/>
</Relationships>
</file>

<file path=ppt/slideLayouts/_rels/slideLayout8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8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8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8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8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8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8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8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8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8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8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9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5.xml"/>
</Relationships>
</file>

<file path=ppt/slideLayouts/_rels/slideLayout9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6.xml"/>
</Relationships>
</file>

<file path=ppt/slideLayouts/_rels/slideLayout9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7.xml"/>
</Relationships>
</file>

<file path=ppt/slideLayouts/_rels/slideLayout9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8.xml"/>
</Relationships>
</file>

<file path=ppt/slideLayouts/_rels/slideLayout9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79.xml"/>
</Relationships>
</file>

<file path=ppt/slideLayouts/_rels/slideLayout9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0.xml"/>
</Relationships>
</file>

<file path=ppt/slideLayouts/_rels/slideLayout9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1.xml"/>
</Relationships>
</file>

<file path=ppt/slideLayouts/_rels/slideLayout9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2.xml"/>
</Relationships>
</file>

<file path=ppt/slideLayouts/_rels/slideLayout9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3.xml"/>
</Relationships>
</file>

<file path=ppt/slideLayouts/_rels/slideLayout9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9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9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10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10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10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10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10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10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10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10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10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4.xml"/>
</Relationships>
</file>

<file path=ppt/slideLayouts/_rels/slideLayout10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5.xml"/>
</Relationships>
</file>

<file path=ppt/slideLayouts/_rels/slideLayout10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6.xml"/>
</Relationships>
</file>

<file path=ppt/slideLayouts/_rels/slideLayout10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7.xml"/>
</Relationships>
</file>

<file path=ppt/slideLayouts/_rels/slideLayout10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8.xml"/>
</Relationships>
</file>

<file path=ppt/slideLayouts/_rels/slideLayout10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89.xml"/>
</Relationships>
</file>

<file path=ppt/slideLayouts/_rels/slideLayout10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0.xml"/>
</Relationships>
</file>

<file path=ppt/slideLayouts/_rels/slideLayout10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1.xml"/>
</Relationships>
</file>

<file path=ppt/slideLayouts/_rels/slideLayout10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0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0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0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0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0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0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1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1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1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1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1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2.xml"/>
</Relationships>
</file>

<file path=ppt/slideLayouts/_rels/slideLayout11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3.xml"/>
</Relationships>
</file>

<file path=ppt/slideLayouts/_rels/slideLayout11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4.xml"/>
</Relationships>
</file>

<file path=ppt/slideLayouts/_rels/slideLayout11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5.xml"/>
</Relationships>
</file>

<file path=ppt/slideLayouts/_rels/slideLayout11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6.xml"/>
</Relationships>
</file>

<file path=ppt/slideLayouts/_rels/slideLayout11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7.xml"/>
</Relationships>
</file>

<file path=ppt/slideLayouts/_rels/slideLayout11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8.xml"/>
</Relationships>
</file>

<file path=ppt/slideLayouts/_rels/slideLayout11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99.xml"/>
</Relationships>
</file>

<file path=ppt/slideLayouts/_rels/slideLayout11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1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1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1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1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1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1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1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1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1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1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2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0.xml"/>
</Relationships>
</file>

<file path=ppt/slideLayouts/_rels/slideLayout12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1.xml"/>
</Relationships>
</file>

<file path=ppt/slideLayouts/_rels/slideLayout12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2.xml"/>
</Relationships>
</file>

<file path=ppt/slideLayouts/_rels/slideLayout12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3.xml"/>
</Relationships>
</file>

<file path=ppt/slideLayouts/_rels/slideLayout12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4.xml"/>
</Relationships>
</file>

<file path=ppt/slideLayouts/_rels/slideLayout12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5.xml"/>
</Relationships>
</file>

<file path=ppt/slideLayouts/_rels/slideLayout12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6.xml"/>
</Relationships>
</file>

<file path=ppt/slideLayouts/_rels/slideLayout12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7.xml"/>
</Relationships>
</file>

<file path=ppt/slideLayouts/_rels/slideLayout12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8.xml"/>
</Relationships>
</file>

<file path=ppt/slideLayouts/_rels/slideLayout12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2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2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3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3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3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3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3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3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3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3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3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09.xml"/>
</Relationships>
</file>

<file path=ppt/slideLayouts/_rels/slideLayout13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0.xml"/>
</Relationships>
</file>

<file path=ppt/slideLayouts/_rels/slideLayout13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1.xml"/>
</Relationships>
</file>

<file path=ppt/slideLayouts/_rels/slideLayout13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2.xml"/>
</Relationships>
</file>

<file path=ppt/slideLayouts/_rels/slideLayout13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3.xml"/>
</Relationships>
</file>

<file path=ppt/slideLayouts/_rels/slideLayout13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4.xml"/>
</Relationships>
</file>

<file path=ppt/slideLayouts/_rels/slideLayout13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5.xml"/>
</Relationships>
</file>

<file path=ppt/slideLayouts/_rels/slideLayout13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6.xml"/>
</Relationships>
</file>

<file path=ppt/slideLayouts/_rels/slideLayout13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3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3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3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3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3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3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4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4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4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4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4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7.xml"/>
</Relationships>
</file>

<file path=ppt/slideLayouts/_rels/slideLayout14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8.xml"/>
</Relationships>
</file>

<file path=ppt/slideLayouts/_rels/slideLayout14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19.xml"/>
</Relationships>
</file>

<file path=ppt/slideLayouts/_rels/slideLayout14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0.xml"/>
</Relationships>
</file>

<file path=ppt/slideLayouts/_rels/slideLayout14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1.xml"/>
</Relationships>
</file>

<file path=ppt/slideLayouts/_rels/slideLayout14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2.xml"/>
</Relationships>
</file>

<file path=ppt/slideLayouts/_rels/slideLayout14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3.xml"/>
</Relationships>
</file>

<file path=ppt/slideLayouts/_rels/slideLayout14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4.xml"/>
</Relationships>
</file>

<file path=ppt/slideLayouts/_rels/slideLayout14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4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4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4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4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4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4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4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4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4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4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5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5.xml"/>
</Relationships>
</file>

<file path=ppt/slideLayouts/_rels/slideLayout15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6.xml"/>
</Relationships>
</file>

<file path=ppt/slideLayouts/_rels/slideLayout15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7.xml"/>
</Relationships>
</file>

<file path=ppt/slideLayouts/_rels/slideLayout15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8.xml"/>
</Relationships>
</file>

<file path=ppt/slideLayouts/_rels/slideLayout15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29.xml"/>
</Relationships>
</file>

<file path=ppt/slideLayouts/_rels/slideLayout15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0.xml"/>
</Relationships>
</file>

<file path=ppt/slideLayouts/_rels/slideLayout15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1.xml"/>
</Relationships>
</file>

<file path=ppt/slideLayouts/_rels/slideLayout15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2.xml"/>
</Relationships>
</file>

<file path=ppt/slideLayouts/_rels/slideLayout15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3.xml"/>
</Relationships>
</file>

<file path=ppt/slideLayouts/_rels/slideLayout15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5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5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6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6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6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6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6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6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6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6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6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4.xml"/>
</Relationships>
</file>

<file path=ppt/slideLayouts/_rels/slideLayout16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5.xml"/>
</Relationships>
</file>

<file path=ppt/slideLayouts/_rels/slideLayout16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6.xml"/>
</Relationships>
</file>

<file path=ppt/slideLayouts/_rels/slideLayout16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7.xml"/>
</Relationships>
</file>

<file path=ppt/slideLayouts/_rels/slideLayout16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8.xml"/>
</Relationships>
</file>

<file path=ppt/slideLayouts/_rels/slideLayout16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39.xml"/>
</Relationships>
</file>

<file path=ppt/slideLayouts/_rels/slideLayout16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0.xml"/>
</Relationships>
</file>

<file path=ppt/slideLayouts/_rels/slideLayout16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1.xml"/>
</Relationships>
</file>

<file path=ppt/slideLayouts/_rels/slideLayout16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6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6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6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6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6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6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7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7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7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7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7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2.xml"/>
</Relationships>
</file>

<file path=ppt/slideLayouts/_rels/slideLayout17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3.xml"/>
</Relationships>
</file>

<file path=ppt/slideLayouts/_rels/slideLayout17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4.xml"/>
</Relationships>
</file>

<file path=ppt/slideLayouts/_rels/slideLayout17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5.xml"/>
</Relationships>
</file>

<file path=ppt/slideLayouts/_rels/slideLayout17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6.xml"/>
</Relationships>
</file>

<file path=ppt/slideLayouts/_rels/slideLayout17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7.xml"/>
</Relationships>
</file>

<file path=ppt/slideLayouts/_rels/slideLayout17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8.xml"/>
</Relationships>
</file>

<file path=ppt/slideLayouts/_rels/slideLayout17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49.xml"/>
</Relationships>
</file>

<file path=ppt/slideLayouts/_rels/slideLayout17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7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7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7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7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7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7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7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7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7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7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8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0.xml"/>
</Relationships>
</file>

<file path=ppt/slideLayouts/_rels/slideLayout18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1.xml"/>
</Relationships>
</file>

<file path=ppt/slideLayouts/_rels/slideLayout18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2.xml"/>
</Relationships>
</file>

<file path=ppt/slideLayouts/_rels/slideLayout18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3.xml"/>
</Relationships>
</file>

<file path=ppt/slideLayouts/_rels/slideLayout18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4.xml"/>
</Relationships>
</file>

<file path=ppt/slideLayouts/_rels/slideLayout18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5.xml"/>
</Relationships>
</file>

<file path=ppt/slideLayouts/_rels/slideLayout18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6.xml"/>
</Relationships>
</file>

<file path=ppt/slideLayouts/_rels/slideLayout18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7.xml"/>
</Relationships>
</file>

<file path=ppt/slideLayouts/_rels/slideLayout18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8.xml"/>
</Relationships>
</file>

<file path=ppt/slideLayouts/_rels/slideLayout18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8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8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9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9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9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9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9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9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9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9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9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59.xml"/>
</Relationships>
</file>

<file path=ppt/slideLayouts/_rels/slideLayout19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0.xml"/>
</Relationships>
</file>

<file path=ppt/slideLayouts/_rels/slideLayout19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1.xml"/>
</Relationships>
</file>

<file path=ppt/slideLayouts/_rels/slideLayout19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2.xml"/>
</Relationships>
</file>

<file path=ppt/slideLayouts/_rels/slideLayout19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3.xml"/>
</Relationships>
</file>

<file path=ppt/slideLayouts/_rels/slideLayout19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4.xml"/>
</Relationships>
</file>

<file path=ppt/slideLayouts/_rels/slideLayout19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5.xml"/>
</Relationships>
</file>

<file path=ppt/slideLayouts/_rels/slideLayout19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6.xml"/>
</Relationships>
</file>

<file path=ppt/slideLayouts/_rels/slideLayout19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19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19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19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19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19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19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20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20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20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20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20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7.xml"/>
</Relationships>
</file>

<file path=ppt/slideLayouts/_rels/slideLayout20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8.xml"/>
</Relationships>
</file>

<file path=ppt/slideLayouts/_rels/slideLayout20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69.xml"/>
</Relationships>
</file>

<file path=ppt/slideLayouts/_rels/slideLayout20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0.xml"/>
</Relationships>
</file>

<file path=ppt/slideLayouts/_rels/slideLayout20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1.xml"/>
</Relationships>
</file>

<file path=ppt/slideLayouts/_rels/slideLayout20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2.xml"/>
</Relationships>
</file>

<file path=ppt/slideLayouts/_rels/slideLayout20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3.xml"/>
</Relationships>
</file>

<file path=ppt/slideLayouts/_rels/slideLayout20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4.xml"/>
</Relationships>
</file>

<file path=ppt/slideLayouts/_rels/slideLayout20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0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0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0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0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0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0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0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0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0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0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1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5.xml"/>
</Relationships>
</file>

<file path=ppt/slideLayouts/_rels/slideLayout21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6.xml"/>
</Relationships>
</file>

<file path=ppt/slideLayouts/_rels/slideLayout21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7.xml"/>
</Relationships>
</file>

<file path=ppt/slideLayouts/_rels/slideLayout21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8.xml"/>
</Relationships>
</file>

<file path=ppt/slideLayouts/_rels/slideLayout21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79.xml"/>
</Relationships>
</file>

<file path=ppt/slideLayouts/_rels/slideLayout21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0.xml"/>
</Relationships>
</file>

<file path=ppt/slideLayouts/_rels/slideLayout21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1.xml"/>
</Relationships>
</file>

<file path=ppt/slideLayouts/_rels/slideLayout21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2.xml"/>
</Relationships>
</file>

<file path=ppt/slideLayouts/_rels/slideLayout21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3.xml"/>
</Relationships>
</file>

<file path=ppt/slideLayouts/_rels/slideLayout21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1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1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2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2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2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2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2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2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2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2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2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4.xml"/>
</Relationships>
</file>

<file path=ppt/slideLayouts/_rels/slideLayout22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5.xml"/>
</Relationships>
</file>

<file path=ppt/slideLayouts/_rels/slideLayout22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6.xml"/>
</Relationships>
</file>

<file path=ppt/slideLayouts/_rels/slideLayout22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7.xml"/>
</Relationships>
</file>

<file path=ppt/slideLayouts/_rels/slideLayout22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8.xml"/>
</Relationships>
</file>

<file path=ppt/slideLayouts/_rels/slideLayout22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89.xml"/>
</Relationships>
</file>

<file path=ppt/slideLayouts/_rels/slideLayout22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0.xml"/>
</Relationships>
</file>

<file path=ppt/slideLayouts/_rels/slideLayout22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1.xml"/>
</Relationships>
</file>

<file path=ppt/slideLayouts/_rels/slideLayout22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2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2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2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2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2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2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3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3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3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3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3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2.xml"/>
</Relationships>
</file>

<file path=ppt/slideLayouts/_rels/slideLayout23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3.xml"/>
</Relationships>
</file>

<file path=ppt/slideLayouts/_rels/slideLayout23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4.xml"/>
</Relationships>
</file>

<file path=ppt/slideLayouts/_rels/slideLayout23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5.xml"/>
</Relationships>
</file>

<file path=ppt/slideLayouts/_rels/slideLayout23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6.xml"/>
</Relationships>
</file>

<file path=ppt/slideLayouts/_rels/slideLayout23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7.xml"/>
</Relationships>
</file>

<file path=ppt/slideLayouts/_rels/slideLayout23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8.xml"/>
</Relationships>
</file>

<file path=ppt/slideLayouts/_rels/slideLayout23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99.xml"/>
</Relationships>
</file>

<file path=ppt/slideLayouts/_rels/slideLayout23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3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3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3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3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3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3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3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3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3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3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4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0.xml"/>
</Relationships>
</file>

<file path=ppt/slideLayouts/_rels/slideLayout24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1.xml"/>
</Relationships>
</file>

<file path=ppt/slideLayouts/_rels/slideLayout24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2.xml"/>
</Relationships>
</file>

<file path=ppt/slideLayouts/_rels/slideLayout24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3.xml"/>
</Relationships>
</file>

<file path=ppt/slideLayouts/_rels/slideLayout24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4.xml"/>
</Relationships>
</file>

<file path=ppt/slideLayouts/_rels/slideLayout24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5.xml"/>
</Relationships>
</file>

<file path=ppt/slideLayouts/_rels/slideLayout24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6.xml"/>
</Relationships>
</file>

<file path=ppt/slideLayouts/_rels/slideLayout24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7.xml"/>
</Relationships>
</file>

<file path=ppt/slideLayouts/_rels/slideLayout24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8.xml"/>
</Relationships>
</file>

<file path=ppt/slideLayouts/_rels/slideLayout24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4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4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5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5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5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5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5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5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5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5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5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09.xml"/>
</Relationships>
</file>

<file path=ppt/slideLayouts/_rels/slideLayout25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0.xml"/>
</Relationships>
</file>

<file path=ppt/slideLayouts/_rels/slideLayout25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1.xml"/>
</Relationships>
</file>

<file path=ppt/slideLayouts/_rels/slideLayout25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2.xml"/>
</Relationships>
</file>

<file path=ppt/slideLayouts/_rels/slideLayout25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3.xml"/>
</Relationships>
</file>

<file path=ppt/slideLayouts/_rels/slideLayout25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4.xml"/>
</Relationships>
</file>

<file path=ppt/slideLayouts/_rels/slideLayout25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5.xml"/>
</Relationships>
</file>

<file path=ppt/slideLayouts/_rels/slideLayout25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6.xml"/>
</Relationships>
</file>

<file path=ppt/slideLayouts/_rels/slideLayout25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5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5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5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5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5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5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6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6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6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6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6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7.xml"/>
</Relationships>
</file>

<file path=ppt/slideLayouts/_rels/slideLayout26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8.xml"/>
</Relationships>
</file>

<file path=ppt/slideLayouts/_rels/slideLayout26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19.xml"/>
</Relationships>
</file>

<file path=ppt/slideLayouts/_rels/slideLayout26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0.xml"/>
</Relationships>
</file>

<file path=ppt/slideLayouts/_rels/slideLayout26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1.xml"/>
</Relationships>
</file>

<file path=ppt/slideLayouts/_rels/slideLayout26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2.xml"/>
</Relationships>
</file>

<file path=ppt/slideLayouts/_rels/slideLayout26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3.xml"/>
</Relationships>
</file>

<file path=ppt/slideLayouts/_rels/slideLayout26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4.xml"/>
</Relationships>
</file>

<file path=ppt/slideLayouts/_rels/slideLayout26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6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6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6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6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6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6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6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6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6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6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7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5.xml"/>
</Relationships>
</file>

<file path=ppt/slideLayouts/_rels/slideLayout27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6.xml"/>
</Relationships>
</file>

<file path=ppt/slideLayouts/_rels/slideLayout27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7.xml"/>
</Relationships>
</file>

<file path=ppt/slideLayouts/_rels/slideLayout27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8.xml"/>
</Relationships>
</file>

<file path=ppt/slideLayouts/_rels/slideLayout27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29.xml"/>
</Relationships>
</file>

<file path=ppt/slideLayouts/_rels/slideLayout27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0.xml"/>
</Relationships>
</file>

<file path=ppt/slideLayouts/_rels/slideLayout27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1.xml"/>
</Relationships>
</file>

<file path=ppt/slideLayouts/_rels/slideLayout27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2.xml"/>
</Relationships>
</file>

<file path=ppt/slideLayouts/_rels/slideLayout27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3.xml"/>
</Relationships>
</file>

<file path=ppt/slideLayouts/_rels/slideLayout27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7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7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8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8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8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8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8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8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8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8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8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4.xml"/>
</Relationships>
</file>

<file path=ppt/slideLayouts/_rels/slideLayout28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5.xml"/>
</Relationships>
</file>

<file path=ppt/slideLayouts/_rels/slideLayout28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6.xml"/>
</Relationships>
</file>

<file path=ppt/slideLayouts/_rels/slideLayout28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7.xml"/>
</Relationships>
</file>

<file path=ppt/slideLayouts/_rels/slideLayout28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8.xml"/>
</Relationships>
</file>

<file path=ppt/slideLayouts/_rels/slideLayout28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39.xml"/>
</Relationships>
</file>

<file path=ppt/slideLayouts/_rels/slideLayout28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0.xml"/>
</Relationships>
</file>

<file path=ppt/slideLayouts/_rels/slideLayout28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1.xml"/>
</Relationships>
</file>

<file path=ppt/slideLayouts/_rels/slideLayout28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8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8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8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8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8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8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9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9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9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9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9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2.xml"/>
</Relationships>
</file>

<file path=ppt/slideLayouts/_rels/slideLayout29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3.xml"/>
</Relationships>
</file>

<file path=ppt/slideLayouts/_rels/slideLayout29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4.xml"/>
</Relationships>
</file>

<file path=ppt/slideLayouts/_rels/slideLayout29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5.xml"/>
</Relationships>
</file>

<file path=ppt/slideLayouts/_rels/slideLayout29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6.xml"/>
</Relationships>
</file>

<file path=ppt/slideLayouts/_rels/slideLayout29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7.xml"/>
</Relationships>
</file>

<file path=ppt/slideLayouts/_rels/slideLayout29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8.xml"/>
</Relationships>
</file>

<file path=ppt/slideLayouts/_rels/slideLayout29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49.xml"/>
</Relationships>
</file>

<file path=ppt/slideLayouts/_rels/slideLayout29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29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29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29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29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29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29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29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29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29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29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30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0.xml"/>
</Relationships>
</file>

<file path=ppt/slideLayouts/_rels/slideLayout30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1.xml"/>
</Relationships>
</file>

<file path=ppt/slideLayouts/_rels/slideLayout30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2.xml"/>
</Relationships>
</file>

<file path=ppt/slideLayouts/_rels/slideLayout30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3.xml"/>
</Relationships>
</file>

<file path=ppt/slideLayouts/_rels/slideLayout30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4.xml"/>
</Relationships>
</file>

<file path=ppt/slideLayouts/_rels/slideLayout30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5.xml"/>
</Relationships>
</file>

<file path=ppt/slideLayouts/_rels/slideLayout30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6.xml"/>
</Relationships>
</file>

<file path=ppt/slideLayouts/_rels/slideLayout30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7.xml"/>
</Relationships>
</file>

<file path=ppt/slideLayouts/_rels/slideLayout30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8.xml"/>
</Relationships>
</file>

<file path=ppt/slideLayouts/_rels/slideLayout30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0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0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1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1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1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1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1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1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1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1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1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59.xml"/>
</Relationships>
</file>

<file path=ppt/slideLayouts/_rels/slideLayout31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0.xml"/>
</Relationships>
</file>

<file path=ppt/slideLayouts/_rels/slideLayout31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1.xml"/>
</Relationships>
</file>

<file path=ppt/slideLayouts/_rels/slideLayout31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2.xml"/>
</Relationships>
</file>

<file path=ppt/slideLayouts/_rels/slideLayout31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3.xml"/>
</Relationships>
</file>

<file path=ppt/slideLayouts/_rels/slideLayout31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4.xml"/>
</Relationships>
</file>

<file path=ppt/slideLayouts/_rels/slideLayout31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5.xml"/>
</Relationships>
</file>

<file path=ppt/slideLayouts/_rels/slideLayout31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6.xml"/>
</Relationships>
</file>

<file path=ppt/slideLayouts/_rels/slideLayout31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1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1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1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1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1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1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2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2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2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2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2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7.xml"/>
</Relationships>
</file>

<file path=ppt/slideLayouts/_rels/slideLayout32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8.xml"/>
</Relationships>
</file>

<file path=ppt/slideLayouts/_rels/slideLayout32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69.xml"/>
</Relationships>
</file>

<file path=ppt/slideLayouts/_rels/slideLayout32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0.xml"/>
</Relationships>
</file>

<file path=ppt/slideLayouts/_rels/slideLayout32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1.xml"/>
</Relationships>
</file>

<file path=ppt/slideLayouts/_rels/slideLayout32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2.xml"/>
</Relationships>
</file>

<file path=ppt/slideLayouts/_rels/slideLayout32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3.xml"/>
</Relationships>
</file>

<file path=ppt/slideLayouts/_rels/slideLayout32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4.xml"/>
</Relationships>
</file>

<file path=ppt/slideLayouts/_rels/slideLayout32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2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2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2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2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2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2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2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2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2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2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3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5.xml"/>
</Relationships>
</file>

<file path=ppt/slideLayouts/_rels/slideLayout33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6.xml"/>
</Relationships>
</file>

<file path=ppt/slideLayouts/_rels/slideLayout33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7.xml"/>
</Relationships>
</file>

<file path=ppt/slideLayouts/_rels/slideLayout33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8.xml"/>
</Relationships>
</file>

<file path=ppt/slideLayouts/_rels/slideLayout33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79.xml"/>
</Relationships>
</file>

<file path=ppt/slideLayouts/_rels/slideLayout33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0.xml"/>
</Relationships>
</file>

<file path=ppt/slideLayouts/_rels/slideLayout33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1.xml"/>
</Relationships>
</file>

<file path=ppt/slideLayouts/_rels/slideLayout33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2.xml"/>
</Relationships>
</file>

<file path=ppt/slideLayouts/_rels/slideLayout33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3.xml"/>
</Relationships>
</file>

<file path=ppt/slideLayouts/_rels/slideLayout33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3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3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4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4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4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4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4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4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4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4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4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4.xml"/>
</Relationships>
</file>

<file path=ppt/slideLayouts/_rels/slideLayout34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5.xml"/>
</Relationships>
</file>

<file path=ppt/slideLayouts/_rels/slideLayout34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6.xml"/>
</Relationships>
</file>

<file path=ppt/slideLayouts/_rels/slideLayout34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7.xml"/>
</Relationships>
</file>

<file path=ppt/slideLayouts/_rels/slideLayout34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8.xml"/>
</Relationships>
</file>

<file path=ppt/slideLayouts/_rels/slideLayout34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89.xml"/>
</Relationships>
</file>

<file path=ppt/slideLayouts/_rels/slideLayout34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0.xml"/>
</Relationships>
</file>

<file path=ppt/slideLayouts/_rels/slideLayout34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1.xml"/>
</Relationships>
</file>

<file path=ppt/slideLayouts/_rels/slideLayout34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4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4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4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4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4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4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5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5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5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5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5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2.xml"/>
</Relationships>
</file>

<file path=ppt/slideLayouts/_rels/slideLayout35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3.xml"/>
</Relationships>
</file>

<file path=ppt/slideLayouts/_rels/slideLayout35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4.xml"/>
</Relationships>
</file>

<file path=ppt/slideLayouts/_rels/slideLayout35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5.xml"/>
</Relationships>
</file>

<file path=ppt/slideLayouts/_rels/slideLayout35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6.xml"/>
</Relationships>
</file>

<file path=ppt/slideLayouts/_rels/slideLayout35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5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6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6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6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6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6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7.xml"/>
</Relationships>
</file>

<file path=ppt/slideLayouts/_rels/slideLayout356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6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6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6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6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7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7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7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7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7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7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7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8.xml"/>
</Relationships>
</file>

<file path=ppt/slideLayouts/_rels/slideLayout357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7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7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8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8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8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8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8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8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8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8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8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299.xml"/>
</Relationships>
</file>

<file path=ppt/slideLayouts/_rels/slideLayout358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59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59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59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59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59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59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59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59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59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59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60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0.xml"/>
</Relationships>
</file>

<file path=ppt/slideLayouts/_rels/slideLayout360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0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0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0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0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0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0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0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0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1.xml"/>
</Relationships>
</file>

<file path=ppt/slideLayouts/_rels/slideLayout36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2.xml"/>
</Relationships>
</file>

<file path=ppt/slideLayouts/_rels/slideLayout36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_rels/slideLayout36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3.xml"/>
</Relationships>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20B9BB1E-46E7-4C99-99E7-78595DE5C8FA}" type="slidenum">
              <a:t>&lt;#&gt;</a:t>
            </a:fld>
          </a:p>
        </p:txBody>
      </p:sp>
    </p:spTree>
  </p:cSld>
</p:sldLayout>
</file>

<file path=ppt/slideLayouts/slideLayout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FE8EDBCD-6B25-408D-A693-2449529D5B8A}" type="slidenum">
              <a:t>&lt;#&gt;</a:t>
            </a:fld>
          </a:p>
        </p:txBody>
      </p:sp>
    </p:spTree>
  </p:cSld>
</p:sldLayout>
</file>

<file path=ppt/slideLayouts/slideLayout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8E3DAC71-29B3-488D-A601-9B757F159303}" type="slidenum">
              <a:t>&lt;#&gt;</a:t>
            </a:fld>
          </a:p>
        </p:txBody>
      </p:sp>
    </p:spTree>
  </p:cSld>
</p:sldLayout>
</file>

<file path=ppt/slideLayouts/slideLayout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C842202B-DEAE-4A07-8452-D49182595DEA}" type="slidenum">
              <a:t>&lt;#&gt;</a:t>
            </a:fld>
          </a:p>
        </p:txBody>
      </p:sp>
    </p:spTree>
  </p:cSld>
</p:sldLayout>
</file>

<file path=ppt/slideLayouts/slideLayout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5E73E0B8-5FDA-4814-A07C-3BAB3FAE1960}" type="slidenum">
              <a:t>&lt;#&gt;</a:t>
            </a:fld>
          </a:p>
        </p:txBody>
      </p:sp>
    </p:spTree>
  </p:cSld>
</p:sldLayout>
</file>

<file path=ppt/slideLayouts/slideLayout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8BD06EEC-868C-4B03-8F19-2F7AA40347BD}" type="slidenum">
              <a:t>&lt;#&gt;</a:t>
            </a:fld>
          </a:p>
        </p:txBody>
      </p:sp>
    </p:spTree>
  </p:cSld>
</p:sldLayout>
</file>

<file path=ppt/slideLayouts/slideLayout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EB034402-1FE9-4428-9FAC-1BC2C7B871DC}" type="slidenum">
              <a:t>&lt;#&gt;</a:t>
            </a:fld>
          </a:p>
        </p:txBody>
      </p:sp>
    </p:spTree>
  </p:cSld>
</p:sldLayout>
</file>

<file path=ppt/slideLayouts/slideLayout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11FB1EDC-01C1-411C-B591-7DCCD167B5BA}" type="slidenum">
              <a:t>&lt;#&gt;</a:t>
            </a:fld>
          </a:p>
        </p:txBody>
      </p:sp>
    </p:spTree>
  </p:cSld>
</p:sldLayout>
</file>

<file path=ppt/slideLayouts/slideLayout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9780AAC9-ABC8-478A-93B7-CE28B25C19A6}" type="slidenum">
              <a:t>&lt;#&gt;</a:t>
            </a:fld>
          </a:p>
        </p:txBody>
      </p:sp>
    </p:spTree>
  </p:cSld>
</p:sldLayout>
</file>

<file path=ppt/slideLayouts/slideLayout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1E1FE859-7199-458D-AF8B-32E915DF9AF0}" type="slidenum">
              <a:t>&lt;#&gt;</a:t>
            </a:fld>
          </a:p>
        </p:txBody>
      </p:sp>
    </p:spTree>
  </p:cSld>
</p:sldLayout>
</file>

<file path=ppt/slideLayouts/slideLayout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B5316555-2887-496D-8226-D386C50BAD90}" type="slidenum">
              <a:t>&lt;#&gt;</a:t>
            </a:fld>
          </a:p>
        </p:txBody>
      </p:sp>
    </p:spTree>
  </p:cSld>
</p:sldLayout>
</file>

<file path=ppt/slideLayouts/slideLayout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"/>
          </p:nvPr>
        </p:nvSpPr>
        <p:spPr/>
        <p:txBody>
          <a:bodyPr/>
          <a:p>
            <a:fld id="{4A284734-D0A7-493A-8C07-7977FB99DF7B}" type="slidenum">
              <a:t>&lt;#&gt;</a:t>
            </a:fld>
          </a:p>
        </p:txBody>
      </p:sp>
    </p:spTree>
  </p:cSld>
</p:sldLayout>
</file>

<file path=ppt/slideLayouts/slideLayout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BDDFC52E-5BF4-4C55-A58A-00EE2415B0D4}" type="slidenum">
              <a:t>&lt;#&gt;</a:t>
            </a:fld>
          </a:p>
        </p:txBody>
      </p:sp>
    </p:spTree>
  </p:cSld>
</p:sldLayout>
</file>

<file path=ppt/slideLayouts/slideLayout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DBCFEBE0-8D30-42CF-AA44-39997BC327DF}" type="slidenum">
              <a:t>&lt;#&gt;</a:t>
            </a:fld>
          </a:p>
        </p:txBody>
      </p:sp>
    </p:spTree>
  </p:cSld>
</p:sldLayout>
</file>

<file path=ppt/slideLayouts/slideLayout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9326EBD4-4669-48A4-9C57-F530799F1BF3}" type="slidenum">
              <a:t>&lt;#&gt;</a:t>
            </a:fld>
          </a:p>
        </p:txBody>
      </p:sp>
    </p:spTree>
  </p:cSld>
</p:sldLayout>
</file>

<file path=ppt/slideLayouts/slideLayout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12FFC29C-BF29-4F4D-B554-9BAA201DAC03}" type="slidenum">
              <a:t>&lt;#&gt;</a:t>
            </a:fld>
          </a:p>
        </p:txBody>
      </p:sp>
    </p:spTree>
  </p:cSld>
</p:sldLayout>
</file>

<file path=ppt/slideLayouts/slideLayout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BD27575B-B26A-4CC8-9163-D317EC5D5A95}" type="slidenum">
              <a:t>&lt;#&gt;</a:t>
            </a:fld>
          </a:p>
        </p:txBody>
      </p:sp>
    </p:spTree>
  </p:cSld>
</p:sldLayout>
</file>

<file path=ppt/slideLayouts/slideLayout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9B6DBC66-DC6C-40E0-8702-EC0ED36AF967}" type="slidenum">
              <a:t>&lt;#&gt;</a:t>
            </a:fld>
          </a:p>
        </p:txBody>
      </p:sp>
    </p:spTree>
  </p:cSld>
</p:sldLayout>
</file>

<file path=ppt/slideLayouts/slideLayout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BA3644F5-C475-45E8-BA34-C535A1804755}" type="slidenum">
              <a:t>&lt;#&gt;</a:t>
            </a:fld>
          </a:p>
        </p:txBody>
      </p:sp>
    </p:spTree>
  </p:cSld>
</p:sldLayout>
</file>

<file path=ppt/slideLayouts/slideLayout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93239E69-F89C-4B18-84F3-C15F10E799A3}" type="slidenum">
              <a:t>&lt;#&gt;</a:t>
            </a:fld>
          </a:p>
        </p:txBody>
      </p:sp>
    </p:spTree>
  </p:cSld>
</p:sldLayout>
</file>

<file path=ppt/slideLayouts/slideLayout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F2DF1C02-8FBE-4A85-8EF8-8246D40EADA0}" type="slidenum">
              <a:t>&lt;#&gt;</a:t>
            </a:fld>
          </a:p>
        </p:txBody>
      </p:sp>
    </p:spTree>
  </p:cSld>
</p:sldLayout>
</file>

<file path=ppt/slideLayouts/slideLayout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55D01D9E-B606-41B3-843C-3052B4787F21}" type="slidenum">
              <a:t>&lt;#&gt;</a:t>
            </a:fld>
          </a:p>
        </p:txBody>
      </p:sp>
    </p:spTree>
  </p:cSld>
</p:sldLayout>
</file>

<file path=ppt/slideLayouts/slideLayout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4C27239A-52EA-4044-81F1-1BB6CFE97615}" type="slidenum">
              <a:t>&lt;#&gt;</a:t>
            </a:fld>
          </a:p>
        </p:txBody>
      </p:sp>
    </p:spTree>
  </p:cSld>
</p:sldLayout>
</file>

<file path=ppt/slideLayouts/slideLayout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"/>
          </p:nvPr>
        </p:nvSpPr>
        <p:spPr/>
        <p:txBody>
          <a:bodyPr/>
          <a:p>
            <a:fld id="{D836BAEE-6C85-4681-9C27-CD13A32BFBD8}" type="slidenum">
              <a:t>&lt;#&gt;</a:t>
            </a:fld>
          </a:p>
        </p:txBody>
      </p:sp>
    </p:spTree>
  </p:cSld>
</p:sldLayout>
</file>

<file path=ppt/slideLayouts/slideLayout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9D35B633-E05A-4A86-A4EA-438DD2F1F493}" type="slidenum">
              <a:t>&lt;#&gt;</a:t>
            </a:fld>
          </a:p>
        </p:txBody>
      </p:sp>
    </p:spTree>
  </p:cSld>
</p:sldLayout>
</file>

<file path=ppt/slideLayouts/slideLayout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5776A9B2-472D-46BF-94B0-C23DAF8D469F}" type="slidenum">
              <a:t>&lt;#&gt;</a:t>
            </a:fld>
          </a:p>
        </p:txBody>
      </p:sp>
    </p:spTree>
  </p:cSld>
</p:sldLayout>
</file>

<file path=ppt/slideLayouts/slideLayout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BDDE5137-4CD1-450B-9923-22413B0B9AFD}" type="slidenum">
              <a:t>&lt;#&gt;</a:t>
            </a:fld>
          </a:p>
        </p:txBody>
      </p:sp>
    </p:spTree>
  </p:cSld>
</p:sldLayout>
</file>

<file path=ppt/slideLayouts/slideLayout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BDF7C3A2-F34E-4C34-AD8A-814FEDAFE44E}" type="slidenum">
              <a:t>&lt;#&gt;</a:t>
            </a:fld>
          </a:p>
        </p:txBody>
      </p:sp>
    </p:spTree>
  </p:cSld>
</p:sldLayout>
</file>

<file path=ppt/slideLayouts/slideLayout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D09333DD-7957-47E8-B826-12E23DFE90AC}" type="slidenum">
              <a:t>&lt;#&gt;</a:t>
            </a:fld>
          </a:p>
        </p:txBody>
      </p:sp>
    </p:spTree>
  </p:cSld>
</p:sldLayout>
</file>

<file path=ppt/slideLayouts/slideLayout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F57A6921-90CB-42A8-88CF-8045366ECE29}" type="slidenum">
              <a:t>&lt;#&gt;</a:t>
            </a:fld>
          </a:p>
        </p:txBody>
      </p:sp>
    </p:spTree>
  </p:cSld>
</p:sldLayout>
</file>

<file path=ppt/slideLayouts/slideLayout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FF39AA88-5567-476A-8267-9152758E366F}" type="slidenum">
              <a:t>&lt;#&gt;</a:t>
            </a:fld>
          </a:p>
        </p:txBody>
      </p:sp>
    </p:spTree>
  </p:cSld>
</p:sldLayout>
</file>

<file path=ppt/slideLayouts/slideLayout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91DBB5EA-4E9F-4A17-8E12-94CE04B1E700}" type="slidenum">
              <a:t>&lt;#&gt;</a:t>
            </a:fld>
          </a:p>
        </p:txBody>
      </p:sp>
    </p:spTree>
  </p:cSld>
</p:sldLayout>
</file>

<file path=ppt/slideLayouts/slideLayout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AC548D9D-08CC-4ADA-8EFB-9A9DA8FA0B4B}" type="slidenum">
              <a:t>&lt;#&gt;</a:t>
            </a:fld>
          </a:p>
        </p:txBody>
      </p:sp>
    </p:spTree>
  </p:cSld>
</p:sldLayout>
</file>

<file path=ppt/slideLayouts/slideLayout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9FF9FE1C-7891-4841-99EB-9B089855AF35}" type="slidenum">
              <a:t>&lt;#&gt;</a:t>
            </a:fld>
          </a:p>
        </p:txBody>
      </p:sp>
    </p:spTree>
  </p:cSld>
</p:sldLayout>
</file>

<file path=ppt/slideLayouts/slideLayout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F731F15D-D67E-441A-9336-3DAC5D3374F0}" type="slidenum">
              <a:t>&lt;#&gt;</a:t>
            </a:fld>
          </a:p>
        </p:txBody>
      </p:sp>
    </p:spTree>
  </p:cSld>
</p:sldLayout>
</file>

<file path=ppt/slideLayouts/slideLayout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5"/>
          </p:nvPr>
        </p:nvSpPr>
        <p:spPr/>
        <p:txBody>
          <a:bodyPr/>
          <a:p>
            <a:fld id="{532DF998-A490-4C03-A766-BF1FB60083AA}" type="slidenum">
              <a:t>&lt;#&gt;</a:t>
            </a:fld>
          </a:p>
        </p:txBody>
      </p:sp>
    </p:spTree>
  </p:cSld>
</p:sldLayout>
</file>

<file path=ppt/slideLayouts/slideLayout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A9A839F6-0F21-4E25-8F9C-63BBCC8E61ED}" type="slidenum">
              <a:t>&lt;#&gt;</a:t>
            </a:fld>
          </a:p>
        </p:txBody>
      </p:sp>
    </p:spTree>
  </p:cSld>
</p:sldLayout>
</file>

<file path=ppt/slideLayouts/slideLayout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08C17002-A90C-46AD-8AB6-0CF1C594D9B1}" type="slidenum">
              <a:t>&lt;#&gt;</a:t>
            </a:fld>
          </a:p>
        </p:txBody>
      </p:sp>
    </p:spTree>
  </p:cSld>
</p:sldLayout>
</file>

<file path=ppt/slideLayouts/slideLayout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2EB31BB1-A787-43D2-BCC3-983B5FD9C933}" type="slidenum">
              <a:t>&lt;#&gt;</a:t>
            </a:fld>
          </a:p>
        </p:txBody>
      </p:sp>
    </p:spTree>
  </p:cSld>
</p:sldLayout>
</file>

<file path=ppt/slideLayouts/slideLayout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9ED4C7BF-C317-4165-B58C-0A65FCE2645A}" type="slidenum">
              <a:t>&lt;#&gt;</a:t>
            </a:fld>
          </a:p>
        </p:txBody>
      </p:sp>
    </p:spTree>
  </p:cSld>
</p:sldLayout>
</file>

<file path=ppt/slideLayouts/slideLayout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091DC784-644F-4F74-9388-3C9F25CD0AD2}" type="slidenum">
              <a:t>&lt;#&gt;</a:t>
            </a:fld>
          </a:p>
        </p:txBody>
      </p:sp>
    </p:spTree>
  </p:cSld>
</p:sldLayout>
</file>

<file path=ppt/slideLayouts/slideLayout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C2E8BD9C-E6C9-4F34-B8C7-5656CAFE0DC6}" type="slidenum">
              <a:t>&lt;#&gt;</a:t>
            </a:fld>
          </a:p>
        </p:txBody>
      </p:sp>
    </p:spTree>
  </p:cSld>
</p:sldLayout>
</file>

<file path=ppt/slideLayouts/slideLayout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7817E472-C087-411F-B436-7EF240C19355}" type="slidenum">
              <a:t>&lt;#&gt;</a:t>
            </a:fld>
          </a:p>
        </p:txBody>
      </p:sp>
    </p:spTree>
  </p:cSld>
</p:sldLayout>
</file>

<file path=ppt/slideLayouts/slideLayout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9E3A9C7D-F47E-4290-9D53-22FD842F9B09}" type="slidenum">
              <a:t>&lt;#&gt;</a:t>
            </a:fld>
          </a:p>
        </p:txBody>
      </p:sp>
    </p:spTree>
  </p:cSld>
</p:sldLayout>
</file>

<file path=ppt/slideLayouts/slideLayout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B6652E40-1CD0-479F-A73F-484187F423E0}" type="slidenum">
              <a:t>&lt;#&gt;</a:t>
            </a:fld>
          </a:p>
        </p:txBody>
      </p:sp>
    </p:spTree>
  </p:cSld>
</p:sldLayout>
</file>

<file path=ppt/slideLayouts/slideLayout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19BD1BFF-A789-4E4D-883F-85E4DEE5D53C}" type="slidenum">
              <a:t>&lt;#&gt;</a:t>
            </a:fld>
          </a:p>
        </p:txBody>
      </p:sp>
    </p:spTree>
  </p:cSld>
</p:sldLayout>
</file>

<file path=ppt/slideLayouts/slideLayout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7E76C6AC-A895-475D-8882-D40A1F8568B9}" type="slidenum">
              <a:t>&lt;#&gt;</a:t>
            </a:fld>
          </a:p>
        </p:txBody>
      </p:sp>
    </p:spTree>
  </p:cSld>
</p:sldLayout>
</file>

<file path=ppt/slideLayouts/slideLayout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7"/>
          </p:nvPr>
        </p:nvSpPr>
        <p:spPr/>
        <p:txBody>
          <a:bodyPr/>
          <a:p>
            <a:fld id="{C2DEC32F-81C9-432A-9F42-A3CE3559B4A1}" type="slidenum">
              <a:t>&lt;#&gt;</a:t>
            </a:fld>
          </a:p>
        </p:txBody>
      </p:sp>
    </p:spTree>
  </p:cSld>
</p:sldLayout>
</file>

<file path=ppt/slideLayouts/slideLayout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2D5B1B77-7C9A-4D1A-8B5E-8D80DC016C87}" type="slidenum">
              <a:t>&lt;#&gt;</a:t>
            </a:fld>
          </a:p>
        </p:txBody>
      </p:sp>
    </p:spTree>
  </p:cSld>
</p:sldLayout>
</file>

<file path=ppt/slideLayouts/slideLayout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CB04BBD9-B083-4B5C-A7DE-E533C4D6C49A}" type="slidenum">
              <a:t>&lt;#&gt;</a:t>
            </a:fld>
          </a:p>
        </p:txBody>
      </p:sp>
    </p:spTree>
  </p:cSld>
</p:sldLayout>
</file>

<file path=ppt/slideLayouts/slideLayout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F63A223B-BB14-4A76-B24A-CA92F3860DFA}" type="slidenum">
              <a:t>&lt;#&gt;</a:t>
            </a:fld>
          </a:p>
        </p:txBody>
      </p:sp>
    </p:spTree>
  </p:cSld>
</p:sldLayout>
</file>

<file path=ppt/slideLayouts/slideLayout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2B9A06BB-2C1A-402E-A83D-807F2E553849}" type="slidenum">
              <a:t>&lt;#&gt;</a:t>
            </a:fld>
          </a:p>
        </p:txBody>
      </p:sp>
    </p:spTree>
  </p:cSld>
</p:sldLayout>
</file>

<file path=ppt/slideLayouts/slideLayout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C02B5D7A-FC34-49B9-B5F1-65D49A8938EC}" type="slidenum">
              <a:t>&lt;#&gt;</a:t>
            </a:fld>
          </a:p>
        </p:txBody>
      </p:sp>
    </p:spTree>
  </p:cSld>
</p:sldLayout>
</file>

<file path=ppt/slideLayouts/slideLayout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AC4CEA25-DB98-4C5A-A020-B2B620FE350F}" type="slidenum">
              <a:t>&lt;#&gt;</a:t>
            </a:fld>
          </a:p>
        </p:txBody>
      </p:sp>
    </p:spTree>
  </p:cSld>
</p:sldLayout>
</file>

<file path=ppt/slideLayouts/slideLayout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FA30199C-56E0-4506-8C00-7C79E6CB8D37}" type="slidenum">
              <a:t>&lt;#&gt;</a:t>
            </a:fld>
          </a:p>
        </p:txBody>
      </p:sp>
    </p:spTree>
  </p:cSld>
</p:sldLayout>
</file>

<file path=ppt/slideLayouts/slideLayout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9925C151-3B58-4B7F-AAF4-74C1CDBEC72B}" type="slidenum">
              <a:t>&lt;#&gt;</a:t>
            </a:fld>
          </a:p>
        </p:txBody>
      </p:sp>
    </p:spTree>
  </p:cSld>
</p:sldLayout>
</file>

<file path=ppt/slideLayouts/slideLayout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34CD6852-F3BE-4206-A44A-5C0723477BDC}" type="slidenum">
              <a:t>&lt;#&gt;</a:t>
            </a:fld>
          </a:p>
        </p:txBody>
      </p:sp>
    </p:spTree>
  </p:cSld>
</p:sldLayout>
</file>

<file path=ppt/slideLayouts/slideLayout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9C20D72F-F390-4453-ACF3-644EF33671F4}" type="slidenum">
              <a:t>&lt;#&gt;</a:t>
            </a:fld>
          </a:p>
        </p:txBody>
      </p:sp>
    </p:spTree>
  </p:cSld>
</p:sldLayout>
</file>

<file path=ppt/slideLayouts/slideLayout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3B67D357-CE29-45E9-A11B-3CC5637D86D0}" type="slidenum">
              <a:t>&lt;#&gt;</a:t>
            </a:fld>
          </a:p>
        </p:txBody>
      </p:sp>
    </p:spTree>
  </p:cSld>
</p:sldLayout>
</file>

<file path=ppt/slideLayouts/slideLayout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9"/>
          </p:nvPr>
        </p:nvSpPr>
        <p:spPr/>
        <p:txBody>
          <a:bodyPr/>
          <a:p>
            <a:fld id="{3AFDEB38-9443-4B9C-A63E-624B1C0B7E9A}" type="slidenum">
              <a:t>&lt;#&gt;</a:t>
            </a:fld>
          </a:p>
        </p:txBody>
      </p:sp>
    </p:spTree>
  </p:cSld>
</p:sldLayout>
</file>

<file path=ppt/slideLayouts/slideLayout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D0D03EDD-4EBE-4715-9065-FD4C38D07C17}" type="slidenum">
              <a:t>&lt;#&gt;</a:t>
            </a:fld>
          </a:p>
        </p:txBody>
      </p:sp>
    </p:spTree>
  </p:cSld>
</p:sldLayout>
</file>

<file path=ppt/slideLayouts/slideLayout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99058B09-FA50-4406-A33A-FAADC852A45E}" type="slidenum">
              <a:t>&lt;#&gt;</a:t>
            </a:fld>
          </a:p>
        </p:txBody>
      </p:sp>
    </p:spTree>
  </p:cSld>
</p:sldLayout>
</file>

<file path=ppt/slideLayouts/slideLayout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10D896BB-4F2E-4A34-A210-3085542FD60F}" type="slidenum">
              <a:t>&lt;#&gt;</a:t>
            </a:fld>
          </a:p>
        </p:txBody>
      </p:sp>
    </p:spTree>
  </p:cSld>
</p:sldLayout>
</file>

<file path=ppt/slideLayouts/slideLayout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E4EA5332-C643-4E0D-9785-8A5162107A22}" type="slidenum">
              <a:t>&lt;#&gt;</a:t>
            </a:fld>
          </a:p>
        </p:txBody>
      </p:sp>
    </p:spTree>
  </p:cSld>
</p:sldLayout>
</file>

<file path=ppt/slideLayouts/slideLayout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2CA03B64-3849-4F04-825C-6237B3A9B1D6}" type="slidenum">
              <a:t>&lt;#&gt;</a:t>
            </a:fld>
          </a:p>
        </p:txBody>
      </p:sp>
    </p:spTree>
  </p:cSld>
</p:sldLayout>
</file>

<file path=ppt/slideLayouts/slideLayout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627954D4-0CED-432A-8918-4A10F01079E4}" type="slidenum">
              <a:t>&lt;#&gt;</a:t>
            </a:fld>
          </a:p>
        </p:txBody>
      </p:sp>
    </p:spTree>
  </p:cSld>
</p:sldLayout>
</file>

<file path=ppt/slideLayouts/slideLayout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20F48336-470F-4AAF-AE8F-3AEE5C9BCF1C}" type="slidenum">
              <a:t>&lt;#&gt;</a:t>
            </a:fld>
          </a:p>
        </p:txBody>
      </p:sp>
    </p:spTree>
  </p:cSld>
</p:sldLayout>
</file>

<file path=ppt/slideLayouts/slideLayout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FBBDDAAB-2691-460E-A204-9AF0A74657DC}" type="slidenum">
              <a:t>&lt;#&gt;</a:t>
            </a:fld>
          </a:p>
        </p:txBody>
      </p:sp>
    </p:spTree>
  </p:cSld>
</p:sldLayout>
</file>

<file path=ppt/slideLayouts/slideLayout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EF3CA6B5-9779-45CE-9C65-4B4B717A30AE}" type="slidenum">
              <a:t>&lt;#&gt;</a:t>
            </a:fld>
          </a:p>
        </p:txBody>
      </p:sp>
    </p:spTree>
  </p:cSld>
</p:sldLayout>
</file>

<file path=ppt/slideLayouts/slideLayout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6B823AD6-3532-4CF2-BA47-2E57CD95448C}" type="slidenum">
              <a:t>&lt;#&gt;</a:t>
            </a:fld>
          </a:p>
        </p:txBody>
      </p:sp>
    </p:spTree>
  </p:cSld>
</p:sldLayout>
</file>

<file path=ppt/slideLayouts/slideLayout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DA21992D-43CE-441C-BC6F-94C98A64CF1B}" type="slidenum">
              <a:t>&lt;#&gt;</a:t>
            </a:fld>
          </a:p>
        </p:txBody>
      </p:sp>
    </p:spTree>
  </p:cSld>
</p:sldLayout>
</file>

<file path=ppt/slideLayouts/slideLayout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1"/>
          </p:nvPr>
        </p:nvSpPr>
        <p:spPr/>
        <p:txBody>
          <a:bodyPr/>
          <a:p>
            <a:fld id="{589BA47D-AF8B-4475-AAFC-35F44937D545}" type="slidenum">
              <a:t>&lt;#&gt;</a:t>
            </a:fld>
          </a:p>
        </p:txBody>
      </p:sp>
    </p:spTree>
  </p:cSld>
</p:sldLayout>
</file>

<file path=ppt/slideLayouts/slideLayout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32F26CB2-DFCC-4662-B76E-BAE2518ADAEA}" type="slidenum">
              <a:t>&lt;#&gt;</a:t>
            </a:fld>
          </a:p>
        </p:txBody>
      </p:sp>
    </p:spTree>
  </p:cSld>
</p:sldLayout>
</file>

<file path=ppt/slideLayouts/slideLayout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0BFBE087-CE8F-4C98-AA82-F3DCD533D522}" type="slidenum">
              <a:t>&lt;#&gt;</a:t>
            </a:fld>
          </a:p>
        </p:txBody>
      </p:sp>
    </p:spTree>
  </p:cSld>
</p:sldLayout>
</file>

<file path=ppt/slideLayouts/slideLayout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384804D3-5A21-4C52-950A-D83FF6CC3024}" type="slidenum">
              <a:t>&lt;#&gt;</a:t>
            </a:fld>
          </a:p>
        </p:txBody>
      </p:sp>
    </p:spTree>
  </p:cSld>
</p:sldLayout>
</file>

<file path=ppt/slideLayouts/slideLayout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785467B1-0E5A-46AE-A162-614E4FF1859C}" type="slidenum">
              <a:t>&lt;#&gt;</a:t>
            </a:fld>
          </a:p>
        </p:txBody>
      </p:sp>
    </p:spTree>
  </p:cSld>
</p:sldLayout>
</file>

<file path=ppt/slideLayouts/slideLayout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C6EA741E-07A9-4CD1-B9AC-86D9817CDC10}" type="slidenum">
              <a:t>&lt;#&gt;</a:t>
            </a:fld>
          </a:p>
        </p:txBody>
      </p:sp>
    </p:spTree>
  </p:cSld>
</p:sldLayout>
</file>

<file path=ppt/slideLayouts/slideLayout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1F64CB0A-706E-4F7F-8886-DD1064F9D5DD}" type="slidenum">
              <a:t>&lt;#&gt;</a:t>
            </a:fld>
          </a:p>
        </p:txBody>
      </p:sp>
    </p:spTree>
  </p:cSld>
</p:sldLayout>
</file>

<file path=ppt/slideLayouts/slideLayout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968545CD-23C6-41C9-AAE4-8BE6D335FFEA}" type="slidenum">
              <a:t>&lt;#&gt;</a:t>
            </a:fld>
          </a:p>
        </p:txBody>
      </p:sp>
    </p:spTree>
  </p:cSld>
</p:sldLayout>
</file>

<file path=ppt/slideLayouts/slideLayout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DD236A62-4AEE-4A83-A5BB-83F20846339D}" type="slidenum">
              <a:t>&lt;#&gt;</a:t>
            </a:fld>
          </a:p>
        </p:txBody>
      </p:sp>
    </p:spTree>
  </p:cSld>
</p:sldLayout>
</file>

<file path=ppt/slideLayouts/slideLayout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FA9EB60B-65A0-46D9-A2AF-E309B3E0CA09}" type="slidenum">
              <a:t>&lt;#&gt;</a:t>
            </a:fld>
          </a:p>
        </p:txBody>
      </p:sp>
    </p:spTree>
  </p:cSld>
</p:sldLayout>
</file>

<file path=ppt/slideLayouts/slideLayout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52AAB639-F10D-4D21-AB11-E0BF2A8CC101}" type="slidenum">
              <a:t>&lt;#&gt;</a:t>
            </a:fld>
          </a:p>
        </p:txBody>
      </p:sp>
    </p:spTree>
  </p:cSld>
</p:sldLayout>
</file>

<file path=ppt/slideLayouts/slideLayout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744274A5-713A-4DB1-87EF-97F85F08F83C}" type="slidenum">
              <a:t>&lt;#&gt;</a:t>
            </a:fld>
          </a:p>
        </p:txBody>
      </p:sp>
    </p:spTree>
  </p:cSld>
</p:sldLayout>
</file>

<file path=ppt/slideLayouts/slideLayout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3"/>
          </p:nvPr>
        </p:nvSpPr>
        <p:spPr/>
        <p:txBody>
          <a:bodyPr/>
          <a:p>
            <a:fld id="{1DF09A1B-4A2A-4A57-9F56-A17CCBE0185F}" type="slidenum">
              <a:t>&lt;#&gt;</a:t>
            </a:fld>
          </a:p>
        </p:txBody>
      </p:sp>
    </p:spTree>
  </p:cSld>
</p:sldLayout>
</file>

<file path=ppt/slideLayouts/slideLayout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2BB596AA-2774-4F9B-A982-1769C286CBDC}" type="slidenum">
              <a:t>&lt;#&gt;</a:t>
            </a:fld>
          </a:p>
        </p:txBody>
      </p:sp>
    </p:spTree>
  </p:cSld>
</p:sldLayout>
</file>

<file path=ppt/slideLayouts/slideLayout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52BBF8FF-8644-4FDF-A57B-F3A8C9B0F6ED}" type="slidenum">
              <a:t>&lt;#&gt;</a:t>
            </a:fld>
          </a:p>
        </p:txBody>
      </p:sp>
    </p:spTree>
  </p:cSld>
</p:sldLayout>
</file>

<file path=ppt/slideLayouts/slideLayout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2958AB32-41B6-4456-A878-4423C91B6072}" type="slidenum">
              <a:t>&lt;#&gt;</a:t>
            </a:fld>
          </a:p>
        </p:txBody>
      </p:sp>
    </p:spTree>
  </p:cSld>
</p:sldLayout>
</file>

<file path=ppt/slideLayouts/slideLayout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E98082F5-1DA7-4041-B025-28BE7B68AA7C}" type="slidenum">
              <a:t>&lt;#&gt;</a:t>
            </a:fld>
          </a:p>
        </p:txBody>
      </p:sp>
    </p:spTree>
  </p:cSld>
</p:sldLayout>
</file>

<file path=ppt/slideLayouts/slideLayout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4243D12D-61C5-4277-9FDD-71CCF98F9A9B}" type="slidenum">
              <a:t>&lt;#&gt;</a:t>
            </a:fld>
          </a:p>
        </p:txBody>
      </p:sp>
    </p:spTree>
  </p:cSld>
</p:sldLayout>
</file>

<file path=ppt/slideLayouts/slideLayout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AA82CA0E-81C8-4747-8B55-0D7D26FB1BD9}" type="slidenum">
              <a:t>&lt;#&gt;</a:t>
            </a:fld>
          </a:p>
        </p:txBody>
      </p:sp>
    </p:spTree>
  </p:cSld>
</p:sldLayout>
</file>

<file path=ppt/slideLayouts/slideLayout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DB4E603C-4612-4A93-8D2D-C91104706A29}" type="slidenum">
              <a:t>&lt;#&gt;</a:t>
            </a:fld>
          </a:p>
        </p:txBody>
      </p:sp>
    </p:spTree>
  </p:cSld>
</p:sldLayout>
</file>

<file path=ppt/slideLayouts/slideLayout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6E1A4E5F-5E27-45FB-AD32-1FF68F837528}" type="slidenum">
              <a:t>&lt;#&gt;</a:t>
            </a:fld>
          </a:p>
        </p:txBody>
      </p:sp>
    </p:spTree>
  </p:cSld>
</p:sldLayout>
</file>

<file path=ppt/slideLayouts/slideLayout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DA3BDC23-D42B-4B15-860A-06B4B0FC296B}" type="slidenum">
              <a:t>&lt;#&gt;</a:t>
            </a:fld>
          </a:p>
        </p:txBody>
      </p:sp>
    </p:spTree>
  </p:cSld>
</p:sldLayout>
</file>

<file path=ppt/slideLayouts/slideLayout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5B4C4644-5071-431A-B1C4-7E36AC93C871}" type="slidenum">
              <a:t>&lt;#&gt;</a:t>
            </a:fld>
          </a:p>
        </p:txBody>
      </p:sp>
    </p:spTree>
  </p:cSld>
</p:sldLayout>
</file>

<file path=ppt/slideLayouts/slideLayout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38AC102A-219F-4146-ACF7-EC37D2E7FB9A}" type="slidenum">
              <a:t>&lt;#&gt;</a:t>
            </a:fld>
          </a:p>
        </p:txBody>
      </p:sp>
    </p:spTree>
  </p:cSld>
</p:sldLayout>
</file>

<file path=ppt/slideLayouts/slideLayout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5"/>
          </p:nvPr>
        </p:nvSpPr>
        <p:spPr/>
        <p:txBody>
          <a:bodyPr/>
          <a:p>
            <a:fld id="{521B46B0-EDBE-4B9F-8EC5-8FA8B75AFA73}" type="slidenum">
              <a:t>&lt;#&gt;</a:t>
            </a:fld>
          </a:p>
        </p:txBody>
      </p:sp>
    </p:spTree>
  </p:cSld>
</p:sldLayout>
</file>

<file path=ppt/slideLayouts/slideLayout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247405CE-9152-42DB-881F-6EE8564EFF82}" type="slidenum">
              <a:t>&lt;#&gt;</a:t>
            </a:fld>
          </a:p>
        </p:txBody>
      </p:sp>
    </p:spTree>
  </p:cSld>
</p:sldLayout>
</file>

<file path=ppt/slideLayouts/slideLayout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DD54545A-C807-479E-86D6-EE7D88040089}" type="slidenum">
              <a:t>&lt;#&gt;</a:t>
            </a:fld>
          </a:p>
        </p:txBody>
      </p:sp>
    </p:spTree>
  </p:cSld>
</p:sldLayout>
</file>

<file path=ppt/slideLayouts/slideLayout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0955C853-6976-477A-9F7E-B7DE9B0EFC02}" type="slidenum">
              <a:t>&lt;#&gt;</a:t>
            </a:fld>
          </a:p>
        </p:txBody>
      </p:sp>
    </p:spTree>
  </p:cSld>
</p:sldLayout>
</file>

<file path=ppt/slideLayouts/slideLayout1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EA311DE4-1375-447B-AC75-36DA1DAAF7E7}" type="slidenum">
              <a:t>&lt;#&gt;</a:t>
            </a:fld>
          </a:p>
        </p:txBody>
      </p:sp>
    </p:spTree>
  </p:cSld>
</p:sldLayout>
</file>

<file path=ppt/slideLayouts/slideLayout1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BF1C1DB8-8192-405B-A494-518FEE45A58B}" type="slidenum">
              <a:t>&lt;#&gt;</a:t>
            </a:fld>
          </a:p>
        </p:txBody>
      </p:sp>
    </p:spTree>
  </p:cSld>
</p:sldLayout>
</file>

<file path=ppt/slideLayouts/slideLayout1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3ADBCFE6-F903-4CDA-9ADF-05EA959D2AE0}" type="slidenum">
              <a:t>&lt;#&gt;</a:t>
            </a:fld>
          </a:p>
        </p:txBody>
      </p:sp>
    </p:spTree>
  </p:cSld>
</p:sldLayout>
</file>

<file path=ppt/slideLayouts/slideLayout1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B33A79E2-EE8E-4D46-8EA7-835D0AFD8490}" type="slidenum">
              <a:t>&lt;#&gt;</a:t>
            </a:fld>
          </a:p>
        </p:txBody>
      </p:sp>
    </p:spTree>
  </p:cSld>
</p:sldLayout>
</file>

<file path=ppt/slideLayouts/slideLayout1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298D1677-5556-4B5F-BBDA-E7382A8381F9}" type="slidenum">
              <a:t>&lt;#&gt;</a:t>
            </a:fld>
          </a:p>
        </p:txBody>
      </p:sp>
    </p:spTree>
  </p:cSld>
</p:sldLayout>
</file>

<file path=ppt/slideLayouts/slideLayout1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FBC6722E-2CA5-418E-99C2-DD3F2D5E00DB}" type="slidenum">
              <a:t>&lt;#&gt;</a:t>
            </a:fld>
          </a:p>
        </p:txBody>
      </p:sp>
    </p:spTree>
  </p:cSld>
</p:sldLayout>
</file>

<file path=ppt/slideLayouts/slideLayout1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9C492C90-FDD7-4F40-9B2B-1DDF2A6BE30B}" type="slidenum">
              <a:t>&lt;#&gt;</a:t>
            </a:fld>
          </a:p>
        </p:txBody>
      </p:sp>
    </p:spTree>
  </p:cSld>
</p:sldLayout>
</file>

<file path=ppt/slideLayouts/slideLayout1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FB755149-7A3C-4DC1-81A1-0D7B2BD8EF41}" type="slidenum">
              <a:t>&lt;#&gt;</a:t>
            </a:fld>
          </a:p>
        </p:txBody>
      </p:sp>
    </p:spTree>
  </p:cSld>
</p:sldLayout>
</file>

<file path=ppt/slideLayouts/slideLayout1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7"/>
          </p:nvPr>
        </p:nvSpPr>
        <p:spPr/>
        <p:txBody>
          <a:bodyPr/>
          <a:p>
            <a:fld id="{F9D4F317-24B9-4B30-9B12-B45CFC4961E5}" type="slidenum">
              <a:t>&lt;#&gt;</a:t>
            </a:fld>
          </a:p>
        </p:txBody>
      </p:sp>
    </p:spTree>
  </p:cSld>
</p:sldLayout>
</file>

<file path=ppt/slideLayouts/slideLayout1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B98363C9-E2B7-4E26-ACBD-283E301CA7FB}" type="slidenum">
              <a:t>&lt;#&gt;</a:t>
            </a:fld>
          </a:p>
        </p:txBody>
      </p:sp>
    </p:spTree>
  </p:cSld>
</p:sldLayout>
</file>

<file path=ppt/slideLayouts/slideLayout1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2B1F5564-D854-48D1-B015-5F83EB5B6AB1}" type="slidenum">
              <a:t>&lt;#&gt;</a:t>
            </a:fld>
          </a:p>
        </p:txBody>
      </p:sp>
    </p:spTree>
  </p:cSld>
</p:sldLayout>
</file>

<file path=ppt/slideLayouts/slideLayout1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10368442-8886-4076-A3E5-6B0E4E6E7C81}" type="slidenum">
              <a:t>&lt;#&gt;</a:t>
            </a:fld>
          </a:p>
        </p:txBody>
      </p:sp>
    </p:spTree>
  </p:cSld>
</p:sldLayout>
</file>

<file path=ppt/slideLayouts/slideLayout1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0AE42D42-7AF7-4F66-834E-53E1397E0EEA}" type="slidenum">
              <a:t>&lt;#&gt;</a:t>
            </a:fld>
          </a:p>
        </p:txBody>
      </p:sp>
    </p:spTree>
  </p:cSld>
</p:sldLayout>
</file>

<file path=ppt/slideLayouts/slideLayout1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B4F2CB95-F025-46DE-B5BB-57BEF0C3D28D}" type="slidenum">
              <a:t>&lt;#&gt;</a:t>
            </a:fld>
          </a:p>
        </p:txBody>
      </p:sp>
    </p:spTree>
  </p:cSld>
</p:sldLayout>
</file>

<file path=ppt/slideLayouts/slideLayout1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0C1C0EA8-FC29-4BFD-90E0-F5B0456ADB82}" type="slidenum">
              <a:t>&lt;#&gt;</a:t>
            </a:fld>
          </a:p>
        </p:txBody>
      </p:sp>
    </p:spTree>
  </p:cSld>
</p:sldLayout>
</file>

<file path=ppt/slideLayouts/slideLayout1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4B59C5A2-ECCE-4AFE-9125-8C9BA94B3300}" type="slidenum">
              <a:t>&lt;#&gt;</a:t>
            </a:fld>
          </a:p>
        </p:txBody>
      </p:sp>
    </p:spTree>
  </p:cSld>
</p:sldLayout>
</file>

<file path=ppt/slideLayouts/slideLayout1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3D215443-B643-409D-8253-9892E5641E94}" type="slidenum">
              <a:t>&lt;#&gt;</a:t>
            </a:fld>
          </a:p>
        </p:txBody>
      </p:sp>
    </p:spTree>
  </p:cSld>
</p:sldLayout>
</file>

<file path=ppt/slideLayouts/slideLayout1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8C64C0AA-3E81-4AD9-8567-8BA2A279547A}" type="slidenum">
              <a:t>&lt;#&gt;</a:t>
            </a:fld>
          </a:p>
        </p:txBody>
      </p:sp>
    </p:spTree>
  </p:cSld>
</p:sldLayout>
</file>

<file path=ppt/slideLayouts/slideLayout1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E8030289-328C-4D88-B5E3-51CA92E4C2CC}" type="slidenum">
              <a:t>&lt;#&gt;</a:t>
            </a:fld>
          </a:p>
        </p:txBody>
      </p:sp>
    </p:spTree>
  </p:cSld>
</p:sldLayout>
</file>

<file path=ppt/slideLayouts/slideLayout1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E3C86FCC-4336-4E05-9767-B4CD3B16ECC3}" type="slidenum">
              <a:t>&lt;#&gt;</a:t>
            </a:fld>
          </a:p>
        </p:txBody>
      </p:sp>
    </p:spTree>
  </p:cSld>
</p:sldLayout>
</file>

<file path=ppt/slideLayouts/slideLayout1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9"/>
          </p:nvPr>
        </p:nvSpPr>
        <p:spPr/>
        <p:txBody>
          <a:bodyPr/>
          <a:p>
            <a:fld id="{B5238EC5-D65D-47E8-9212-F19A93A5C971}" type="slidenum">
              <a:t>&lt;#&gt;</a:t>
            </a:fld>
          </a:p>
        </p:txBody>
      </p:sp>
    </p:spTree>
  </p:cSld>
</p:sldLayout>
</file>

<file path=ppt/slideLayouts/slideLayout1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F1DB41C5-ACDB-48B9-859B-B303D8AEDCF4}" type="slidenum">
              <a:t>&lt;#&gt;</a:t>
            </a:fld>
          </a:p>
        </p:txBody>
      </p:sp>
    </p:spTree>
  </p:cSld>
</p:sldLayout>
</file>

<file path=ppt/slideLayouts/slideLayout1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ED9D34F2-BED5-4567-86D7-130E1B90B6CC}" type="slidenum">
              <a:t>&lt;#&gt;</a:t>
            </a:fld>
          </a:p>
        </p:txBody>
      </p:sp>
    </p:spTree>
  </p:cSld>
</p:sldLayout>
</file>

<file path=ppt/slideLayouts/slideLayout1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3286E6A3-C7C1-4785-832A-B70088CE8C7A}" type="slidenum">
              <a:t>&lt;#&gt;</a:t>
            </a:fld>
          </a:p>
        </p:txBody>
      </p:sp>
    </p:spTree>
  </p:cSld>
</p:sldLayout>
</file>

<file path=ppt/slideLayouts/slideLayout1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6037002D-4037-4AB3-8354-112655C2D37E}" type="slidenum">
              <a:t>&lt;#&gt;</a:t>
            </a:fld>
          </a:p>
        </p:txBody>
      </p:sp>
    </p:spTree>
  </p:cSld>
</p:sldLayout>
</file>

<file path=ppt/slideLayouts/slideLayout1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D93BA831-B43A-4BF0-99A1-77A658F6A6BA}" type="slidenum">
              <a:t>&lt;#&gt;</a:t>
            </a:fld>
          </a:p>
        </p:txBody>
      </p:sp>
    </p:spTree>
  </p:cSld>
</p:sldLayout>
</file>

<file path=ppt/slideLayouts/slideLayout1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3EB72F9D-2E58-4767-B416-70AD898BD8D7}" type="slidenum">
              <a:t>&lt;#&gt;</a:t>
            </a:fld>
          </a:p>
        </p:txBody>
      </p:sp>
    </p:spTree>
  </p:cSld>
</p:sldLayout>
</file>

<file path=ppt/slideLayouts/slideLayout1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35C0C377-D631-4646-833C-E6CD28A3B403}" type="slidenum">
              <a:t>&lt;#&gt;</a:t>
            </a:fld>
          </a:p>
        </p:txBody>
      </p:sp>
    </p:spTree>
  </p:cSld>
</p:sldLayout>
</file>

<file path=ppt/slideLayouts/slideLayout1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2BA63EE3-E0C8-4539-9AF0-EBEA172F585D}" type="slidenum">
              <a:t>&lt;#&gt;</a:t>
            </a:fld>
          </a:p>
        </p:txBody>
      </p:sp>
    </p:spTree>
  </p:cSld>
</p:sldLayout>
</file>

<file path=ppt/slideLayouts/slideLayout1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DF9C4072-BB05-4ABB-9494-B557092D9FB0}" type="slidenum">
              <a:t>&lt;#&gt;</a:t>
            </a:fld>
          </a:p>
        </p:txBody>
      </p:sp>
    </p:spTree>
  </p:cSld>
</p:sldLayout>
</file>

<file path=ppt/slideLayouts/slideLayout1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47BACC05-02BB-424A-BFCA-096A9EEA1DA9}" type="slidenum">
              <a:t>&lt;#&gt;</a:t>
            </a:fld>
          </a:p>
        </p:txBody>
      </p:sp>
    </p:spTree>
  </p:cSld>
</p:sldLayout>
</file>

<file path=ppt/slideLayouts/slideLayout1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7BEF37F0-BC4B-4405-ADD4-0C90CBCC4A41}" type="slidenum">
              <a:t>&lt;#&gt;</a:t>
            </a:fld>
          </a:p>
        </p:txBody>
      </p:sp>
    </p:spTree>
  </p:cSld>
</p:sldLayout>
</file>

<file path=ppt/slideLayouts/slideLayout1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1"/>
          </p:nvPr>
        </p:nvSpPr>
        <p:spPr/>
        <p:txBody>
          <a:bodyPr/>
          <a:p>
            <a:fld id="{9257E624-1E6C-4F70-B68E-0C66922C33CE}" type="slidenum">
              <a:t>&lt;#&gt;</a:t>
            </a:fld>
          </a:p>
        </p:txBody>
      </p:sp>
    </p:spTree>
  </p:cSld>
</p:sldLayout>
</file>

<file path=ppt/slideLayouts/slideLayout1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534A40B6-F053-4A95-A41D-BCAE4AB0A9CF}" type="slidenum">
              <a:t>&lt;#&gt;</a:t>
            </a:fld>
          </a:p>
        </p:txBody>
      </p:sp>
    </p:spTree>
  </p:cSld>
</p:sldLayout>
</file>

<file path=ppt/slideLayouts/slideLayout1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0AFA2836-B949-474D-B8F6-10CD4B0EE223}" type="slidenum">
              <a:t>&lt;#&gt;</a:t>
            </a:fld>
          </a:p>
        </p:txBody>
      </p:sp>
    </p:spTree>
  </p:cSld>
</p:sldLayout>
</file>

<file path=ppt/slideLayouts/slideLayout1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259D4162-718D-4A71-990A-A0265150BDE5}" type="slidenum">
              <a:t>&lt;#&gt;</a:t>
            </a:fld>
          </a:p>
        </p:txBody>
      </p:sp>
    </p:spTree>
  </p:cSld>
</p:sldLayout>
</file>

<file path=ppt/slideLayouts/slideLayout1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5E8DD42C-CC89-49E7-9CCA-9306CF348CAA}" type="slidenum">
              <a:t>&lt;#&gt;</a:t>
            </a:fld>
          </a:p>
        </p:txBody>
      </p:sp>
    </p:spTree>
  </p:cSld>
</p:sldLayout>
</file>

<file path=ppt/slideLayouts/slideLayout1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6884BBC2-4DD0-4EA1-AF63-3245EFF4AE3B}" type="slidenum">
              <a:t>&lt;#&gt;</a:t>
            </a:fld>
          </a:p>
        </p:txBody>
      </p:sp>
    </p:spTree>
  </p:cSld>
</p:sldLayout>
</file>

<file path=ppt/slideLayouts/slideLayout1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4CA3B539-20AE-40CE-9ED4-FCA5E02F225A}" type="slidenum">
              <a:t>&lt;#&gt;</a:t>
            </a:fld>
          </a:p>
        </p:txBody>
      </p:sp>
    </p:spTree>
  </p:cSld>
</p:sldLayout>
</file>

<file path=ppt/slideLayouts/slideLayout1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32953819-4292-4816-AED6-5054D7013E19}" type="slidenum">
              <a:t>&lt;#&gt;</a:t>
            </a:fld>
          </a:p>
        </p:txBody>
      </p:sp>
    </p:spTree>
  </p:cSld>
</p:sldLayout>
</file>

<file path=ppt/slideLayouts/slideLayout1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CFB58B78-38AE-481E-8D52-EAB4CE1480B9}" type="slidenum">
              <a:t>&lt;#&gt;</a:t>
            </a:fld>
          </a:p>
        </p:txBody>
      </p:sp>
    </p:spTree>
  </p:cSld>
</p:sldLayout>
</file>

<file path=ppt/slideLayouts/slideLayout1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E0E9A214-1035-4EDA-8720-A7CA9ADE6ADC}" type="slidenum">
              <a:t>&lt;#&gt;</a:t>
            </a:fld>
          </a:p>
        </p:txBody>
      </p:sp>
    </p:spTree>
  </p:cSld>
</p:sldLayout>
</file>

<file path=ppt/slideLayouts/slideLayout1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45387734-6582-4DF2-B6EE-C79FB8C58D96}" type="slidenum">
              <a:t>&lt;#&gt;</a:t>
            </a:fld>
          </a:p>
        </p:txBody>
      </p:sp>
    </p:spTree>
  </p:cSld>
</p:sldLayout>
</file>

<file path=ppt/slideLayouts/slideLayout1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39844CE7-5BB2-421D-B0C1-F7C39DB30697}" type="slidenum">
              <a:t>&lt;#&gt;</a:t>
            </a:fld>
          </a:p>
        </p:txBody>
      </p:sp>
    </p:spTree>
  </p:cSld>
</p:sldLayout>
</file>

<file path=ppt/slideLayouts/slideLayout1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3"/>
          </p:nvPr>
        </p:nvSpPr>
        <p:spPr/>
        <p:txBody>
          <a:bodyPr/>
          <a:p>
            <a:fld id="{88CF236A-D150-4550-8557-BA6F31A9F89B}" type="slidenum">
              <a:t>&lt;#&gt;</a:t>
            </a:fld>
          </a:p>
        </p:txBody>
      </p:sp>
    </p:spTree>
  </p:cSld>
</p:sldLayout>
</file>

<file path=ppt/slideLayouts/slideLayout1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CECC756D-FDE9-4AB4-A867-161CF3011E36}" type="slidenum">
              <a:t>&lt;#&gt;</a:t>
            </a:fld>
          </a:p>
        </p:txBody>
      </p:sp>
    </p:spTree>
  </p:cSld>
</p:sldLayout>
</file>

<file path=ppt/slideLayouts/slideLayout1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D922A370-66B8-4B56-AF79-D5E388E35654}" type="slidenum">
              <a:t>&lt;#&gt;</a:t>
            </a:fld>
          </a:p>
        </p:txBody>
      </p:sp>
    </p:spTree>
  </p:cSld>
</p:sldLayout>
</file>

<file path=ppt/slideLayouts/slideLayout1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6301ED0F-728C-41BC-89B1-A924BB858C4B}" type="slidenum">
              <a:t>&lt;#&gt;</a:t>
            </a:fld>
          </a:p>
        </p:txBody>
      </p:sp>
    </p:spTree>
  </p:cSld>
</p:sldLayout>
</file>

<file path=ppt/slideLayouts/slideLayout1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B3895A69-25E1-487D-8B9A-0F2109B0B8F8}" type="slidenum">
              <a:t>&lt;#&gt;</a:t>
            </a:fld>
          </a:p>
        </p:txBody>
      </p:sp>
    </p:spTree>
  </p:cSld>
</p:sldLayout>
</file>

<file path=ppt/slideLayouts/slideLayout1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9E6E12AB-3FFF-4FDD-959E-EE0ECFB1792C}" type="slidenum">
              <a:t>&lt;#&gt;</a:t>
            </a:fld>
          </a:p>
        </p:txBody>
      </p:sp>
    </p:spTree>
  </p:cSld>
</p:sldLayout>
</file>

<file path=ppt/slideLayouts/slideLayout1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9332F71D-84E1-4F4F-B03F-70878EFFA035}" type="slidenum">
              <a:t>&lt;#&gt;</a:t>
            </a:fld>
          </a:p>
        </p:txBody>
      </p:sp>
    </p:spTree>
  </p:cSld>
</p:sldLayout>
</file>

<file path=ppt/slideLayouts/slideLayout1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3307962F-9887-4311-8803-25509F85743B}" type="slidenum">
              <a:t>&lt;#&gt;</a:t>
            </a:fld>
          </a:p>
        </p:txBody>
      </p:sp>
    </p:spTree>
  </p:cSld>
</p:sldLayout>
</file>

<file path=ppt/slideLayouts/slideLayout1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49D2E15C-6141-4B1F-B0CF-16CAE4CC7D91}" type="slidenum">
              <a:t>&lt;#&gt;</a:t>
            </a:fld>
          </a:p>
        </p:txBody>
      </p:sp>
    </p:spTree>
  </p:cSld>
</p:sldLayout>
</file>

<file path=ppt/slideLayouts/slideLayout1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0CF3848B-0905-495A-8E1B-CE0E3AF111FA}" type="slidenum">
              <a:t>&lt;#&gt;</a:t>
            </a:fld>
          </a:p>
        </p:txBody>
      </p:sp>
    </p:spTree>
  </p:cSld>
</p:sldLayout>
</file>

<file path=ppt/slideLayouts/slideLayout1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123B5540-2D0F-4F25-BA41-87A092FF7726}" type="slidenum">
              <a:t>&lt;#&gt;</a:t>
            </a:fld>
          </a:p>
        </p:txBody>
      </p:sp>
    </p:spTree>
  </p:cSld>
</p:sldLayout>
</file>

<file path=ppt/slideLayouts/slideLayout1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D09C54EF-7820-48A7-96DD-1D8C34BF6524}" type="slidenum">
              <a:t>&lt;#&gt;</a:t>
            </a:fld>
          </a:p>
        </p:txBody>
      </p:sp>
    </p:spTree>
  </p:cSld>
</p:sldLayout>
</file>

<file path=ppt/slideLayouts/slideLayout1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5"/>
          </p:nvPr>
        </p:nvSpPr>
        <p:spPr/>
        <p:txBody>
          <a:bodyPr/>
          <a:p>
            <a:fld id="{14D42BC8-F04F-49B0-91B9-4B1BA282CF4C}" type="slidenum">
              <a:t>&lt;#&gt;</a:t>
            </a:fld>
          </a:p>
        </p:txBody>
      </p:sp>
    </p:spTree>
  </p:cSld>
</p:sldLayout>
</file>

<file path=ppt/slideLayouts/slideLayout1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494F8865-30D5-4B90-956B-C6867E1B8B7E}" type="slidenum">
              <a:t>&lt;#&gt;</a:t>
            </a:fld>
          </a:p>
        </p:txBody>
      </p:sp>
    </p:spTree>
  </p:cSld>
</p:sldLayout>
</file>

<file path=ppt/slideLayouts/slideLayout1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440D7A79-59FA-47D8-BF1F-01C63CA2D257}" type="slidenum">
              <a:t>&lt;#&gt;</a:t>
            </a:fld>
          </a:p>
        </p:txBody>
      </p:sp>
    </p:spTree>
  </p:cSld>
</p:sldLayout>
</file>

<file path=ppt/slideLayouts/slideLayout1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AF55A6A1-ED49-4612-8F95-D69EEF819FD3}" type="slidenum">
              <a:t>&lt;#&gt;</a:t>
            </a:fld>
          </a:p>
        </p:txBody>
      </p:sp>
    </p:spTree>
  </p:cSld>
</p:sldLayout>
</file>

<file path=ppt/slideLayouts/slideLayout1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84584FA1-8724-4BDB-A5E0-707E79E6223B}" type="slidenum">
              <a:t>&lt;#&gt;</a:t>
            </a:fld>
          </a:p>
        </p:txBody>
      </p:sp>
    </p:spTree>
  </p:cSld>
</p:sldLayout>
</file>

<file path=ppt/slideLayouts/slideLayout1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C95D8C20-D91B-4935-BE63-9FF458D59DA2}" type="slidenum">
              <a:t>&lt;#&gt;</a:t>
            </a:fld>
          </a:p>
        </p:txBody>
      </p:sp>
    </p:spTree>
  </p:cSld>
</p:sldLayout>
</file>

<file path=ppt/slideLayouts/slideLayout1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23681FB5-CCC0-4E26-803B-DC7CE01A41B9}" type="slidenum">
              <a:t>&lt;#&gt;</a:t>
            </a:fld>
          </a:p>
        </p:txBody>
      </p:sp>
    </p:spTree>
  </p:cSld>
</p:sldLayout>
</file>

<file path=ppt/slideLayouts/slideLayout1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D0BC8A9E-F643-426D-91F6-CAE175382ADF}" type="slidenum">
              <a:t>&lt;#&gt;</a:t>
            </a:fld>
          </a:p>
        </p:txBody>
      </p:sp>
    </p:spTree>
  </p:cSld>
</p:sldLayout>
</file>

<file path=ppt/slideLayouts/slideLayout1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F3F1080E-4A4A-4851-BEE9-43470CC697AA}" type="slidenum">
              <a:t>&lt;#&gt;</a:t>
            </a:fld>
          </a:p>
        </p:txBody>
      </p:sp>
    </p:spTree>
  </p:cSld>
</p:sldLayout>
</file>

<file path=ppt/slideLayouts/slideLayout1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648B046C-17E4-4347-8F95-9C4A8B9BCF29}" type="slidenum">
              <a:t>&lt;#&gt;</a:t>
            </a:fld>
          </a:p>
        </p:txBody>
      </p:sp>
    </p:spTree>
  </p:cSld>
</p:sldLayout>
</file>

<file path=ppt/slideLayouts/slideLayout1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50ABFD88-3088-4DEB-8907-67C835E40927}" type="slidenum">
              <a:t>&lt;#&gt;</a:t>
            </a:fld>
          </a:p>
        </p:txBody>
      </p:sp>
    </p:spTree>
  </p:cSld>
</p:sldLayout>
</file>

<file path=ppt/slideLayouts/slideLayout1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3860BF89-9E72-42A7-8828-49FEB69C0261}" type="slidenum">
              <a:t>&lt;#&gt;</a:t>
            </a:fld>
          </a:p>
        </p:txBody>
      </p:sp>
    </p:spTree>
  </p:cSld>
</p:sldLayout>
</file>

<file path=ppt/slideLayouts/slideLayout1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7"/>
          </p:nvPr>
        </p:nvSpPr>
        <p:spPr/>
        <p:txBody>
          <a:bodyPr/>
          <a:p>
            <a:fld id="{764BA828-93D9-43E8-A2F0-EDA97D486C1F}" type="slidenum">
              <a:t>&lt;#&gt;</a:t>
            </a:fld>
          </a:p>
        </p:txBody>
      </p:sp>
    </p:spTree>
  </p:cSld>
</p:sldLayout>
</file>

<file path=ppt/slideLayouts/slideLayout1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E38DD6A4-BC5E-428E-B334-D95B7C96E45B}" type="slidenum">
              <a:t>&lt;#&gt;</a:t>
            </a:fld>
          </a:p>
        </p:txBody>
      </p:sp>
    </p:spTree>
  </p:cSld>
</p:sldLayout>
</file>

<file path=ppt/slideLayouts/slideLayout1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777B98FD-17D7-4613-856D-2260BE1380FF}" type="slidenum">
              <a:t>&lt;#&gt;</a:t>
            </a:fld>
          </a:p>
        </p:txBody>
      </p:sp>
    </p:spTree>
  </p:cSld>
</p:sldLayout>
</file>

<file path=ppt/slideLayouts/slideLayout1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497C6AE6-838C-46E4-8A45-0854E56F227A}" type="slidenum">
              <a:t>&lt;#&gt;</a:t>
            </a:fld>
          </a:p>
        </p:txBody>
      </p:sp>
    </p:spTree>
  </p:cSld>
</p:sldLayout>
</file>

<file path=ppt/slideLayouts/slideLayout1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C133CB88-2DC5-4814-9BE8-50C3581DC067}" type="slidenum">
              <a:t>&lt;#&gt;</a:t>
            </a:fld>
          </a:p>
        </p:txBody>
      </p:sp>
    </p:spTree>
  </p:cSld>
</p:sldLayout>
</file>

<file path=ppt/slideLayouts/slideLayout1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7A6CE1CD-30DB-4ABD-A248-2E3122EF39D5}" type="slidenum">
              <a:t>&lt;#&gt;</a:t>
            </a:fld>
          </a:p>
        </p:txBody>
      </p:sp>
    </p:spTree>
  </p:cSld>
</p:sldLayout>
</file>

<file path=ppt/slideLayouts/slideLayout1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C5CACE64-7FFE-4D8E-8F85-D9D312CE65CD}" type="slidenum">
              <a:t>&lt;#&gt;</a:t>
            </a:fld>
          </a:p>
        </p:txBody>
      </p:sp>
    </p:spTree>
  </p:cSld>
</p:sldLayout>
</file>

<file path=ppt/slideLayouts/slideLayout1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DDEAFA50-D5CC-4C93-B29F-1B669563727B}" type="slidenum">
              <a:t>&lt;#&gt;</a:t>
            </a:fld>
          </a:p>
        </p:txBody>
      </p:sp>
    </p:spTree>
  </p:cSld>
</p:sldLayout>
</file>

<file path=ppt/slideLayouts/slideLayout1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38D33BC4-271F-4506-A50C-C1ACE6F91824}" type="slidenum">
              <a:t>&lt;#&gt;</a:t>
            </a:fld>
          </a:p>
        </p:txBody>
      </p:sp>
    </p:spTree>
  </p:cSld>
</p:sldLayout>
</file>

<file path=ppt/slideLayouts/slideLayout1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D5B47BE4-93CD-4C4F-B4ED-8CA45DC3D77F}" type="slidenum">
              <a:t>&lt;#&gt;</a:t>
            </a:fld>
          </a:p>
        </p:txBody>
      </p:sp>
    </p:spTree>
  </p:cSld>
</p:sldLayout>
</file>

<file path=ppt/slideLayouts/slideLayout1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D5B71E81-237B-4849-8025-55DAA1310449}" type="slidenum">
              <a:t>&lt;#&gt;</a:t>
            </a:fld>
          </a:p>
        </p:txBody>
      </p:sp>
    </p:spTree>
  </p:cSld>
</p:sldLayout>
</file>

<file path=ppt/slideLayouts/slideLayout1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7683DD7C-FB32-4C06-B735-FD1C9BF5FC25}" type="slidenum">
              <a:t>&lt;#&gt;</a:t>
            </a:fld>
          </a:p>
        </p:txBody>
      </p:sp>
    </p:spTree>
  </p:cSld>
</p:sldLayout>
</file>

<file path=ppt/slideLayouts/slideLayout1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9"/>
          </p:nvPr>
        </p:nvSpPr>
        <p:spPr/>
        <p:txBody>
          <a:bodyPr/>
          <a:p>
            <a:fld id="{75C73F23-FCA8-479D-A0DA-E2BE3A39901F}" type="slidenum">
              <a:t>&lt;#&gt;</a:t>
            </a:fld>
          </a:p>
        </p:txBody>
      </p:sp>
    </p:spTree>
  </p:cSld>
</p:sldLayout>
</file>

<file path=ppt/slideLayouts/slideLayout1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8B7EEE0B-9C09-4BF8-A5D8-E30F0D569744}" type="slidenum">
              <a:t>&lt;#&gt;</a:t>
            </a:fld>
          </a:p>
        </p:txBody>
      </p:sp>
    </p:spTree>
  </p:cSld>
</p:sldLayout>
</file>

<file path=ppt/slideLayouts/slideLayout1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B9AD6ABF-EFB5-4E62-A62C-FC6442CA6EC2}" type="slidenum">
              <a:t>&lt;#&gt;</a:t>
            </a:fld>
          </a:p>
        </p:txBody>
      </p:sp>
    </p:spTree>
  </p:cSld>
</p:sldLayout>
</file>

<file path=ppt/slideLayouts/slideLayout1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3D7F0DA2-1A54-49D1-AD27-AF95735D7995}" type="slidenum">
              <a:t>&lt;#&gt;</a:t>
            </a:fld>
          </a:p>
        </p:txBody>
      </p:sp>
    </p:spTree>
  </p:cSld>
</p:sldLayout>
</file>

<file path=ppt/slideLayouts/slideLayout1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9EB9C206-6BC3-4974-8912-3BED97B0386A}" type="slidenum">
              <a:t>&lt;#&gt;</a:t>
            </a:fld>
          </a:p>
        </p:txBody>
      </p:sp>
    </p:spTree>
  </p:cSld>
</p:sldLayout>
</file>

<file path=ppt/slideLayouts/slideLayout1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24028C72-05E5-4E88-AA46-F7DC054D8CFB}" type="slidenum">
              <a:t>&lt;#&gt;</a:t>
            </a:fld>
          </a:p>
        </p:txBody>
      </p:sp>
    </p:spTree>
  </p:cSld>
</p:sldLayout>
</file>

<file path=ppt/slideLayouts/slideLayout1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E5DB24D7-44B1-4F94-A397-3354643A9493}" type="slidenum">
              <a:t>&lt;#&gt;</a:t>
            </a:fld>
          </a:p>
        </p:txBody>
      </p:sp>
    </p:spTree>
  </p:cSld>
</p:sldLayout>
</file>

<file path=ppt/slideLayouts/slideLayout1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DFFACC72-36B2-4483-B28E-B6A86A37C0D6}" type="slidenum">
              <a:t>&lt;#&gt;</a:t>
            </a:fld>
          </a:p>
        </p:txBody>
      </p:sp>
    </p:spTree>
  </p:cSld>
</p:sldLayout>
</file>

<file path=ppt/slideLayouts/slideLayout1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D608F64B-FB18-472F-9035-9DC1A5130CE1}" type="slidenum">
              <a:t>&lt;#&gt;</a:t>
            </a:fld>
          </a:p>
        </p:txBody>
      </p:sp>
    </p:spTree>
  </p:cSld>
</p:sldLayout>
</file>

<file path=ppt/slideLayouts/slideLayout1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59BA8A69-3F8F-422D-851F-56C1FBEFAC8A}" type="slidenum">
              <a:t>&lt;#&gt;</a:t>
            </a:fld>
          </a:p>
        </p:txBody>
      </p:sp>
    </p:spTree>
  </p:cSld>
</p:sldLayout>
</file>

<file path=ppt/slideLayouts/slideLayout1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AB791225-2E61-4BB8-A4AC-71EA23F59174}" type="slidenum">
              <a:t>&lt;#&gt;</a:t>
            </a:fld>
          </a:p>
        </p:txBody>
      </p:sp>
    </p:spTree>
  </p:cSld>
</p:sldLayout>
</file>

<file path=ppt/slideLayouts/slideLayout1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E235DBF8-A142-4787-8ECE-B202C603B371}" type="slidenum">
              <a:t>&lt;#&gt;</a:t>
            </a:fld>
          </a:p>
        </p:txBody>
      </p:sp>
    </p:spTree>
  </p:cSld>
</p:sldLayout>
</file>

<file path=ppt/slideLayouts/slideLayout1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1"/>
          </p:nvPr>
        </p:nvSpPr>
        <p:spPr/>
        <p:txBody>
          <a:bodyPr/>
          <a:p>
            <a:fld id="{51922977-E1C9-4046-8CB1-69C60A07FD67}" type="slidenum">
              <a:t>&lt;#&gt;</a:t>
            </a:fld>
          </a:p>
        </p:txBody>
      </p:sp>
    </p:spTree>
  </p:cSld>
</p:sldLayout>
</file>

<file path=ppt/slideLayouts/slideLayout1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E9519914-9C1C-4725-9257-D3D925B15AC1}" type="slidenum">
              <a:t>&lt;#&gt;</a:t>
            </a:fld>
          </a:p>
        </p:txBody>
      </p:sp>
    </p:spTree>
  </p:cSld>
</p:sldLayout>
</file>

<file path=ppt/slideLayouts/slideLayout1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B139F682-9A09-4033-9060-FDA952E61433}" type="slidenum">
              <a:t>&lt;#&gt;</a:t>
            </a:fld>
          </a:p>
        </p:txBody>
      </p:sp>
    </p:spTree>
  </p:cSld>
</p:sldLayout>
</file>

<file path=ppt/slideLayouts/slideLayout1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E311557A-2DDF-4BAF-B25D-CEFE498EE1B8}" type="slidenum">
              <a:t>&lt;#&gt;</a:t>
            </a:fld>
          </a:p>
        </p:txBody>
      </p:sp>
    </p:spTree>
  </p:cSld>
</p:sldLayout>
</file>

<file path=ppt/slideLayouts/slideLayout1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7F82844F-DFB3-4B74-82F4-0BC7585323C7}" type="slidenum">
              <a:t>&lt;#&gt;</a:t>
            </a:fld>
          </a:p>
        </p:txBody>
      </p:sp>
    </p:spTree>
  </p:cSld>
</p:sldLayout>
</file>

<file path=ppt/slideLayouts/slideLayout1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4AB6CCFB-1CE3-4378-A029-15078E10B28B}" type="slidenum">
              <a:t>&lt;#&gt;</a:t>
            </a:fld>
          </a:p>
        </p:txBody>
      </p:sp>
    </p:spTree>
  </p:cSld>
</p:sldLayout>
</file>

<file path=ppt/slideLayouts/slideLayout1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DB7D2CA3-B209-43F4-887B-7BD2439427E1}" type="slidenum">
              <a:t>&lt;#&gt;</a:t>
            </a:fld>
          </a:p>
        </p:txBody>
      </p:sp>
    </p:spTree>
  </p:cSld>
</p:sldLayout>
</file>

<file path=ppt/slideLayouts/slideLayout1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F6A04465-3B8A-455E-B16D-59873703730C}" type="slidenum">
              <a:t>&lt;#&gt;</a:t>
            </a:fld>
          </a:p>
        </p:txBody>
      </p:sp>
    </p:spTree>
  </p:cSld>
</p:sldLayout>
</file>

<file path=ppt/slideLayouts/slideLayout2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83DA9D12-DCFA-4355-981F-30C11938F5D5}" type="slidenum">
              <a:t>&lt;#&gt;</a:t>
            </a:fld>
          </a:p>
        </p:txBody>
      </p:sp>
    </p:spTree>
  </p:cSld>
</p:sldLayout>
</file>

<file path=ppt/slideLayouts/slideLayout2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FA570FD6-A5BC-4E05-A977-1D099D7E49E5}" type="slidenum">
              <a:t>&lt;#&gt;</a:t>
            </a:fld>
          </a:p>
        </p:txBody>
      </p:sp>
    </p:spTree>
  </p:cSld>
</p:sldLayout>
</file>

<file path=ppt/slideLayouts/slideLayout2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DD39712C-C07A-4516-AAEA-7B08D71A5683}" type="slidenum">
              <a:t>&lt;#&gt;</a:t>
            </a:fld>
          </a:p>
        </p:txBody>
      </p:sp>
    </p:spTree>
  </p:cSld>
</p:sldLayout>
</file>

<file path=ppt/slideLayouts/slideLayout2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7C2FAF15-B051-4FD4-8CD6-90F714401D71}" type="slidenum">
              <a:t>&lt;#&gt;</a:t>
            </a:fld>
          </a:p>
        </p:txBody>
      </p:sp>
    </p:spTree>
  </p:cSld>
</p:sldLayout>
</file>

<file path=ppt/slideLayouts/slideLayout2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3"/>
          </p:nvPr>
        </p:nvSpPr>
        <p:spPr/>
        <p:txBody>
          <a:bodyPr/>
          <a:p>
            <a:fld id="{7FC6B936-9BDA-4203-A4AC-71D34B6878C0}" type="slidenum">
              <a:t>&lt;#&gt;</a:t>
            </a:fld>
          </a:p>
        </p:txBody>
      </p:sp>
    </p:spTree>
  </p:cSld>
</p:sldLayout>
</file>

<file path=ppt/slideLayouts/slideLayout2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CF06E45A-46E2-4E03-8CE9-93D0C81E19C0}" type="slidenum">
              <a:t>&lt;#&gt;</a:t>
            </a:fld>
          </a:p>
        </p:txBody>
      </p:sp>
    </p:spTree>
  </p:cSld>
</p:sldLayout>
</file>

<file path=ppt/slideLayouts/slideLayout2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22DF9B8C-D2A5-4F21-AEC7-AFFA8B45A227}" type="slidenum">
              <a:t>&lt;#&gt;</a:t>
            </a:fld>
          </a:p>
        </p:txBody>
      </p:sp>
    </p:spTree>
  </p:cSld>
</p:sldLayout>
</file>

<file path=ppt/slideLayouts/slideLayout2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D582235C-3F76-471D-A88F-FBC68F9626A9}" type="slidenum">
              <a:t>&lt;#&gt;</a:t>
            </a:fld>
          </a:p>
        </p:txBody>
      </p:sp>
    </p:spTree>
  </p:cSld>
</p:sldLayout>
</file>

<file path=ppt/slideLayouts/slideLayout2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CF82E445-65D9-45D3-ABBA-B631D5BEE2F5}" type="slidenum">
              <a:t>&lt;#&gt;</a:t>
            </a:fld>
          </a:p>
        </p:txBody>
      </p:sp>
    </p:spTree>
  </p:cSld>
</p:sldLayout>
</file>

<file path=ppt/slideLayouts/slideLayout2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DB173FCE-6FE8-40C8-8751-465170A912F2}" type="slidenum">
              <a:t>&lt;#&gt;</a:t>
            </a:fld>
          </a:p>
        </p:txBody>
      </p:sp>
    </p:spTree>
  </p:cSld>
</p:sldLayout>
</file>

<file path=ppt/slideLayouts/slideLayout2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F3288610-293C-4700-953A-DFA40716419D}" type="slidenum">
              <a:t>&lt;#&gt;</a:t>
            </a:fld>
          </a:p>
        </p:txBody>
      </p:sp>
    </p:spTree>
  </p:cSld>
</p:sldLayout>
</file>

<file path=ppt/slideLayouts/slideLayout2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88AAC0EB-D020-41DA-A045-39A71DBA4EC4}" type="slidenum">
              <a:t>&lt;#&gt;</a:t>
            </a:fld>
          </a:p>
        </p:txBody>
      </p:sp>
    </p:spTree>
  </p:cSld>
</p:sldLayout>
</file>

<file path=ppt/slideLayouts/slideLayout2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27921611-6E33-4883-B80C-58BA4492DD1C}" type="slidenum">
              <a:t>&lt;#&gt;</a:t>
            </a:fld>
          </a:p>
        </p:txBody>
      </p:sp>
    </p:spTree>
  </p:cSld>
</p:sldLayout>
</file>

<file path=ppt/slideLayouts/slideLayout2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2C344269-A05F-4BBB-BE55-D9A95F44558D}" type="slidenum">
              <a:t>&lt;#&gt;</a:t>
            </a:fld>
          </a:p>
        </p:txBody>
      </p:sp>
    </p:spTree>
  </p:cSld>
</p:sldLayout>
</file>

<file path=ppt/slideLayouts/slideLayout2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5E9E48DA-5752-4FDB-8D00-9502570D58C8}" type="slidenum">
              <a:t>&lt;#&gt;</a:t>
            </a:fld>
          </a:p>
        </p:txBody>
      </p:sp>
    </p:spTree>
  </p:cSld>
</p:sldLayout>
</file>

<file path=ppt/slideLayouts/slideLayout2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7E6D5875-7365-4808-BDA1-93B48C6A9442}" type="slidenum">
              <a:t>&lt;#&gt;</a:t>
            </a:fld>
          </a:p>
        </p:txBody>
      </p:sp>
    </p:spTree>
  </p:cSld>
</p:sldLayout>
</file>

<file path=ppt/slideLayouts/slideLayout2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5"/>
          </p:nvPr>
        </p:nvSpPr>
        <p:spPr/>
        <p:txBody>
          <a:bodyPr/>
          <a:p>
            <a:fld id="{91C4E8C4-61C3-440A-9C52-B9EE10C0FA4F}" type="slidenum">
              <a:t>&lt;#&gt;</a:t>
            </a:fld>
          </a:p>
        </p:txBody>
      </p:sp>
    </p:spTree>
  </p:cSld>
</p:sldLayout>
</file>

<file path=ppt/slideLayouts/slideLayout2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1B4B3F23-77B4-4853-8060-59218E46D2DD}" type="slidenum">
              <a:t>&lt;#&gt;</a:t>
            </a:fld>
          </a:p>
        </p:txBody>
      </p:sp>
    </p:spTree>
  </p:cSld>
</p:sldLayout>
</file>

<file path=ppt/slideLayouts/slideLayout2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F1854B1E-DBCD-4048-B726-8FC382B7D48B}" type="slidenum">
              <a:t>&lt;#&gt;</a:t>
            </a:fld>
          </a:p>
        </p:txBody>
      </p:sp>
    </p:spTree>
  </p:cSld>
</p:sldLayout>
</file>

<file path=ppt/slideLayouts/slideLayout2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3FDE5066-A2C2-4F8A-93E9-FF66A51136AC}" type="slidenum">
              <a:t>&lt;#&gt;</a:t>
            </a:fld>
          </a:p>
        </p:txBody>
      </p:sp>
    </p:spTree>
  </p:cSld>
</p:sldLayout>
</file>

<file path=ppt/slideLayouts/slideLayout2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7E27FAF7-4F55-4DF0-9F1F-07F5AC276DB0}" type="slidenum">
              <a:t>&lt;#&gt;</a:t>
            </a:fld>
          </a:p>
        </p:txBody>
      </p:sp>
    </p:spTree>
  </p:cSld>
</p:sldLayout>
</file>

<file path=ppt/slideLayouts/slideLayout2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6DD75B75-EE1C-4443-BB27-E3982A4DC16D}" type="slidenum">
              <a:t>&lt;#&gt;</a:t>
            </a:fld>
          </a:p>
        </p:txBody>
      </p:sp>
    </p:spTree>
  </p:cSld>
</p:sldLayout>
</file>

<file path=ppt/slideLayouts/slideLayout2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8D067076-03CD-410B-95CA-EAA3F7C962AC}" type="slidenum">
              <a:t>&lt;#&gt;</a:t>
            </a:fld>
          </a:p>
        </p:txBody>
      </p:sp>
    </p:spTree>
  </p:cSld>
</p:sldLayout>
</file>

<file path=ppt/slideLayouts/slideLayout2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7E0EF780-3D8A-40E3-BDF1-C0D417EDC6CD}" type="slidenum">
              <a:t>&lt;#&gt;</a:t>
            </a:fld>
          </a:p>
        </p:txBody>
      </p:sp>
    </p:spTree>
  </p:cSld>
</p:sldLayout>
</file>

<file path=ppt/slideLayouts/slideLayout2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1392B24C-8F41-42CD-9919-ED493AED479B}" type="slidenum">
              <a:t>&lt;#&gt;</a:t>
            </a:fld>
          </a:p>
        </p:txBody>
      </p:sp>
    </p:spTree>
  </p:cSld>
</p:sldLayout>
</file>

<file path=ppt/slideLayouts/slideLayout2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D3558119-A862-4F83-B256-299EABA3B105}" type="slidenum">
              <a:t>&lt;#&gt;</a:t>
            </a:fld>
          </a:p>
        </p:txBody>
      </p:sp>
    </p:spTree>
  </p:cSld>
</p:sldLayout>
</file>

<file path=ppt/slideLayouts/slideLayout2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8FEEFF8C-F828-40B0-8A09-3C9E63B3393D}" type="slidenum">
              <a:t>&lt;#&gt;</a:t>
            </a:fld>
          </a:p>
        </p:txBody>
      </p:sp>
    </p:spTree>
  </p:cSld>
</p:sldLayout>
</file>

<file path=ppt/slideLayouts/slideLayout2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EEE4E511-51EC-40B6-849A-A4473CF74A6A}" type="slidenum">
              <a:t>&lt;#&gt;</a:t>
            </a:fld>
          </a:p>
        </p:txBody>
      </p:sp>
    </p:spTree>
  </p:cSld>
</p:sldLayout>
</file>

<file path=ppt/slideLayouts/slideLayout2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7"/>
          </p:nvPr>
        </p:nvSpPr>
        <p:spPr/>
        <p:txBody>
          <a:bodyPr/>
          <a:p>
            <a:fld id="{24E2A247-262C-4BEB-89A4-11C8AB6F9ED1}" type="slidenum">
              <a:t>&lt;#&gt;</a:t>
            </a:fld>
          </a:p>
        </p:txBody>
      </p:sp>
    </p:spTree>
  </p:cSld>
</p:sldLayout>
</file>

<file path=ppt/slideLayouts/slideLayout2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62D746B2-A431-4F64-BEB0-328C4BDF3CDF}" type="slidenum">
              <a:t>&lt;#&gt;</a:t>
            </a:fld>
          </a:p>
        </p:txBody>
      </p:sp>
    </p:spTree>
  </p:cSld>
</p:sldLayout>
</file>

<file path=ppt/slideLayouts/slideLayout2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D028D20F-16EE-4C7F-8E67-78789A87DB6E}" type="slidenum">
              <a:t>&lt;#&gt;</a:t>
            </a:fld>
          </a:p>
        </p:txBody>
      </p:sp>
    </p:spTree>
  </p:cSld>
</p:sldLayout>
</file>

<file path=ppt/slideLayouts/slideLayout2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89E353E3-1E51-423E-8996-87A5BDBF8458}" type="slidenum">
              <a:t>&lt;#&gt;</a:t>
            </a:fld>
          </a:p>
        </p:txBody>
      </p:sp>
    </p:spTree>
  </p:cSld>
</p:sldLayout>
</file>

<file path=ppt/slideLayouts/slideLayout2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5F05C446-C223-4293-B57D-D9EA553D1150}" type="slidenum">
              <a:t>&lt;#&gt;</a:t>
            </a:fld>
          </a:p>
        </p:txBody>
      </p:sp>
    </p:spTree>
  </p:cSld>
</p:sldLayout>
</file>

<file path=ppt/slideLayouts/slideLayout2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FA634FCB-3375-4F5D-B55B-0EE86D9C25F7}" type="slidenum">
              <a:t>&lt;#&gt;</a:t>
            </a:fld>
          </a:p>
        </p:txBody>
      </p:sp>
    </p:spTree>
  </p:cSld>
</p:sldLayout>
</file>

<file path=ppt/slideLayouts/slideLayout2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C1EB788D-D194-40FE-8418-198F4CA3DC5B}" type="slidenum">
              <a:t>&lt;#&gt;</a:t>
            </a:fld>
          </a:p>
        </p:txBody>
      </p:sp>
    </p:spTree>
  </p:cSld>
</p:sldLayout>
</file>

<file path=ppt/slideLayouts/slideLayout2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E03C0469-3DAF-452C-AF95-B0250FF9733B}" type="slidenum">
              <a:t>&lt;#&gt;</a:t>
            </a:fld>
          </a:p>
        </p:txBody>
      </p:sp>
    </p:spTree>
  </p:cSld>
</p:sldLayout>
</file>

<file path=ppt/slideLayouts/slideLayout2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5537AA4B-47B3-4072-9A55-546CB5885DFF}" type="slidenum">
              <a:t>&lt;#&gt;</a:t>
            </a:fld>
          </a:p>
        </p:txBody>
      </p:sp>
    </p:spTree>
  </p:cSld>
</p:sldLayout>
</file>

<file path=ppt/slideLayouts/slideLayout2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2F7CB2B5-B899-40D0-AB40-7726F4674B9B}" type="slidenum">
              <a:t>&lt;#&gt;</a:t>
            </a:fld>
          </a:p>
        </p:txBody>
      </p:sp>
    </p:spTree>
  </p:cSld>
</p:sldLayout>
</file>

<file path=ppt/slideLayouts/slideLayout2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40BDD331-4E1D-4843-8B08-DFCDC746FD05}" type="slidenum">
              <a:t>&lt;#&gt;</a:t>
            </a:fld>
          </a:p>
        </p:txBody>
      </p:sp>
    </p:spTree>
  </p:cSld>
</p:sldLayout>
</file>

<file path=ppt/slideLayouts/slideLayout2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C15E0DE3-1DCE-46DE-AF2A-4D35FB4A45D5}" type="slidenum">
              <a:t>&lt;#&gt;</a:t>
            </a:fld>
          </a:p>
        </p:txBody>
      </p:sp>
    </p:spTree>
  </p:cSld>
</p:sldLayout>
</file>

<file path=ppt/slideLayouts/slideLayout2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9"/>
          </p:nvPr>
        </p:nvSpPr>
        <p:spPr/>
        <p:txBody>
          <a:bodyPr/>
          <a:p>
            <a:fld id="{9616A3CD-5E9E-4440-9D43-86FF96860464}" type="slidenum">
              <a:t>&lt;#&gt;</a:t>
            </a:fld>
          </a:p>
        </p:txBody>
      </p:sp>
    </p:spTree>
  </p:cSld>
</p:sldLayout>
</file>

<file path=ppt/slideLayouts/slideLayout2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3E7E7CB5-1578-4A7A-BC35-09E88163CF82}" type="slidenum">
              <a:t>&lt;#&gt;</a:t>
            </a:fld>
          </a:p>
        </p:txBody>
      </p:sp>
    </p:spTree>
  </p:cSld>
</p:sldLayout>
</file>

<file path=ppt/slideLayouts/slideLayout2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5EDE78DC-7EAC-40A6-AFBF-DA647F59F314}" type="slidenum">
              <a:t>&lt;#&gt;</a:t>
            </a:fld>
          </a:p>
        </p:txBody>
      </p:sp>
    </p:spTree>
  </p:cSld>
</p:sldLayout>
</file>

<file path=ppt/slideLayouts/slideLayout2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E0A7D10C-883B-4AB1-944B-4C37C6B043C2}" type="slidenum">
              <a:t>&lt;#&gt;</a:t>
            </a:fld>
          </a:p>
        </p:txBody>
      </p:sp>
    </p:spTree>
  </p:cSld>
</p:sldLayout>
</file>

<file path=ppt/slideLayouts/slideLayout2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213DA19E-811E-40EE-8EA5-70C5EC076111}" type="slidenum">
              <a:t>&lt;#&gt;</a:t>
            </a:fld>
          </a:p>
        </p:txBody>
      </p:sp>
    </p:spTree>
  </p:cSld>
</p:sldLayout>
</file>

<file path=ppt/slideLayouts/slideLayout2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0793AAFF-B815-400F-BF2A-DF732E0FE6D0}" type="slidenum">
              <a:t>&lt;#&gt;</a:t>
            </a:fld>
          </a:p>
        </p:txBody>
      </p:sp>
    </p:spTree>
  </p:cSld>
</p:sldLayout>
</file>

<file path=ppt/slideLayouts/slideLayout2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CF52264D-6C86-48A4-B9F2-52278BAA156F}" type="slidenum">
              <a:t>&lt;#&gt;</a:t>
            </a:fld>
          </a:p>
        </p:txBody>
      </p:sp>
    </p:spTree>
  </p:cSld>
</p:sldLayout>
</file>

<file path=ppt/slideLayouts/slideLayout2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9AA275F4-0F64-491F-AE7D-0F69AAE5A7AF}" type="slidenum">
              <a:t>&lt;#&gt;</a:t>
            </a:fld>
          </a:p>
        </p:txBody>
      </p:sp>
    </p:spTree>
  </p:cSld>
</p:sldLayout>
</file>

<file path=ppt/slideLayouts/slideLayout2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DBB8CB90-5AB5-4C2D-BC0E-59BD04638025}" type="slidenum">
              <a:t>&lt;#&gt;</a:t>
            </a:fld>
          </a:p>
        </p:txBody>
      </p:sp>
    </p:spTree>
  </p:cSld>
</p:sldLayout>
</file>

<file path=ppt/slideLayouts/slideLayout2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0C42F28B-F03A-420B-99E5-157589F4EBC2}" type="slidenum">
              <a:t>&lt;#&gt;</a:t>
            </a:fld>
          </a:p>
        </p:txBody>
      </p:sp>
    </p:spTree>
  </p:cSld>
</p:sldLayout>
</file>

<file path=ppt/slideLayouts/slideLayout2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524C8C07-7168-4A13-A80B-C36E91AAF072}" type="slidenum">
              <a:t>&lt;#&gt;</a:t>
            </a:fld>
          </a:p>
        </p:txBody>
      </p:sp>
    </p:spTree>
  </p:cSld>
</p:sldLayout>
</file>

<file path=ppt/slideLayouts/slideLayout2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D03DFF35-250E-4EF6-94DB-37EB3DA5956C}" type="slidenum">
              <a:t>&lt;#&gt;</a:t>
            </a:fld>
          </a:p>
        </p:txBody>
      </p:sp>
    </p:spTree>
  </p:cSld>
</p:sldLayout>
</file>

<file path=ppt/slideLayouts/slideLayout2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4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41"/>
          </p:nvPr>
        </p:nvSpPr>
        <p:spPr/>
        <p:txBody>
          <a:bodyPr/>
          <a:p>
            <a:fld id="{91B549E3-EEA5-4D0B-8333-AA4929B0E471}" type="slidenum">
              <a:t>&lt;#&gt;</a:t>
            </a:fld>
          </a:p>
        </p:txBody>
      </p:sp>
    </p:spTree>
  </p:cSld>
</p:sldLayout>
</file>

<file path=ppt/slideLayouts/slideLayout2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873433C0-0CA2-4396-9EB6-CCF26F2FF5A4}" type="slidenum">
              <a:t>&lt;#&gt;</a:t>
            </a:fld>
          </a:p>
        </p:txBody>
      </p:sp>
    </p:spTree>
  </p:cSld>
</p:sldLayout>
</file>

<file path=ppt/slideLayouts/slideLayout2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42DE410B-7F79-4ABF-AD0C-C661A68CE979}" type="slidenum">
              <a:t>&lt;#&gt;</a:t>
            </a:fld>
          </a:p>
        </p:txBody>
      </p:sp>
    </p:spTree>
  </p:cSld>
</p:sldLayout>
</file>

<file path=ppt/slideLayouts/slideLayout2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99F4EA1A-73FF-4C1C-89E9-0967C166E551}" type="slidenum">
              <a:t>&lt;#&gt;</a:t>
            </a:fld>
          </a:p>
        </p:txBody>
      </p:sp>
    </p:spTree>
  </p:cSld>
</p:sldLayout>
</file>

<file path=ppt/slideLayouts/slideLayout2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B2776975-7B27-47AF-A321-DC957BB9B6AF}" type="slidenum">
              <a:t>&lt;#&gt;</a:t>
            </a:fld>
          </a:p>
        </p:txBody>
      </p:sp>
    </p:spTree>
  </p:cSld>
</p:sldLayout>
</file>

<file path=ppt/slideLayouts/slideLayout2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DE3CC52F-AA9E-43AD-AF07-A5A7CB1C8312}" type="slidenum">
              <a:t>&lt;#&gt;</a:t>
            </a:fld>
          </a:p>
        </p:txBody>
      </p:sp>
    </p:spTree>
  </p:cSld>
</p:sldLayout>
</file>

<file path=ppt/slideLayouts/slideLayout2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7DDF0A5C-F562-4B1C-86CF-7E9D56EA0041}" type="slidenum">
              <a:t>&lt;#&gt;</a:t>
            </a:fld>
          </a:p>
        </p:txBody>
      </p:sp>
    </p:spTree>
  </p:cSld>
</p:sldLayout>
</file>

<file path=ppt/slideLayouts/slideLayout2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80FDF11A-864C-4241-AB72-73A97A4705F4}" type="slidenum">
              <a:t>&lt;#&gt;</a:t>
            </a:fld>
          </a:p>
        </p:txBody>
      </p:sp>
    </p:spTree>
  </p:cSld>
</p:sldLayout>
</file>

<file path=ppt/slideLayouts/slideLayout2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966ABBE7-8A9B-4200-9BD4-4027B57CDC69}" type="slidenum">
              <a:t>&lt;#&gt;</a:t>
            </a:fld>
          </a:p>
        </p:txBody>
      </p:sp>
    </p:spTree>
  </p:cSld>
</p:sldLayout>
</file>

<file path=ppt/slideLayouts/slideLayout2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0DD41702-67AE-4FAD-9D10-29A6903ACB4F}" type="slidenum">
              <a:t>&lt;#&gt;</a:t>
            </a:fld>
          </a:p>
        </p:txBody>
      </p:sp>
    </p:spTree>
  </p:cSld>
</p:sldLayout>
</file>

<file path=ppt/slideLayouts/slideLayout2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7518BC45-55D9-4794-A401-E8A739273D0A}" type="slidenum">
              <a:t>&lt;#&gt;</a:t>
            </a:fld>
          </a:p>
        </p:txBody>
      </p:sp>
    </p:spTree>
  </p:cSld>
</p:sldLayout>
</file>

<file path=ppt/slideLayouts/slideLayout2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2620809F-DB4F-49A4-8A8B-5BA0E774CE0B}" type="slidenum">
              <a:t>&lt;#&gt;</a:t>
            </a:fld>
          </a:p>
        </p:txBody>
      </p:sp>
    </p:spTree>
  </p:cSld>
</p:sldLayout>
</file>

<file path=ppt/slideLayouts/slideLayout2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43"/>
          </p:nvPr>
        </p:nvSpPr>
        <p:spPr/>
        <p:txBody>
          <a:bodyPr/>
          <a:p>
            <a:fld id="{709F6767-FD60-45FE-A1F0-FD156DBD632E}" type="slidenum">
              <a:t>&lt;#&gt;</a:t>
            </a:fld>
          </a:p>
        </p:txBody>
      </p:sp>
    </p:spTree>
  </p:cSld>
</p:sldLayout>
</file>

<file path=ppt/slideLayouts/slideLayout2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82C22454-CCEB-4EA4-BDFB-6102D479BB3E}" type="slidenum">
              <a:t>&lt;#&gt;</a:t>
            </a:fld>
          </a:p>
        </p:txBody>
      </p:sp>
    </p:spTree>
  </p:cSld>
</p:sldLayout>
</file>

<file path=ppt/slideLayouts/slideLayout2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98B9A23A-B4D6-47F8-A49C-9EF976B286D5}" type="slidenum">
              <a:t>&lt;#&gt;</a:t>
            </a:fld>
          </a:p>
        </p:txBody>
      </p:sp>
    </p:spTree>
  </p:cSld>
</p:sldLayout>
</file>

<file path=ppt/slideLayouts/slideLayout2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2D20A187-3FB5-4A30-93ED-22EB3F87627A}" type="slidenum">
              <a:t>&lt;#&gt;</a:t>
            </a:fld>
          </a:p>
        </p:txBody>
      </p:sp>
    </p:spTree>
  </p:cSld>
</p:sldLayout>
</file>

<file path=ppt/slideLayouts/slideLayout2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E6CA4F6E-3AFF-41BE-8531-0FC949B29322}" type="slidenum">
              <a:t>&lt;#&gt;</a:t>
            </a:fld>
          </a:p>
        </p:txBody>
      </p:sp>
    </p:spTree>
  </p:cSld>
</p:sldLayout>
</file>

<file path=ppt/slideLayouts/slideLayout2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1C975ABB-E36D-4833-996F-E0B8CFE748DE}" type="slidenum">
              <a:t>&lt;#&gt;</a:t>
            </a:fld>
          </a:p>
        </p:txBody>
      </p:sp>
    </p:spTree>
  </p:cSld>
</p:sldLayout>
</file>

<file path=ppt/slideLayouts/slideLayout2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7866A383-673A-43F4-9991-77FEE9854DB0}" type="slidenum">
              <a:t>&lt;#&gt;</a:t>
            </a:fld>
          </a:p>
        </p:txBody>
      </p:sp>
    </p:spTree>
  </p:cSld>
</p:sldLayout>
</file>

<file path=ppt/slideLayouts/slideLayout2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E654A3AF-739D-45CD-B6C7-52E0E3FB70FD}" type="slidenum">
              <a:t>&lt;#&gt;</a:t>
            </a:fld>
          </a:p>
        </p:txBody>
      </p:sp>
    </p:spTree>
  </p:cSld>
</p:sldLayout>
</file>

<file path=ppt/slideLayouts/slideLayout2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7571432D-DF01-4F50-9E75-D9E9FAB10772}" type="slidenum">
              <a:t>&lt;#&gt;</a:t>
            </a:fld>
          </a:p>
        </p:txBody>
      </p:sp>
    </p:spTree>
  </p:cSld>
</p:sldLayout>
</file>

<file path=ppt/slideLayouts/slideLayout2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6002B451-772A-4524-BF28-104A269D6BA2}" type="slidenum">
              <a:t>&lt;#&gt;</a:t>
            </a:fld>
          </a:p>
        </p:txBody>
      </p:sp>
    </p:spTree>
  </p:cSld>
</p:sldLayout>
</file>

<file path=ppt/slideLayouts/slideLayout2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1EE43AA4-9215-4F6D-AC34-C3BAFE72A025}" type="slidenum">
              <a:t>&lt;#&gt;</a:t>
            </a:fld>
          </a:p>
        </p:txBody>
      </p:sp>
    </p:spTree>
  </p:cSld>
</p:sldLayout>
</file>

<file path=ppt/slideLayouts/slideLayout2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ECD7D701-9BA1-444C-B9E7-9B0AFE8B99D6}" type="slidenum">
              <a:t>&lt;#&gt;</a:t>
            </a:fld>
          </a:p>
        </p:txBody>
      </p:sp>
    </p:spTree>
  </p:cSld>
</p:sldLayout>
</file>

<file path=ppt/slideLayouts/slideLayout2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45"/>
          </p:nvPr>
        </p:nvSpPr>
        <p:spPr/>
        <p:txBody>
          <a:bodyPr/>
          <a:p>
            <a:fld id="{0432187F-E6C2-431F-8775-6F52718F7B1A}" type="slidenum">
              <a:t>&lt;#&gt;</a:t>
            </a:fld>
          </a:p>
        </p:txBody>
      </p:sp>
    </p:spTree>
  </p:cSld>
</p:sldLayout>
</file>

<file path=ppt/slideLayouts/slideLayout2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47F9CD6F-8E61-4AE3-9D91-6F49D4713FD2}" type="slidenum">
              <a:t>&lt;#&gt;</a:t>
            </a:fld>
          </a:p>
        </p:txBody>
      </p:sp>
    </p:spTree>
  </p:cSld>
</p:sldLayout>
</file>

<file path=ppt/slideLayouts/slideLayout2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489B6BEA-31EC-468B-95FF-A333050D2DA2}" type="slidenum">
              <a:t>&lt;#&gt;</a:t>
            </a:fld>
          </a:p>
        </p:txBody>
      </p:sp>
    </p:spTree>
  </p:cSld>
</p:sldLayout>
</file>

<file path=ppt/slideLayouts/slideLayout2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8EC51591-10DA-4501-AFA6-F25448D3C8F9}" type="slidenum">
              <a:t>&lt;#&gt;</a:t>
            </a:fld>
          </a:p>
        </p:txBody>
      </p:sp>
    </p:spTree>
  </p:cSld>
</p:sldLayout>
</file>

<file path=ppt/slideLayouts/slideLayout2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C1314CF8-FEE3-4D30-BFE4-6DCCE01B5F33}" type="slidenum">
              <a:t>&lt;#&gt;</a:t>
            </a:fld>
          </a:p>
        </p:txBody>
      </p:sp>
    </p:spTree>
  </p:cSld>
</p:sldLayout>
</file>

<file path=ppt/slideLayouts/slideLayout2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8484083F-B7BB-422E-BAEA-94542E1BF731}" type="slidenum">
              <a:t>&lt;#&gt;</a:t>
            </a:fld>
          </a:p>
        </p:txBody>
      </p:sp>
    </p:spTree>
  </p:cSld>
</p:sldLayout>
</file>

<file path=ppt/slideLayouts/slideLayout2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9BC0FA54-77B4-487F-B109-46B7AEE819AE}" type="slidenum">
              <a:t>&lt;#&gt;</a:t>
            </a:fld>
          </a:p>
        </p:txBody>
      </p:sp>
    </p:spTree>
  </p:cSld>
</p:sldLayout>
</file>

<file path=ppt/slideLayouts/slideLayout2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3A8C7316-F482-4CE7-AA76-3188D9AA306B}" type="slidenum">
              <a:t>&lt;#&gt;</a:t>
            </a:fld>
          </a:p>
        </p:txBody>
      </p:sp>
    </p:spTree>
  </p:cSld>
</p:sldLayout>
</file>

<file path=ppt/slideLayouts/slideLayout2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A1A2A8AF-BED4-4C38-8CE9-20CD8F17FF76}" type="slidenum">
              <a:t>&lt;#&gt;</a:t>
            </a:fld>
          </a:p>
        </p:txBody>
      </p:sp>
    </p:spTree>
  </p:cSld>
</p:sldLayout>
</file>

<file path=ppt/slideLayouts/slideLayout2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D081ADF9-10DD-4158-8F0E-052D4852C9C0}" type="slidenum">
              <a:t>&lt;#&gt;</a:t>
            </a:fld>
          </a:p>
        </p:txBody>
      </p:sp>
    </p:spTree>
  </p:cSld>
</p:sldLayout>
</file>

<file path=ppt/slideLayouts/slideLayout2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4954CF98-424D-4D8C-B8FD-04A672DE3736}" type="slidenum">
              <a:t>&lt;#&gt;</a:t>
            </a:fld>
          </a:p>
        </p:txBody>
      </p:sp>
    </p:spTree>
  </p:cSld>
</p:sldLayout>
</file>

<file path=ppt/slideLayouts/slideLayout2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826C023B-EE21-4ADF-BA85-9F51287A29A8}" type="slidenum">
              <a:t>&lt;#&gt;</a:t>
            </a:fld>
          </a:p>
        </p:txBody>
      </p:sp>
    </p:spTree>
  </p:cSld>
</p:sldLayout>
</file>

<file path=ppt/slideLayouts/slideLayout2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4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47"/>
          </p:nvPr>
        </p:nvSpPr>
        <p:spPr/>
        <p:txBody>
          <a:bodyPr/>
          <a:p>
            <a:fld id="{B923B9AD-15B4-47AD-BDB1-899E473C1E58}" type="slidenum">
              <a:t>&lt;#&gt;</a:t>
            </a:fld>
          </a:p>
        </p:txBody>
      </p:sp>
    </p:spTree>
  </p:cSld>
</p:sldLayout>
</file>

<file path=ppt/slideLayouts/slideLayout2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AD99483C-6EF7-4A6A-AB44-C360AB9852B3}" type="slidenum">
              <a:t>&lt;#&gt;</a:t>
            </a:fld>
          </a:p>
        </p:txBody>
      </p:sp>
    </p:spTree>
  </p:cSld>
</p:sldLayout>
</file>

<file path=ppt/slideLayouts/slideLayout2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E26524B9-4E37-4526-801A-F1F2DD31E87A}" type="slidenum">
              <a:t>&lt;#&gt;</a:t>
            </a:fld>
          </a:p>
        </p:txBody>
      </p:sp>
    </p:spTree>
  </p:cSld>
</p:sldLayout>
</file>

<file path=ppt/slideLayouts/slideLayout2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7F43964E-B431-4110-9C8E-91FBEE6C3242}" type="slidenum">
              <a:t>&lt;#&gt;</a:t>
            </a:fld>
          </a:p>
        </p:txBody>
      </p:sp>
    </p:spTree>
  </p:cSld>
</p:sldLayout>
</file>

<file path=ppt/slideLayouts/slideLayout2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63E0643D-9B9E-4BF3-A332-84ED9248058A}" type="slidenum">
              <a:t>&lt;#&gt;</a:t>
            </a:fld>
          </a:p>
        </p:txBody>
      </p:sp>
    </p:spTree>
  </p:cSld>
</p:sldLayout>
</file>

<file path=ppt/slideLayouts/slideLayout2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05457057-15F8-4C30-8A13-A013A6EF399A}" type="slidenum">
              <a:t>&lt;#&gt;</a:t>
            </a:fld>
          </a:p>
        </p:txBody>
      </p:sp>
    </p:spTree>
  </p:cSld>
</p:sldLayout>
</file>

<file path=ppt/slideLayouts/slideLayout2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19A917F1-1281-4680-8910-14F63F57DA93}" type="slidenum">
              <a:t>&lt;#&gt;</a:t>
            </a:fld>
          </a:p>
        </p:txBody>
      </p:sp>
    </p:spTree>
  </p:cSld>
</p:sldLayout>
</file>

<file path=ppt/slideLayouts/slideLayout2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3EE340DF-6A4D-46B5-8F2D-BA0626D6C854}" type="slidenum">
              <a:t>&lt;#&gt;</a:t>
            </a:fld>
          </a:p>
        </p:txBody>
      </p:sp>
    </p:spTree>
  </p:cSld>
</p:sldLayout>
</file>

<file path=ppt/slideLayouts/slideLayout2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025A7E84-4D73-4446-9335-0228E2BB3163}" type="slidenum">
              <a:t>&lt;#&gt;</a:t>
            </a:fld>
          </a:p>
        </p:txBody>
      </p:sp>
    </p:spTree>
  </p:cSld>
</p:sldLayout>
</file>

<file path=ppt/slideLayouts/slideLayout2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57F3876D-EBA6-4112-9FEA-9CA421D86894}" type="slidenum">
              <a:t>&lt;#&gt;</a:t>
            </a:fld>
          </a:p>
        </p:txBody>
      </p:sp>
    </p:spTree>
  </p:cSld>
</p:sldLayout>
</file>

<file path=ppt/slideLayouts/slideLayout2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953462BC-1CA6-4DD2-8537-7A3B5B797E6B}" type="slidenum">
              <a:t>&lt;#&gt;</a:t>
            </a:fld>
          </a:p>
        </p:txBody>
      </p:sp>
    </p:spTree>
  </p:cSld>
</p:sldLayout>
</file>

<file path=ppt/slideLayouts/slideLayout2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E07550D8-B626-40C5-9BC4-7148E4AFEBDD}" type="slidenum">
              <a:t>&lt;#&gt;</a:t>
            </a:fld>
          </a:p>
        </p:txBody>
      </p:sp>
    </p:spTree>
  </p:cSld>
</p:sldLayout>
</file>

<file path=ppt/slideLayouts/slideLayout3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49"/>
          </p:nvPr>
        </p:nvSpPr>
        <p:spPr/>
        <p:txBody>
          <a:bodyPr/>
          <a:p>
            <a:fld id="{CF0BB8CA-BDCE-4773-AE8E-A0EE79932892}" type="slidenum">
              <a:t>&lt;#&gt;</a:t>
            </a:fld>
          </a:p>
        </p:txBody>
      </p:sp>
    </p:spTree>
  </p:cSld>
</p:sldLayout>
</file>

<file path=ppt/slideLayouts/slideLayout3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F3D14C87-E0F5-4CBA-B80B-EA05B96F0521}" type="slidenum">
              <a:t>&lt;#&gt;</a:t>
            </a:fld>
          </a:p>
        </p:txBody>
      </p:sp>
    </p:spTree>
  </p:cSld>
</p:sldLayout>
</file>

<file path=ppt/slideLayouts/slideLayout3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535B918E-A9FE-489F-A6F0-6647B0AB2C7C}" type="slidenum">
              <a:t>&lt;#&gt;</a:t>
            </a:fld>
          </a:p>
        </p:txBody>
      </p:sp>
    </p:spTree>
  </p:cSld>
</p:sldLayout>
</file>

<file path=ppt/slideLayouts/slideLayout3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53E2AF7A-8C63-4A99-9D02-6A8D12CB2CE2}" type="slidenum">
              <a:t>&lt;#&gt;</a:t>
            </a:fld>
          </a:p>
        </p:txBody>
      </p:sp>
    </p:spTree>
  </p:cSld>
</p:sldLayout>
</file>

<file path=ppt/slideLayouts/slideLayout3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813A5E46-E3F4-428D-AAC2-DDB61C041E4B}" type="slidenum">
              <a:t>&lt;#&gt;</a:t>
            </a:fld>
          </a:p>
        </p:txBody>
      </p:sp>
    </p:spTree>
  </p:cSld>
</p:sldLayout>
</file>

<file path=ppt/slideLayouts/slideLayout3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C952C9D6-24F4-498D-B75D-BD37CB692788}" type="slidenum">
              <a:t>&lt;#&gt;</a:t>
            </a:fld>
          </a:p>
        </p:txBody>
      </p:sp>
    </p:spTree>
  </p:cSld>
</p:sldLayout>
</file>

<file path=ppt/slideLayouts/slideLayout3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54255913-FD36-4A74-9833-DE8838A805EC}" type="slidenum">
              <a:t>&lt;#&gt;</a:t>
            </a:fld>
          </a:p>
        </p:txBody>
      </p:sp>
    </p:spTree>
  </p:cSld>
</p:sldLayout>
</file>

<file path=ppt/slideLayouts/slideLayout3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578CA4EA-9C9C-40E0-B7A3-2A44C16C1D3E}" type="slidenum">
              <a:t>&lt;#&gt;</a:t>
            </a:fld>
          </a:p>
        </p:txBody>
      </p:sp>
    </p:spTree>
  </p:cSld>
</p:sldLayout>
</file>

<file path=ppt/slideLayouts/slideLayout3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DCE7E902-A3F7-4379-A737-09A6CF6FCACB}" type="slidenum">
              <a:t>&lt;#&gt;</a:t>
            </a:fld>
          </a:p>
        </p:txBody>
      </p:sp>
    </p:spTree>
  </p:cSld>
</p:sldLayout>
</file>

<file path=ppt/slideLayouts/slideLayout3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787660F9-F0B4-4ABE-BB85-CD279793F3FA}" type="slidenum">
              <a:t>&lt;#&gt;</a:t>
            </a:fld>
          </a:p>
        </p:txBody>
      </p:sp>
    </p:spTree>
  </p:cSld>
</p:sldLayout>
</file>

<file path=ppt/slideLayouts/slideLayout3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71D241F1-74F5-4720-B414-C485A3AB6835}" type="slidenum">
              <a:t>&lt;#&gt;</a:t>
            </a:fld>
          </a:p>
        </p:txBody>
      </p:sp>
    </p:spTree>
  </p:cSld>
</p:sldLayout>
</file>

<file path=ppt/slideLayouts/slideLayout3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4257DF0D-6916-435E-A85B-DAFAD66AC69B}" type="slidenum">
              <a:t>&lt;#&gt;</a:t>
            </a:fld>
          </a:p>
        </p:txBody>
      </p:sp>
    </p:spTree>
  </p:cSld>
</p:sldLayout>
</file>

<file path=ppt/slideLayouts/slideLayout3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5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51"/>
          </p:nvPr>
        </p:nvSpPr>
        <p:spPr/>
        <p:txBody>
          <a:bodyPr/>
          <a:p>
            <a:fld id="{F35EAA17-0FD8-48CC-A417-C2FAB80F4C89}" type="slidenum">
              <a:t>&lt;#&gt;</a:t>
            </a:fld>
          </a:p>
        </p:txBody>
      </p:sp>
    </p:spTree>
  </p:cSld>
</p:sldLayout>
</file>

<file path=ppt/slideLayouts/slideLayout3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7B472975-CC4F-444D-A30E-0C376112AA17}" type="slidenum">
              <a:t>&lt;#&gt;</a:t>
            </a:fld>
          </a:p>
        </p:txBody>
      </p:sp>
    </p:spTree>
  </p:cSld>
</p:sldLayout>
</file>

<file path=ppt/slideLayouts/slideLayout3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D1C403BF-D6CA-4EB5-8394-E7BE802B8512}" type="slidenum">
              <a:t>&lt;#&gt;</a:t>
            </a:fld>
          </a:p>
        </p:txBody>
      </p:sp>
    </p:spTree>
  </p:cSld>
</p:sldLayout>
</file>

<file path=ppt/slideLayouts/slideLayout3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5B7324FD-8F1C-47B9-88DD-FB125171F126}" type="slidenum">
              <a:t>&lt;#&gt;</a:t>
            </a:fld>
          </a:p>
        </p:txBody>
      </p:sp>
    </p:spTree>
  </p:cSld>
</p:sldLayout>
</file>

<file path=ppt/slideLayouts/slideLayout3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592A31E0-9E87-45F6-B9BC-9CF2F2D28649}" type="slidenum">
              <a:t>&lt;#&gt;</a:t>
            </a:fld>
          </a:p>
        </p:txBody>
      </p:sp>
    </p:spTree>
  </p:cSld>
</p:sldLayout>
</file>

<file path=ppt/slideLayouts/slideLayout3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6DC2E8E7-CFEA-45A7-A811-45181943D097}" type="slidenum">
              <a:t>&lt;#&gt;</a:t>
            </a:fld>
          </a:p>
        </p:txBody>
      </p:sp>
    </p:spTree>
  </p:cSld>
</p:sldLayout>
</file>

<file path=ppt/slideLayouts/slideLayout3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781866EF-1369-4CFA-A0D5-76CC16755C39}" type="slidenum">
              <a:t>&lt;#&gt;</a:t>
            </a:fld>
          </a:p>
        </p:txBody>
      </p:sp>
    </p:spTree>
  </p:cSld>
</p:sldLayout>
</file>

<file path=ppt/slideLayouts/slideLayout3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EDAAC147-3181-4B19-ACCE-461928750D99}" type="slidenum">
              <a:t>&lt;#&gt;</a:t>
            </a:fld>
          </a:p>
        </p:txBody>
      </p:sp>
    </p:spTree>
  </p:cSld>
</p:sldLayout>
</file>

<file path=ppt/slideLayouts/slideLayout3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8E577D12-5C0F-4027-B1B5-0F4A456DF669}" type="slidenum">
              <a:t>&lt;#&gt;</a:t>
            </a:fld>
          </a:p>
        </p:txBody>
      </p:sp>
    </p:spTree>
  </p:cSld>
</p:sldLayout>
</file>

<file path=ppt/slideLayouts/slideLayout3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E9DE9FF5-8912-4820-98CC-165403BD3451}" type="slidenum">
              <a:t>&lt;#&gt;</a:t>
            </a:fld>
          </a:p>
        </p:txBody>
      </p:sp>
    </p:spTree>
  </p:cSld>
</p:sldLayout>
</file>

<file path=ppt/slideLayouts/slideLayout3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81BB9382-D380-4CB4-A1E7-E2CA2201C3F0}" type="slidenum">
              <a:t>&lt;#&gt;</a:t>
            </a:fld>
          </a:p>
        </p:txBody>
      </p:sp>
    </p:spTree>
  </p:cSld>
</p:sldLayout>
</file>

<file path=ppt/slideLayouts/slideLayout3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6202C389-0AB7-44A2-A0CA-3817C0F25198}" type="slidenum">
              <a:t>&lt;#&gt;</a:t>
            </a:fld>
          </a:p>
        </p:txBody>
      </p:sp>
    </p:spTree>
  </p:cSld>
</p:sldLayout>
</file>

<file path=ppt/slideLayouts/slideLayout3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53"/>
          </p:nvPr>
        </p:nvSpPr>
        <p:spPr/>
        <p:txBody>
          <a:bodyPr/>
          <a:p>
            <a:fld id="{8AA49020-01B1-4B5F-9ADE-3CDA8111FFEA}" type="slidenum">
              <a:t>&lt;#&gt;</a:t>
            </a:fld>
          </a:p>
        </p:txBody>
      </p:sp>
    </p:spTree>
  </p:cSld>
</p:sldLayout>
</file>

<file path=ppt/slideLayouts/slideLayout3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BB88D082-1AA5-4947-99DB-9BEFF8C26626}" type="slidenum">
              <a:t>&lt;#&gt;</a:t>
            </a:fld>
          </a:p>
        </p:txBody>
      </p:sp>
    </p:spTree>
  </p:cSld>
</p:sldLayout>
</file>

<file path=ppt/slideLayouts/slideLayout3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57005454-9283-4AE5-AACE-DD741489F09E}" type="slidenum">
              <a:t>&lt;#&gt;</a:t>
            </a:fld>
          </a:p>
        </p:txBody>
      </p:sp>
    </p:spTree>
  </p:cSld>
</p:sldLayout>
</file>

<file path=ppt/slideLayouts/slideLayout3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AFAE1B7F-B332-4545-B77A-68C34EEB73B8}" type="slidenum">
              <a:t>&lt;#&gt;</a:t>
            </a:fld>
          </a:p>
        </p:txBody>
      </p:sp>
    </p:spTree>
  </p:cSld>
</p:sldLayout>
</file>

<file path=ppt/slideLayouts/slideLayout3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B274F025-B09B-4811-87FA-9CA570745054}" type="slidenum">
              <a:t>&lt;#&gt;</a:t>
            </a:fld>
          </a:p>
        </p:txBody>
      </p:sp>
    </p:spTree>
  </p:cSld>
</p:sldLayout>
</file>

<file path=ppt/slideLayouts/slideLayout3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96464EFB-2EB2-457F-A280-C650C28B5E32}" type="slidenum">
              <a:t>&lt;#&gt;</a:t>
            </a:fld>
          </a:p>
        </p:txBody>
      </p:sp>
    </p:spTree>
  </p:cSld>
</p:sldLayout>
</file>

<file path=ppt/slideLayouts/slideLayout3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AA60FD21-1DC0-4C8E-9D53-FE0C418318A5}" type="slidenum">
              <a:t>&lt;#&gt;</a:t>
            </a:fld>
          </a:p>
        </p:txBody>
      </p:sp>
    </p:spTree>
  </p:cSld>
</p:sldLayout>
</file>

<file path=ppt/slideLayouts/slideLayout3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46187051-7F76-47C4-8F5D-45958F3C71F6}" type="slidenum">
              <a:t>&lt;#&gt;</a:t>
            </a:fld>
          </a:p>
        </p:txBody>
      </p:sp>
    </p:spTree>
  </p:cSld>
</p:sldLayout>
</file>

<file path=ppt/slideLayouts/slideLayout3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F6E09A5F-145E-4824-8383-E3A00C0633B3}" type="slidenum">
              <a:t>&lt;#&gt;</a:t>
            </a:fld>
          </a:p>
        </p:txBody>
      </p:sp>
    </p:spTree>
  </p:cSld>
</p:sldLayout>
</file>

<file path=ppt/slideLayouts/slideLayout3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A9F2AA07-EDEF-44F9-B62D-A1AF576B4871}" type="slidenum">
              <a:t>&lt;#&gt;</a:t>
            </a:fld>
          </a:p>
        </p:txBody>
      </p:sp>
    </p:spTree>
  </p:cSld>
</p:sldLayout>
</file>

<file path=ppt/slideLayouts/slideLayout3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BAD27F53-9211-4FF9-A27C-B769F8860B7D}" type="slidenum">
              <a:t>&lt;#&gt;</a:t>
            </a:fld>
          </a:p>
        </p:txBody>
      </p:sp>
    </p:spTree>
  </p:cSld>
</p:sldLayout>
</file>

<file path=ppt/slideLayouts/slideLayout3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1DC423BB-5E1B-4269-A107-B67E60E28612}" type="slidenum">
              <a:t>&lt;#&gt;</a:t>
            </a:fld>
          </a:p>
        </p:txBody>
      </p:sp>
    </p:spTree>
  </p:cSld>
</p:sldLayout>
</file>

<file path=ppt/slideLayouts/slideLayout3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5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55"/>
          </p:nvPr>
        </p:nvSpPr>
        <p:spPr/>
        <p:txBody>
          <a:bodyPr/>
          <a:p>
            <a:fld id="{8B8AC159-030D-4DD2-9AED-79F3C1481458}" type="slidenum">
              <a:t>&lt;#&gt;</a:t>
            </a:fld>
          </a:p>
        </p:txBody>
      </p:sp>
    </p:spTree>
  </p:cSld>
</p:sldLayout>
</file>

<file path=ppt/slideLayouts/slideLayout3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B57E044C-9EB7-4194-A7D6-01987145E6A5}" type="slidenum">
              <a:t>&lt;#&gt;</a:t>
            </a:fld>
          </a:p>
        </p:txBody>
      </p:sp>
    </p:spTree>
  </p:cSld>
</p:sldLayout>
</file>

<file path=ppt/slideLayouts/slideLayout3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ADA8F31F-A66C-456D-B1CC-E6EBF14A33B6}" type="slidenum">
              <a:t>&lt;#&gt;</a:t>
            </a:fld>
          </a:p>
        </p:txBody>
      </p:sp>
    </p:spTree>
  </p:cSld>
</p:sldLayout>
</file>

<file path=ppt/slideLayouts/slideLayout3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5C175EE9-331D-454F-B9E3-C77E5159A441}" type="slidenum">
              <a:t>&lt;#&gt;</a:t>
            </a:fld>
          </a:p>
        </p:txBody>
      </p:sp>
    </p:spTree>
  </p:cSld>
</p:sldLayout>
</file>

<file path=ppt/slideLayouts/slideLayout3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770190A0-9A5C-4B90-B6B0-26064A4AACD1}" type="slidenum">
              <a:t>&lt;#&gt;</a:t>
            </a:fld>
          </a:p>
        </p:txBody>
      </p:sp>
    </p:spTree>
  </p:cSld>
</p:sldLayout>
</file>

<file path=ppt/slideLayouts/slideLayout3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D8872575-9D39-494A-A4D4-8B116AD39C9F}" type="slidenum">
              <a:t>&lt;#&gt;</a:t>
            </a:fld>
          </a:p>
        </p:txBody>
      </p:sp>
    </p:spTree>
  </p:cSld>
</p:sldLayout>
</file>

<file path=ppt/slideLayouts/slideLayout3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54B929AA-99EE-4C7A-93DE-48E9063056FD}" type="slidenum">
              <a:t>&lt;#&gt;</a:t>
            </a:fld>
          </a:p>
        </p:txBody>
      </p:sp>
    </p:spTree>
  </p:cSld>
</p:sldLayout>
</file>

<file path=ppt/slideLayouts/slideLayout3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2241D163-2DF2-46F7-B4D3-9A40BD63A051}" type="slidenum">
              <a:t>&lt;#&gt;</a:t>
            </a:fld>
          </a:p>
        </p:txBody>
      </p:sp>
    </p:spTree>
  </p:cSld>
</p:sldLayout>
</file>

<file path=ppt/slideLayouts/slideLayout3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AE619624-8461-4177-AB41-B747E51B9087}" type="slidenum">
              <a:t>&lt;#&gt;</a:t>
            </a:fld>
          </a:p>
        </p:txBody>
      </p:sp>
    </p:spTree>
  </p:cSld>
</p:sldLayout>
</file>

<file path=ppt/slideLayouts/slideLayout3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F13952D2-66F9-4ABD-ACD6-BFD4DFA65765}" type="slidenum">
              <a:t>&lt;#&gt;</a:t>
            </a:fld>
          </a:p>
        </p:txBody>
      </p:sp>
    </p:spTree>
  </p:cSld>
</p:sldLayout>
</file>

<file path=ppt/slideLayouts/slideLayout3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41593202-E1F1-43EB-8FC2-F8CF0668594E}" type="slidenum">
              <a:t>&lt;#&gt;</a:t>
            </a:fld>
          </a:p>
        </p:txBody>
      </p:sp>
    </p:spTree>
  </p:cSld>
</p:sldLayout>
</file>

<file path=ppt/slideLayouts/slideLayout3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A81953F8-6207-429D-B02C-9399A65B8FF5}" type="slidenum">
              <a:t>&lt;#&gt;</a:t>
            </a:fld>
          </a:p>
        </p:txBody>
      </p:sp>
    </p:spTree>
  </p:cSld>
</p:sldLayout>
</file>

<file path=ppt/slideLayouts/slideLayout3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57"/>
          </p:nvPr>
        </p:nvSpPr>
        <p:spPr/>
        <p:txBody>
          <a:bodyPr/>
          <a:p>
            <a:fld id="{83B6FFF6-9287-4640-B5B3-E6D19791E517}" type="slidenum">
              <a:t>&lt;#&gt;</a:t>
            </a:fld>
          </a:p>
        </p:txBody>
      </p:sp>
    </p:spTree>
  </p:cSld>
</p:sldLayout>
</file>

<file path=ppt/slideLayouts/slideLayout3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582C3DAE-4CB5-41C1-9187-F39B8DC37370}" type="slidenum">
              <a:t>&lt;#&gt;</a:t>
            </a:fld>
          </a:p>
        </p:txBody>
      </p:sp>
    </p:spTree>
  </p:cSld>
</p:sldLayout>
</file>

<file path=ppt/slideLayouts/slideLayout3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809189FB-B640-4E1D-BBC5-2EF8906914FA}" type="slidenum">
              <a:t>&lt;#&gt;</a:t>
            </a:fld>
          </a:p>
        </p:txBody>
      </p:sp>
    </p:spTree>
  </p:cSld>
</p:sldLayout>
</file>

<file path=ppt/slideLayouts/slideLayout3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E0A1C98E-41A0-4775-8D7F-91BCDF45C3C6}" type="slidenum">
              <a:t>&lt;#&gt;</a:t>
            </a:fld>
          </a:p>
        </p:txBody>
      </p:sp>
    </p:spTree>
  </p:cSld>
</p:sldLayout>
</file>

<file path=ppt/slideLayouts/slideLayout3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09A66ABB-530D-4DB4-9F77-B24179958372}" type="slidenum">
              <a:t>&lt;#&gt;</a:t>
            </a:fld>
          </a:p>
        </p:txBody>
      </p:sp>
    </p:spTree>
  </p:cSld>
</p:sldLayout>
</file>

<file path=ppt/slideLayouts/slideLayout3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63849E42-9DE1-4687-BDDC-B9E5DD7BDAD6}" type="slidenum">
              <a:t>&lt;#&gt;</a:t>
            </a:fld>
          </a:p>
        </p:txBody>
      </p:sp>
    </p:spTree>
  </p:cSld>
</p:sldLayout>
</file>

<file path=ppt/slideLayouts/slideLayout3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E91FFC23-8C05-4DA4-9AF9-85EA85EFFB5E}" type="slidenum">
              <a:t>&lt;#&gt;</a:t>
            </a:fld>
          </a:p>
        </p:txBody>
      </p:sp>
    </p:spTree>
  </p:cSld>
</p:sldLayout>
</file>

<file path=ppt/slideLayouts/slideLayout3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7EB1F270-A0E8-4BC6-BCA6-E80FB52088F9}" type="slidenum">
              <a:t>&lt;#&gt;</a:t>
            </a:fld>
          </a:p>
        </p:txBody>
      </p:sp>
    </p:spTree>
  </p:cSld>
</p:sldLayout>
</file>

<file path=ppt/slideLayouts/slideLayout3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2A748EE9-3711-4BBE-8B03-349DF98DDD5F}" type="slidenum">
              <a:t>&lt;#&gt;</a:t>
            </a:fld>
          </a:p>
        </p:txBody>
      </p:sp>
    </p:spTree>
  </p:cSld>
</p:sldLayout>
</file>

<file path=ppt/slideLayouts/slideLayout3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FC2D9480-4A74-41BD-858D-4D814531B440}" type="slidenum">
              <a:t>&lt;#&gt;</a:t>
            </a:fld>
          </a:p>
        </p:txBody>
      </p:sp>
    </p:spTree>
  </p:cSld>
</p:sldLayout>
</file>

<file path=ppt/slideLayouts/slideLayout3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C6323754-C425-48EC-B79A-28067AE1D9B9}" type="slidenum">
              <a:t>&lt;#&gt;</a:t>
            </a:fld>
          </a:p>
        </p:txBody>
      </p:sp>
    </p:spTree>
  </p:cSld>
</p:sldLayout>
</file>

<file path=ppt/slideLayouts/slideLayout3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89F9DF27-0EB3-4411-9F3C-82E75E23E201}" type="slidenum">
              <a:t>&lt;#&gt;</a:t>
            </a:fld>
          </a:p>
        </p:txBody>
      </p:sp>
    </p:spTree>
  </p:cSld>
</p:sldLayout>
</file>

<file path=ppt/slideLayouts/slideLayout3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59"/>
          </p:nvPr>
        </p:nvSpPr>
        <p:spPr/>
        <p:txBody>
          <a:bodyPr/>
          <a:p>
            <a:fld id="{5F12D223-536F-4174-9206-D0E6E06749FD}" type="slidenum">
              <a:t>&lt;#&gt;</a:t>
            </a:fld>
          </a:p>
        </p:txBody>
      </p:sp>
    </p:spTree>
  </p:cSld>
</p:sldLayout>
</file>

<file path=ppt/slideLayouts/slideLayout3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1ED0EF22-236D-4868-BC96-2EFAF0CA37D2}" type="slidenum">
              <a:t>&lt;#&gt;</a:t>
            </a:fld>
          </a:p>
        </p:txBody>
      </p:sp>
    </p:spTree>
  </p:cSld>
</p:sldLayout>
</file>

<file path=ppt/slideLayouts/slideLayout3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62802DE7-DE0A-4214-91A0-954A614B2531}" type="slidenum">
              <a:t>&lt;#&gt;</a:t>
            </a:fld>
          </a:p>
        </p:txBody>
      </p:sp>
    </p:spTree>
  </p:cSld>
</p:sldLayout>
</file>

<file path=ppt/slideLayouts/slideLayout3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17780671-9439-460B-97CE-2E9BEB737B42}" type="slidenum">
              <a:t>&lt;#&gt;</a:t>
            </a:fld>
          </a:p>
        </p:txBody>
      </p:sp>
    </p:spTree>
  </p:cSld>
</p:sldLayout>
</file>

<file path=ppt/slideLayouts/slideLayout3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12FC1C4C-3FFC-4455-81A3-033201FF815A}" type="slidenum">
              <a:t>&lt;#&gt;</a:t>
            </a:fld>
          </a:p>
        </p:txBody>
      </p:sp>
    </p:spTree>
  </p:cSld>
</p:sldLayout>
</file>

<file path=ppt/slideLayouts/slideLayout3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684BECA2-BD11-450A-AA56-463D4308350E}" type="slidenum">
              <a:t>&lt;#&gt;</a:t>
            </a:fld>
          </a:p>
        </p:txBody>
      </p:sp>
    </p:spTree>
  </p:cSld>
</p:sldLayout>
</file>

<file path=ppt/slideLayouts/slideLayout3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C92736A8-B8B7-428B-9238-82CA57ADE1C4}" type="slidenum">
              <a:t>&lt;#&gt;</a:t>
            </a:fld>
          </a:p>
        </p:txBody>
      </p:sp>
    </p:spTree>
  </p:cSld>
</p:sldLayout>
</file>

<file path=ppt/slideLayouts/slideLayout3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B64B274F-DA56-47B8-8BDA-1039C723D109}" type="slidenum">
              <a:t>&lt;#&gt;</a:t>
            </a:fld>
          </a:p>
        </p:txBody>
      </p:sp>
    </p:spTree>
  </p:cSld>
</p:sldLayout>
</file>

<file path=ppt/slideLayouts/slideLayout3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1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D627A4DB-3E8C-4532-90F3-D14F599E22DD}" type="slidenum">
              <a:t>&lt;#&gt;</a:t>
            </a:fld>
          </a:p>
        </p:txBody>
      </p:sp>
    </p:spTree>
  </p:cSld>
</p:sldLayout>
</file>

<file path=ppt/slideLayouts/slideLayout3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1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CCD8742E-869B-4FD0-AD8E-68DBB27025E5}" type="slidenum">
              <a:t>&lt;#&gt;</a:t>
            </a:fld>
          </a:p>
        </p:txBody>
      </p:sp>
    </p:spTree>
  </p:cSld>
</p:sldLayout>
</file>

<file path=ppt/slideLayouts/slideLayout3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1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1BABB1DC-B53C-47C8-BB30-242783E5790B}" type="slidenum">
              <a:t>&lt;#&gt;</a:t>
            </a:fld>
          </a:p>
        </p:txBody>
      </p:sp>
    </p:spTree>
  </p:cSld>
</p:sldLayout>
</file>

<file path=ppt/slideLayouts/slideLayout3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2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4AA09EE2-A339-4E15-8F6D-0ECCF5A43C84}" type="slidenum">
              <a:t>&lt;#&gt;</a:t>
            </a:fld>
          </a:p>
        </p:txBody>
      </p:sp>
    </p:spTree>
  </p:cSld>
</p:sldLayout>
</file>

<file path=ppt/slideLayouts/slideLayout3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2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2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2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2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3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6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61"/>
          </p:nvPr>
        </p:nvSpPr>
        <p:spPr/>
        <p:txBody>
          <a:bodyPr/>
          <a:p>
            <a:fld id="{8A3A05FB-B76F-40D1-84C3-DCFCB17B8C37}" type="slidenum">
              <a:t>&lt;#&gt;</a:t>
            </a:fld>
          </a:p>
        </p:txBody>
      </p:sp>
    </p:spTree>
  </p:cSld>
</p:sldLayout>
</file>

<file path=ppt/slideLayouts/slideLayout3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74C3C1DE-AE3D-4CC4-9EC9-A248794977DC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3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81686A07-C69D-4CAA-BCFF-F8AE59F5715E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47565089-398B-4D72-99A6-8982E34AA5BE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7F85C812-F02E-4CDC-A510-659A97373DD5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51132227-0D4C-4B44-8469-6C53877692AB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8618EF81-4D7B-4D1B-9673-86E07F080B62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4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543D9091-7D1F-4185-9789-EB3CB56858B8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89545D7B-49DA-4653-B2DE-8D11894EC639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F7C9984B-4274-4343-BE66-1FA6DA93E280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C94D409C-3FED-49C0-9BA1-4B65269F3EC8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83890D5C-8FC3-4EF5-9FC4-3F6525F22118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6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65"/>
          </p:nvPr>
        </p:nvSpPr>
        <p:spPr/>
        <p:txBody>
          <a:bodyPr/>
          <a:p>
            <a:fld id="{D71998FC-C154-4AC0-B6DE-C77540D66565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6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8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2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2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9DF88CEE-FF0F-4F43-97BF-383C9648D238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2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85AF5F14-D7B4-4475-9E23-E12A4E5487D5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136C51A4-036D-4E72-A99D-47D1118DE072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2B34B062-938C-4CDA-A6D7-AE1124569088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54D315B0-CF2B-49C7-A625-0FAFD81C44D9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F9D32724-DC56-4652-ACC5-EAD0FAF5E63F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3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01A05113-45B1-4355-8722-433A8E95808E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4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5D574C54-B0B7-453C-8BC5-576DEC438498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23AD160E-0586-43D2-80D1-A85636F83FDF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5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09E0732A-2E91-4B85-AAC8-FFA90E10F698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5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DB72F5C5-CC49-4AE1-A9A2-01C65D2A9C9C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5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5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6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6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6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68"/>
          </p:nvPr>
        </p:nvSpPr>
        <p:spPr/>
        <p:txBody>
          <a:bodyPr/>
          <a:p>
            <a:fld id="{E1A3F581-550E-4FED-B9E2-789B93437110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4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7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4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9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4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0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0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0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0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1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1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1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2CC7AAB9-BB96-4A42-A5C6-94179BB3C8E4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2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DE4BDE94-E8B6-42ED-B78A-46242CCB745A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8A8C3509-32A7-4AF6-B5F5-700FD792F78C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D38ABCB2-6E8D-4C27-8086-A425977098F8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9DE00F61-6F40-4C27-A656-2999D2503664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35ED2A09-1738-4F1B-BF88-B30ACEF2F553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0CAF98BA-25FB-4AF9-B5CB-8629CEABFE6E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3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3C025C93-11D3-4488-A16A-7AF56A069ECE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E73EF7A3-19C4-4232-B153-AFC89C4C172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4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B636108A-0267-4813-A7FB-8571D5EB6EDA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5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61FDEEC0-66E1-485B-89B4-14EFAFCFCF6B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5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5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5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5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5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71"/>
          </p:nvPr>
        </p:nvSpPr>
        <p:spPr/>
        <p:txBody>
          <a:bodyPr/>
          <a:p>
            <a:fld id="{AFAB4708-4C76-4051-9F54-DF6F8EBF843D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4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AD8827AF-8272-4847-A0CB-7C4FD46B4D89}" type="slidenum">
              <a:t>&lt;#&gt;</a:t>
            </a:fld>
          </a:p>
        </p:txBody>
      </p:sp>
    </p:spTree>
  </p:cSld>
</p:sldLayout>
</file>

<file path=ppt/slideLayouts/slideLayout4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6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4638CE87-6C49-44F5-8AD9-84566095DEF7}" type="slidenum">
              <a:t>&lt;#&gt;</a:t>
            </a:fld>
          </a:p>
        </p:txBody>
      </p:sp>
    </p:spTree>
  </p:cSld>
</p:sldLayout>
</file>

<file path=ppt/slideLayouts/slideLayout4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CA3E2896-D8F9-400D-A0AF-F35EBDAF4D51}" type="slidenum">
              <a:t>&lt;#&gt;</a:t>
            </a:fld>
          </a:p>
        </p:txBody>
      </p:sp>
    </p:spTree>
  </p:cSld>
</p:sldLayout>
</file>

<file path=ppt/slideLayouts/slideLayout4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6586A6D7-CE24-4257-BD4D-07549AD2C9AF}" type="slidenum">
              <a:t>&lt;#&gt;</a:t>
            </a:fld>
          </a:p>
        </p:txBody>
      </p:sp>
    </p:spTree>
  </p:cSld>
</p:sldLayout>
</file>

<file path=ppt/slideLayouts/slideLayout4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EA209F6C-615A-4A1C-8BC1-D3EC7D86761A}" type="slidenum">
              <a:t>&lt;#&gt;</a:t>
            </a:fld>
          </a:p>
        </p:txBody>
      </p:sp>
    </p:spTree>
  </p:cSld>
</p:sldLayout>
</file>

<file path=ppt/slideLayouts/slideLayout4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D156227C-2B06-439E-A925-C030838E0E02}" type="slidenum">
              <a:t>&lt;#&gt;</a:t>
            </a:fld>
          </a:p>
        </p:txBody>
      </p:sp>
    </p:spTree>
  </p:cSld>
</p:sldLayout>
</file>

<file path=ppt/slideLayouts/slideLayout4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333256EB-F8ED-4559-9A04-FE034433D955}" type="slidenum">
              <a:t>&lt;#&gt;</a:t>
            </a:fld>
          </a:p>
        </p:txBody>
      </p:sp>
    </p:spTree>
  </p:cSld>
</p:sldLayout>
</file>

<file path=ppt/slideLayouts/slideLayout4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8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280529C1-7A89-4A7C-8B60-926A69F27F92}" type="slidenum">
              <a:t>&lt;#&gt;</a:t>
            </a:fld>
          </a:p>
        </p:txBody>
      </p:sp>
    </p:spTree>
  </p:cSld>
</p:sldLayout>
</file>

<file path=ppt/slideLayouts/slideLayout4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26D529A2-E2A9-417F-A6A1-7CCB7C68E139}" type="slidenum">
              <a:t>&lt;#&gt;</a:t>
            </a:fld>
          </a:p>
        </p:txBody>
      </p:sp>
    </p:spTree>
  </p:cSld>
</p:sldLayout>
</file>

<file path=ppt/slideLayouts/slideLayout4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8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8CF4D0EA-1229-42C0-8236-DCE87A42C68F}" type="slidenum">
              <a:t>&lt;#&gt;</a:t>
            </a:fld>
          </a:p>
        </p:txBody>
      </p:sp>
    </p:spTree>
  </p:cSld>
</p:sldLayout>
</file>

<file path=ppt/slideLayouts/slideLayout4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9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4D2E2F46-43D1-4EEB-B350-77FC8111F2ED}" type="slidenum">
              <a:t>&lt;#&gt;</a:t>
            </a:fld>
          </a:p>
        </p:txBody>
      </p:sp>
    </p:spTree>
  </p:cSld>
</p:sldLayout>
</file>

<file path=ppt/slideLayouts/slideLayout4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9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9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9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9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9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72"/>
          </p:nvPr>
        </p:nvSpPr>
        <p:spPr/>
        <p:txBody>
          <a:bodyPr/>
          <a:p>
            <a:fld id="{05A2097D-F570-4FE7-BB09-EB2B54D90C72}" type="slidenum">
              <a:t>&lt;#&gt;</a:t>
            </a:fld>
          </a:p>
        </p:txBody>
      </p:sp>
    </p:spTree>
  </p:cSld>
</p:sldLayout>
</file>

<file path=ppt/slideLayouts/slideLayout4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0E9DE4BF-D1FB-4198-BAC1-E91AAEB59E0A}" type="slidenum">
              <a:t>&lt;#&gt;</a:t>
            </a:fld>
          </a:p>
        </p:txBody>
      </p:sp>
    </p:spTree>
  </p:cSld>
</p:sldLayout>
</file>

<file path=ppt/slideLayouts/slideLayout4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0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D0A9ABBF-16A0-4D10-8236-7CCDE4E90191}" type="slidenum">
              <a:t>&lt;#&gt;</a:t>
            </a:fld>
          </a:p>
        </p:txBody>
      </p:sp>
    </p:spTree>
  </p:cSld>
</p:sldLayout>
</file>

<file path=ppt/slideLayouts/slideLayout4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42807EC0-EBB8-402B-BA7F-0176C4940335}" type="slidenum">
              <a:t>&lt;#&gt;</a:t>
            </a:fld>
          </a:p>
        </p:txBody>
      </p:sp>
    </p:spTree>
  </p:cSld>
</p:sldLayout>
</file>

<file path=ppt/slideLayouts/slideLayout4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E1D48F09-2D62-446C-90FD-F09BDD51DF80}" type="slidenum">
              <a:t>&lt;#&gt;</a:t>
            </a:fld>
          </a:p>
        </p:txBody>
      </p:sp>
    </p:spTree>
  </p:cSld>
</p:sldLayout>
</file>

<file path=ppt/slideLayouts/slideLayout4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425A51CD-8650-4328-9655-BF75D583D82F}" type="slidenum">
              <a:t>&lt;#&gt;</a:t>
            </a:fld>
          </a:p>
        </p:txBody>
      </p:sp>
    </p:spTree>
  </p:cSld>
</p:sldLayout>
</file>

<file path=ppt/slideLayouts/slideLayout4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5D3D04F6-FE50-4FD4-928B-413345BE7E44}" type="slidenum">
              <a:t>&lt;#&gt;</a:t>
            </a:fld>
          </a:p>
        </p:txBody>
      </p:sp>
    </p:spTree>
  </p:cSld>
</p:sldLayout>
</file>

<file path=ppt/slideLayouts/slideLayout4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1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96D3A4DB-0E31-4328-8C08-2FF0CF1081C2}" type="slidenum">
              <a:t>&lt;#&gt;</a:t>
            </a:fld>
          </a:p>
        </p:txBody>
      </p:sp>
    </p:spTree>
  </p:cSld>
</p:sldLayout>
</file>

<file path=ppt/slideLayouts/slideLayout4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2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E31CDA1D-595B-46F1-A75A-BD21E124A886}" type="slidenum">
              <a:t>&lt;#&gt;</a:t>
            </a:fld>
          </a:p>
        </p:txBody>
      </p:sp>
    </p:spTree>
  </p:cSld>
</p:sldLayout>
</file>

<file path=ppt/slideLayouts/slideLayout4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E6F136B8-EF44-4ED5-90A5-41463B3698ED}" type="slidenum">
              <a:t>&lt;#&gt;</a:t>
            </a:fld>
          </a:p>
        </p:txBody>
      </p:sp>
    </p:spTree>
  </p:cSld>
</p:sldLayout>
</file>

<file path=ppt/slideLayouts/slideLayout4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2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2B14CF37-890E-4646-868A-C2F854E34AAB}" type="slidenum">
              <a:t>&lt;#&gt;</a:t>
            </a:fld>
          </a:p>
        </p:txBody>
      </p:sp>
    </p:spTree>
  </p:cSld>
</p:sldLayout>
</file>

<file path=ppt/slideLayouts/slideLayout4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3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53E6549F-8F81-4C86-88CE-C1B588A73491}" type="slidenum">
              <a:t>&lt;#&gt;</a:t>
            </a:fld>
          </a:p>
        </p:txBody>
      </p:sp>
    </p:spTree>
  </p:cSld>
</p:sldLayout>
</file>

<file path=ppt/slideLayouts/slideLayout4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3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3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3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4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4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73"/>
          </p:nvPr>
        </p:nvSpPr>
        <p:spPr/>
        <p:txBody>
          <a:bodyPr/>
          <a:p>
            <a:fld id="{82FF0638-8D6B-4BDE-8E71-3C0D47212767}" type="slidenum">
              <a:t>&lt;#&gt;</a:t>
            </a:fld>
          </a:p>
        </p:txBody>
      </p:sp>
    </p:spTree>
  </p:cSld>
</p:sldLayout>
</file>

<file path=ppt/slideLayouts/slideLayout4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31900B5B-7D5F-4064-B5D8-26234247B281}" type="slidenum">
              <a:t>&lt;#&gt;</a:t>
            </a:fld>
          </a:p>
        </p:txBody>
      </p:sp>
    </p:spTree>
  </p:cSld>
</p:sldLayout>
</file>

<file path=ppt/slideLayouts/slideLayout4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4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C7847A74-807B-4F4D-810A-019BA8BD1E6B}" type="slidenum">
              <a:t>&lt;#&gt;</a:t>
            </a:fld>
          </a:p>
        </p:txBody>
      </p:sp>
    </p:spTree>
  </p:cSld>
</p:sldLayout>
</file>

<file path=ppt/slideLayouts/slideLayout4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A4B53A74-72EE-4052-A7F8-1FBC7E93C6FB}" type="slidenum">
              <a:t>&lt;#&gt;</a:t>
            </a:fld>
          </a:p>
        </p:txBody>
      </p:sp>
    </p:spTree>
  </p:cSld>
</p:sldLayout>
</file>

<file path=ppt/slideLayouts/slideLayout4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5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CD53AE7F-2ECA-4009-8CEF-7C434AF6A021}" type="slidenum">
              <a:t>&lt;#&gt;</a:t>
            </a:fld>
          </a:p>
        </p:txBody>
      </p:sp>
    </p:spTree>
  </p:cSld>
</p:sldLayout>
</file>

<file path=ppt/slideLayouts/slideLayout4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9DA9372F-3DFE-49AC-8B58-AF250C0CB619}" type="slidenum">
              <a:t>&lt;#&gt;</a:t>
            </a:fld>
          </a:p>
        </p:txBody>
      </p:sp>
    </p:spTree>
  </p:cSld>
</p:sldLayout>
</file>

<file path=ppt/slideLayouts/slideLayout4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16025D67-BDF7-4386-9D7E-891A584DF542}" type="slidenum">
              <a:t>&lt;#&gt;</a:t>
            </a:fld>
          </a:p>
        </p:txBody>
      </p:sp>
    </p:spTree>
  </p:cSld>
</p:sldLayout>
</file>

<file path=ppt/slideLayouts/slideLayout4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6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60B5FAB1-71BE-4E5F-A675-D831BA04726E}" type="slidenum">
              <a:t>&lt;#&gt;</a:t>
            </a:fld>
          </a:p>
        </p:txBody>
      </p:sp>
    </p:spTree>
  </p:cSld>
</p:sldLayout>
</file>

<file path=ppt/slideLayouts/slideLayout4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6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1B5551B1-EE18-42FF-B1AD-A9F00CF61105}" type="slidenum">
              <a:t>&lt;#&gt;</a:t>
            </a:fld>
          </a:p>
        </p:txBody>
      </p:sp>
    </p:spTree>
  </p:cSld>
</p:sldLayout>
</file>

<file path=ppt/slideLayouts/slideLayout4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6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EAE3FDCD-726F-48CC-9C7B-44ABCC2C1788}" type="slidenum">
              <a:t>&lt;#&gt;</a:t>
            </a:fld>
          </a:p>
        </p:txBody>
      </p:sp>
    </p:spTree>
  </p:cSld>
</p:sldLayout>
</file>

<file path=ppt/slideLayouts/slideLayout4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7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49092727-D03C-40CD-BE06-B0135666FCF7}" type="slidenum">
              <a:t>&lt;#&gt;</a:t>
            </a:fld>
          </a:p>
        </p:txBody>
      </p:sp>
    </p:spTree>
  </p:cSld>
</p:sldLayout>
</file>

<file path=ppt/slideLayouts/slideLayout4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7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7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D6302539-D7BD-4122-A1D8-8DBF112FE0A0}" type="slidenum">
              <a:t>&lt;#&gt;</a:t>
            </a:fld>
          </a:p>
        </p:txBody>
      </p:sp>
    </p:spTree>
  </p:cSld>
</p:sldLayout>
</file>

<file path=ppt/slideLayouts/slideLayout4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7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8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8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8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8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74"/>
          </p:nvPr>
        </p:nvSpPr>
        <p:spPr/>
        <p:txBody>
          <a:bodyPr/>
          <a:p>
            <a:fld id="{A24E69AA-14FE-4035-8AE2-294DBA0F70A6}" type="slidenum">
              <a:t>&lt;#&gt;</a:t>
            </a:fld>
          </a:p>
        </p:txBody>
      </p:sp>
    </p:spTree>
  </p:cSld>
</p:sldLayout>
</file>

<file path=ppt/slideLayouts/slideLayout4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3DBDD997-04B7-49B7-8BDC-DD8977D9E082}" type="slidenum">
              <a:t>&lt;#&gt;</a:t>
            </a:fld>
          </a:p>
        </p:txBody>
      </p:sp>
    </p:spTree>
  </p:cSld>
</p:sldLayout>
</file>

<file path=ppt/slideLayouts/slideLayout4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9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25983F3C-3EF0-4299-A1AC-76D60202DD75}" type="slidenum">
              <a:t>&lt;#&gt;</a:t>
            </a:fld>
          </a:p>
        </p:txBody>
      </p:sp>
    </p:spTree>
  </p:cSld>
</p:sldLayout>
</file>

<file path=ppt/slideLayouts/slideLayout4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E659BA8B-2BD1-4AC9-AD01-3CDB104C00A1}" type="slidenum">
              <a:t>&lt;#&gt;</a:t>
            </a:fld>
          </a:p>
        </p:txBody>
      </p:sp>
    </p:spTree>
  </p:cSld>
</p:sldLayout>
</file>

<file path=ppt/slideLayouts/slideLayout4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112AE948-8CFC-4FB8-B61B-5DF3E4BEA522}" type="slidenum">
              <a:t>&lt;#&gt;</a:t>
            </a:fld>
          </a:p>
        </p:txBody>
      </p:sp>
    </p:spTree>
  </p:cSld>
</p:sldLayout>
</file>

<file path=ppt/slideLayouts/slideLayout4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48422E7E-B73E-4DED-9047-EC2056670798}" type="slidenum">
              <a:t>&lt;#&gt;</a:t>
            </a:fld>
          </a:p>
        </p:txBody>
      </p:sp>
    </p:spTree>
  </p:cSld>
</p:sldLayout>
</file>

<file path=ppt/slideLayouts/slideLayout4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032B44CE-448E-4D37-AF9F-A1B42AD7DAAA}" type="slidenum">
              <a:t>&lt;#&gt;</a:t>
            </a:fld>
          </a:p>
        </p:txBody>
      </p:sp>
    </p:spTree>
  </p:cSld>
</p:sldLayout>
</file>

<file path=ppt/slideLayouts/slideLayout4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0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79B18446-E269-4C80-AD52-C0FF4CC5F296}" type="slidenum">
              <a:t>&lt;#&gt;</a:t>
            </a:fld>
          </a:p>
        </p:txBody>
      </p:sp>
    </p:spTree>
  </p:cSld>
</p:sldLayout>
</file>

<file path=ppt/slideLayouts/slideLayout4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0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16148998-0536-49C8-BC0B-7942CEA1BAC5}" type="slidenum">
              <a:t>&lt;#&gt;</a:t>
            </a:fld>
          </a:p>
        </p:txBody>
      </p:sp>
    </p:spTree>
  </p:cSld>
</p:sldLayout>
</file>

<file path=ppt/slideLayouts/slideLayout4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F9142A6D-838D-4F75-A0D5-EBFFF03255FA}" type="slidenum">
              <a:t>&lt;#&gt;</a:t>
            </a:fld>
          </a:p>
        </p:txBody>
      </p:sp>
    </p:spTree>
  </p:cSld>
</p:sldLayout>
</file>

<file path=ppt/slideLayouts/slideLayout4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1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D5720ADE-D733-4BCC-8797-50E80D14ECE9}" type="slidenum">
              <a:t>&lt;#&gt;</a:t>
            </a:fld>
          </a:p>
        </p:txBody>
      </p:sp>
    </p:spTree>
  </p:cSld>
</p:sldLayout>
</file>

<file path=ppt/slideLayouts/slideLayout4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1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1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FDD7D389-BB88-4433-A499-FD3AEC7D4AC4}" type="slidenum">
              <a:t>&lt;#&gt;</a:t>
            </a:fld>
          </a:p>
        </p:txBody>
      </p:sp>
    </p:spTree>
  </p:cSld>
</p:sldLayout>
</file>

<file path=ppt/slideLayouts/slideLayout4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2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2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2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2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2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76"/>
          </p:nvPr>
        </p:nvSpPr>
        <p:spPr/>
        <p:txBody>
          <a:bodyPr/>
          <a:p>
            <a:fld id="{887329C4-30E1-4043-8A27-52DA41D70B77}" type="slidenum">
              <a:t>&lt;#&gt;</a:t>
            </a:fld>
          </a:p>
        </p:txBody>
      </p:sp>
    </p:spTree>
  </p:cSld>
</p:sldLayout>
</file>

<file path=ppt/slideLayouts/slideLayout4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22BFFAD5-93E6-441D-8653-45610143530E}" type="slidenum">
              <a:t>&lt;#&gt;</a:t>
            </a:fld>
          </a:p>
        </p:txBody>
      </p:sp>
    </p:spTree>
  </p:cSld>
</p:sldLayout>
</file>

<file path=ppt/slideLayouts/slideLayout4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3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FD6A55D2-CC5A-485B-BD21-53FDC07EB1FD}" type="slidenum">
              <a:t>&lt;#&gt;</a:t>
            </a:fld>
          </a:p>
        </p:txBody>
      </p:sp>
    </p:spTree>
  </p:cSld>
</p:sldLayout>
</file>

<file path=ppt/slideLayouts/slideLayout4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F1EB0C0E-E569-4DA7-A1B9-B04F3CFCB074}" type="slidenum">
              <a:t>&lt;#&gt;</a:t>
            </a:fld>
          </a:p>
        </p:txBody>
      </p:sp>
    </p:spTree>
  </p:cSld>
</p:sldLayout>
</file>

<file path=ppt/slideLayouts/slideLayout4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24E468AC-F53D-451D-A64C-9550F019D617}" type="slidenum">
              <a:t>&lt;#&gt;</a:t>
            </a:fld>
          </a:p>
        </p:txBody>
      </p:sp>
    </p:spTree>
  </p:cSld>
</p:sldLayout>
</file>

<file path=ppt/slideLayouts/slideLayout4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EFB6C4D2-BAFC-4834-ABD1-D09ACFFE417A}" type="slidenum">
              <a:t>&lt;#&gt;</a:t>
            </a:fld>
          </a:p>
        </p:txBody>
      </p:sp>
    </p:spTree>
  </p:cSld>
</p:sldLayout>
</file>

<file path=ppt/slideLayouts/slideLayout4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1FAAA8DD-5F71-4550-ADA5-9A942C59145D}" type="slidenum">
              <a:t>&lt;#&gt;</a:t>
            </a:fld>
          </a:p>
        </p:txBody>
      </p:sp>
    </p:spTree>
  </p:cSld>
</p:sldLayout>
</file>

<file path=ppt/slideLayouts/slideLayout4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4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75481385-F3DA-4085-BC89-499C13EE3C3C}" type="slidenum">
              <a:t>&lt;#&gt;</a:t>
            </a:fld>
          </a:p>
        </p:txBody>
      </p:sp>
    </p:spTree>
  </p:cSld>
</p:sldLayout>
</file>

<file path=ppt/slideLayouts/slideLayout4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4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E3008F8E-EB81-4FF7-A165-6C0252ABB36B}" type="slidenum">
              <a:t>&lt;#&gt;</a:t>
            </a:fld>
          </a:p>
        </p:txBody>
      </p:sp>
    </p:spTree>
  </p:cSld>
</p:sldLayout>
</file>

<file path=ppt/slideLayouts/slideLayout4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5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21E638C0-1439-4833-B1BC-45FCB5FAFC38}" type="slidenum">
              <a:t>&lt;#&gt;</a:t>
            </a:fld>
          </a:p>
        </p:txBody>
      </p:sp>
    </p:spTree>
  </p:cSld>
</p:sldLayout>
</file>

<file path=ppt/slideLayouts/slideLayout4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5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30020F0A-5CA8-48BA-9CFB-5AE789C78DAF}" type="slidenum">
              <a:t>&lt;#&gt;</a:t>
            </a:fld>
          </a:p>
        </p:txBody>
      </p:sp>
    </p:spTree>
  </p:cSld>
</p:sldLayout>
</file>

<file path=ppt/slideLayouts/slideLayout4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5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5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5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D8B34BEA-4271-4837-8213-F1A0D1EAF865}" type="slidenum">
              <a:t>&lt;#&gt;</a:t>
            </a:fld>
          </a:p>
        </p:txBody>
      </p:sp>
    </p:spTree>
  </p:cSld>
</p:sldLayout>
</file>

<file path=ppt/slideLayouts/slideLayout4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6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6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6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6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6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77"/>
          </p:nvPr>
        </p:nvSpPr>
        <p:spPr/>
        <p:txBody>
          <a:bodyPr/>
          <a:p>
            <a:fld id="{3475C83B-F537-4B1E-8B6E-5CC3869E991A}" type="slidenum">
              <a:t>&lt;#&gt;</a:t>
            </a:fld>
          </a:p>
        </p:txBody>
      </p:sp>
    </p:spTree>
  </p:cSld>
</p:sldLayout>
</file>

<file path=ppt/slideLayouts/slideLayout4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4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7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4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4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8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9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9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9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0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0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0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0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0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0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5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1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5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2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2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3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3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4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4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4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4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4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4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4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32496D59-EA7F-4748-891A-90A1E60D6913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5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21AEEC60-1EDE-4363-9EF6-424C95306DF9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E0536E40-5EE2-4738-BA5D-9635763170B2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53F8086A-2598-4FB1-92D4-C1001A21F8B2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327E44C1-CCC7-4CE4-B4FA-2E1E3DAC0644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96FBFE3C-F6AB-4D8B-AD70-7AA5E3BE65E1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F325C0E4-94F5-4696-AACD-D10F947FF388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7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544BC32F-A30B-45CD-9F3D-B163396FEAC2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7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BCE070C7-1037-48AE-9B49-2487BF2C15F6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8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6665FFDE-BD11-44A1-8008-A28A320AEF30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8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0568FEA5-9023-431E-B23C-E58873CB9A62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8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8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9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9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9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80"/>
          </p:nvPr>
        </p:nvSpPr>
        <p:spPr/>
        <p:txBody>
          <a:bodyPr/>
          <a:p>
            <a:fld id="{9454D23E-EB51-4A79-AD5C-5E47D23B06E4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5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0ABE7760-F676-4998-B2E0-991C6AFF89F3}" type="slidenum">
              <a:t>&lt;#&gt;</a:t>
            </a:fld>
          </a:p>
        </p:txBody>
      </p:sp>
    </p:spTree>
  </p:cSld>
</p:sldLayout>
</file>

<file path=ppt/slideLayouts/slideLayout5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89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78A8669F-7F35-4DEE-8B64-825980E05C65}" type="slidenum">
              <a:t>&lt;#&gt;</a:t>
            </a:fld>
          </a:p>
        </p:txBody>
      </p:sp>
    </p:spTree>
  </p:cSld>
</p:sldLayout>
</file>

<file path=ppt/slideLayouts/slideLayout5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876DA2F5-CE2E-4047-92B0-5104BFB7289A}" type="slidenum">
              <a:t>&lt;#&gt;</a:t>
            </a:fld>
          </a:p>
        </p:txBody>
      </p:sp>
    </p:spTree>
  </p:cSld>
</p:sldLayout>
</file>

<file path=ppt/slideLayouts/slideLayout5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88EA705C-5D7F-43B3-811A-B1EAAFFD9277}" type="slidenum">
              <a:t>&lt;#&gt;</a:t>
            </a:fld>
          </a:p>
        </p:txBody>
      </p:sp>
    </p:spTree>
  </p:cSld>
</p:sldLayout>
</file>

<file path=ppt/slideLayouts/slideLayout5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E1E517A9-E4A7-444F-A9F1-ECCA00ECA318}" type="slidenum">
              <a:t>&lt;#&gt;</a:t>
            </a:fld>
          </a:p>
        </p:txBody>
      </p:sp>
    </p:spTree>
  </p:cSld>
</p:sldLayout>
</file>

<file path=ppt/slideLayouts/slideLayout5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A93955CC-8CB0-4E20-8C95-FFFCD75CAC1F}" type="slidenum">
              <a:t>&lt;#&gt;</a:t>
            </a:fld>
          </a:p>
        </p:txBody>
      </p:sp>
    </p:spTree>
  </p:cSld>
</p:sldLayout>
</file>

<file path=ppt/slideLayouts/slideLayout5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0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1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463441A3-587E-4858-B0E4-E6A295F0766E}" type="slidenum">
              <a:t>&lt;#&gt;</a:t>
            </a:fld>
          </a:p>
        </p:txBody>
      </p:sp>
    </p:spTree>
  </p:cSld>
</p:sldLayout>
</file>

<file path=ppt/slideLayouts/slideLayout5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1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B5588857-24E4-475B-842F-0A35E717927D}" type="slidenum">
              <a:t>&lt;#&gt;</a:t>
            </a:fld>
          </a:p>
        </p:txBody>
      </p:sp>
    </p:spTree>
  </p:cSld>
</p:sldLayout>
</file>

<file path=ppt/slideLayouts/slideLayout5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1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61B610D1-7FFE-4577-B2A8-51E546DCAE7C}" type="slidenum">
              <a:t>&lt;#&gt;</a:t>
            </a:fld>
          </a:p>
        </p:txBody>
      </p:sp>
    </p:spTree>
  </p:cSld>
</p:sldLayout>
</file>

<file path=ppt/slideLayouts/slideLayout5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2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C402E689-1DF1-4388-BC27-4A1450EF392B}" type="slidenum">
              <a:t>&lt;#&gt;</a:t>
            </a:fld>
          </a:p>
        </p:txBody>
      </p:sp>
    </p:spTree>
  </p:cSld>
</p:sldLayout>
</file>

<file path=ppt/slideLayouts/slideLayout5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2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2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96917B92-AD56-4BD1-9F0A-5AC99F1FDC55}" type="slidenum">
              <a:t>&lt;#&gt;</a:t>
            </a:fld>
          </a:p>
        </p:txBody>
      </p:sp>
    </p:spTree>
  </p:cSld>
</p:sldLayout>
</file>

<file path=ppt/slideLayouts/slideLayout5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2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3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3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3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3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81"/>
          </p:nvPr>
        </p:nvSpPr>
        <p:spPr/>
        <p:txBody>
          <a:bodyPr/>
          <a:p>
            <a:fld id="{7C572B2C-8ED4-4D6F-88ED-7D0ECB31FF50}" type="slidenum">
              <a:t>&lt;#&gt;</a:t>
            </a:fld>
          </a:p>
        </p:txBody>
      </p:sp>
    </p:spTree>
  </p:cSld>
</p:sldLayout>
</file>

<file path=ppt/slideLayouts/slideLayout5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48C65A8B-3F52-4256-B44A-D5BA3962CFD3}" type="slidenum">
              <a:t>&lt;#&gt;</a:t>
            </a:fld>
          </a:p>
        </p:txBody>
      </p:sp>
    </p:spTree>
  </p:cSld>
</p:sldLayout>
</file>

<file path=ppt/slideLayouts/slideLayout5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4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D428939D-7073-4441-95D7-4D3007B7C078}" type="slidenum">
              <a:t>&lt;#&gt;</a:t>
            </a:fld>
          </a:p>
        </p:txBody>
      </p:sp>
    </p:spTree>
  </p:cSld>
</p:sldLayout>
</file>

<file path=ppt/slideLayouts/slideLayout5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7F3C532F-0B77-4E67-8CD9-2BBF5DB8262F}" type="slidenum">
              <a:t>&lt;#&gt;</a:t>
            </a:fld>
          </a:p>
        </p:txBody>
      </p:sp>
    </p:spTree>
  </p:cSld>
</p:sldLayout>
</file>

<file path=ppt/slideLayouts/slideLayout5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ABEE595D-0C0B-415F-8DE5-23E39D7D6A86}" type="slidenum">
              <a:t>&lt;#&gt;</a:t>
            </a:fld>
          </a:p>
        </p:txBody>
      </p:sp>
    </p:spTree>
  </p:cSld>
</p:sldLayout>
</file>

<file path=ppt/slideLayouts/slideLayout5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1AD028A8-E3C6-43ED-B7BC-EE81F3FE8BED}" type="slidenum">
              <a:t>&lt;#&gt;</a:t>
            </a:fld>
          </a:p>
        </p:txBody>
      </p:sp>
    </p:spTree>
  </p:cSld>
</p:sldLayout>
</file>

<file path=ppt/slideLayouts/slideLayout5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27062DC2-D3CD-42B1-B75A-6BA92D6447AA}" type="slidenum">
              <a:t>&lt;#&gt;</a:t>
            </a:fld>
          </a:p>
        </p:txBody>
      </p:sp>
    </p:spTree>
  </p:cSld>
</p:sldLayout>
</file>

<file path=ppt/slideLayouts/slideLayout5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5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76E03EB6-6184-4D9B-AE68-1E63F2E5BAE9}" type="slidenum">
              <a:t>&lt;#&gt;</a:t>
            </a:fld>
          </a:p>
        </p:txBody>
      </p:sp>
    </p:spTree>
  </p:cSld>
</p:sldLayout>
</file>

<file path=ppt/slideLayouts/slideLayout5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5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5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1DDFE84A-A748-4D81-BE3E-931234DE954E}" type="slidenum">
              <a:t>&lt;#&gt;</a:t>
            </a:fld>
          </a:p>
        </p:txBody>
      </p:sp>
    </p:spTree>
  </p:cSld>
</p:sldLayout>
</file>

<file path=ppt/slideLayouts/slideLayout5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5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79FEB1A7-B4C2-4F56-8B37-EF1022501E7A}" type="slidenum">
              <a:t>&lt;#&gt;</a:t>
            </a:fld>
          </a:p>
        </p:txBody>
      </p:sp>
    </p:spTree>
  </p:cSld>
</p:sldLayout>
</file>

<file path=ppt/slideLayouts/slideLayout5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6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436164B6-556F-415C-AB14-6AAD5FCA8FCB}" type="slidenum">
              <a:t>&lt;#&gt;</a:t>
            </a:fld>
          </a:p>
        </p:txBody>
      </p:sp>
    </p:spTree>
  </p:cSld>
</p:sldLayout>
</file>

<file path=ppt/slideLayouts/slideLayout5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6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9F29814D-9B7E-4DD6-8B23-BC333B838956}" type="slidenum">
              <a:t>&lt;#&gt;</a:t>
            </a:fld>
          </a:p>
        </p:txBody>
      </p:sp>
    </p:spTree>
  </p:cSld>
</p:sldLayout>
</file>

<file path=ppt/slideLayouts/slideLayout5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7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7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7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7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7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82"/>
          </p:nvPr>
        </p:nvSpPr>
        <p:spPr/>
        <p:txBody>
          <a:bodyPr/>
          <a:p>
            <a:fld id="{B20C9D1E-A7DF-4A8A-8257-221E8F25A62B}" type="slidenum">
              <a:t>&lt;#&gt;</a:t>
            </a:fld>
          </a:p>
        </p:txBody>
      </p:sp>
    </p:spTree>
  </p:cSld>
</p:sldLayout>
</file>

<file path=ppt/slideLayouts/slideLayout5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258173D0-E3ED-45DB-88BD-90C417622DD7}" type="slidenum">
              <a:t>&lt;#&gt;</a:t>
            </a:fld>
          </a:p>
        </p:txBody>
      </p:sp>
    </p:spTree>
  </p:cSld>
</p:sldLayout>
</file>

<file path=ppt/slideLayouts/slideLayout5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8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C1E92152-0D4A-4355-ABFB-E9F7238A465B}" type="slidenum">
              <a:t>&lt;#&gt;</a:t>
            </a:fld>
          </a:p>
        </p:txBody>
      </p:sp>
    </p:spTree>
  </p:cSld>
</p:sldLayout>
</file>

<file path=ppt/slideLayouts/slideLayout5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1B0FF556-6A45-4C77-944B-1A92053352EF}" type="slidenum">
              <a:t>&lt;#&gt;</a:t>
            </a:fld>
          </a:p>
        </p:txBody>
      </p:sp>
    </p:spTree>
  </p:cSld>
</p:sldLayout>
</file>

<file path=ppt/slideLayouts/slideLayout5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01BBB4CC-4AE1-4983-8A2B-C5D84F760F05}" type="slidenum">
              <a:t>&lt;#&gt;</a:t>
            </a:fld>
          </a:p>
        </p:txBody>
      </p:sp>
    </p:spTree>
  </p:cSld>
</p:sldLayout>
</file>

<file path=ppt/slideLayouts/slideLayout5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7F9069B8-37A4-41D6-9C19-2F3E379FB95F}" type="slidenum">
              <a:t>&lt;#&gt;</a:t>
            </a:fld>
          </a:p>
        </p:txBody>
      </p:sp>
    </p:spTree>
  </p:cSld>
</p:sldLayout>
</file>

<file path=ppt/slideLayouts/slideLayout5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174F7D9D-A8D5-457B-A592-4C1B2F85471B}" type="slidenum">
              <a:t>&lt;#&gt;</a:t>
            </a:fld>
          </a:p>
        </p:txBody>
      </p:sp>
    </p:spTree>
  </p:cSld>
</p:sldLayout>
</file>

<file path=ppt/slideLayouts/slideLayout5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9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7E19F088-8191-4B9A-9C67-EF58FF5F257A}" type="slidenum">
              <a:t>&lt;#&gt;</a:t>
            </a:fld>
          </a:p>
        </p:txBody>
      </p:sp>
    </p:spTree>
  </p:cSld>
</p:sldLayout>
</file>

<file path=ppt/slideLayouts/slideLayout5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9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C76FFB32-561E-4F4B-BD18-EF7646057783}" type="slidenum">
              <a:t>&lt;#&gt;</a:t>
            </a:fld>
          </a:p>
        </p:txBody>
      </p:sp>
    </p:spTree>
  </p:cSld>
</p:sldLayout>
</file>

<file path=ppt/slideLayouts/slideLayout5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9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0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4B2BDA08-450B-4597-B1A4-0D11A06E6158}" type="slidenum">
              <a:t>&lt;#&gt;</a:t>
            </a:fld>
          </a:p>
        </p:txBody>
      </p:sp>
    </p:spTree>
  </p:cSld>
</p:sldLayout>
</file>

<file path=ppt/slideLayouts/slideLayout5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0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0C156547-DB42-4E2A-BDEC-1A2760B7B5AE}" type="slidenum">
              <a:t>&lt;#&gt;</a:t>
            </a:fld>
          </a:p>
        </p:txBody>
      </p:sp>
    </p:spTree>
  </p:cSld>
</p:sldLayout>
</file>

<file path=ppt/slideLayouts/slideLayout5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0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F149E352-9AC6-4249-9AFF-88097D519FFA}" type="slidenum">
              <a:t>&lt;#&gt;</a:t>
            </a:fld>
          </a:p>
        </p:txBody>
      </p:sp>
    </p:spTree>
  </p:cSld>
</p:sldLayout>
</file>

<file path=ppt/slideLayouts/slideLayout5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1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1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1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1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1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83"/>
          </p:nvPr>
        </p:nvSpPr>
        <p:spPr/>
        <p:txBody>
          <a:bodyPr/>
          <a:p>
            <a:fld id="{5D49C3C5-EBED-4E78-828F-BF52416B14A9}" type="slidenum">
              <a:t>&lt;#&gt;</a:t>
            </a:fld>
          </a:p>
        </p:txBody>
      </p:sp>
    </p:spTree>
  </p:cSld>
</p:sldLayout>
</file>

<file path=ppt/slideLayouts/slideLayout5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3AF55AC1-653B-4B1B-97DB-1B472C6F90C1}" type="slidenum">
              <a:t>&lt;#&gt;</a:t>
            </a:fld>
          </a:p>
        </p:txBody>
      </p:sp>
    </p:spTree>
  </p:cSld>
</p:sldLayout>
</file>

<file path=ppt/slideLayouts/slideLayout5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2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A62939A2-F807-455E-8C7F-EFD78C926461}" type="slidenum">
              <a:t>&lt;#&gt;</a:t>
            </a:fld>
          </a:p>
        </p:txBody>
      </p:sp>
    </p:spTree>
  </p:cSld>
</p:sldLayout>
</file>

<file path=ppt/slideLayouts/slideLayout5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FA9A3DA2-471C-47E2-A0AF-42CF971EA341}" type="slidenum">
              <a:t>&lt;#&gt;</a:t>
            </a:fld>
          </a:p>
        </p:txBody>
      </p:sp>
    </p:spTree>
  </p:cSld>
</p:sldLayout>
</file>

<file path=ppt/slideLayouts/slideLayout5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42A9051E-D929-470D-8007-9CE2D3069ABA}" type="slidenum">
              <a:t>&lt;#&gt;</a:t>
            </a:fld>
          </a:p>
        </p:txBody>
      </p:sp>
    </p:spTree>
  </p:cSld>
</p:sldLayout>
</file>

<file path=ppt/slideLayouts/slideLayout5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62898671-8199-47B8-A528-594092207C9C}" type="slidenum">
              <a:t>&lt;#&gt;</a:t>
            </a:fld>
          </a:p>
        </p:txBody>
      </p:sp>
    </p:spTree>
  </p:cSld>
</p:sldLayout>
</file>

<file path=ppt/slideLayouts/slideLayout5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8007936A-EB23-4804-A918-4409D055B854}" type="slidenum">
              <a:t>&lt;#&gt;</a:t>
            </a:fld>
          </a:p>
        </p:txBody>
      </p:sp>
    </p:spTree>
  </p:cSld>
</p:sldLayout>
</file>

<file path=ppt/slideLayouts/slideLayout5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E72A4CED-3E86-4AFC-BC6B-6C7BDDE42381}" type="slidenum">
              <a:t>&lt;#&gt;</a:t>
            </a:fld>
          </a:p>
        </p:txBody>
      </p:sp>
    </p:spTree>
  </p:cSld>
</p:sldLayout>
</file>

<file path=ppt/slideLayouts/slideLayout5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3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D4BF654E-4659-4398-8221-2260ED06EA3E}" type="slidenum">
              <a:t>&lt;#&gt;</a:t>
            </a:fld>
          </a:p>
        </p:txBody>
      </p:sp>
    </p:spTree>
  </p:cSld>
</p:sldLayout>
</file>

<file path=ppt/slideLayouts/slideLayout5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280CBFB8-C03B-48E8-B612-A377D704D8B9}" type="slidenum">
              <a:t>&lt;#&gt;</a:t>
            </a:fld>
          </a:p>
        </p:txBody>
      </p:sp>
    </p:spTree>
  </p:cSld>
</p:sldLayout>
</file>

<file path=ppt/slideLayouts/slideLayout5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4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26A5E4D1-53A4-442D-8B9A-2B7A875D341E}" type="slidenum">
              <a:t>&lt;#&gt;</a:t>
            </a:fld>
          </a:p>
        </p:txBody>
      </p:sp>
    </p:spTree>
  </p:cSld>
</p:sldLayout>
</file>

<file path=ppt/slideLayouts/slideLayout5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5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92566A93-CF18-478D-AAAA-A159CC71213F}" type="slidenum">
              <a:t>&lt;#&gt;</a:t>
            </a:fld>
          </a:p>
        </p:txBody>
      </p:sp>
    </p:spTree>
  </p:cSld>
</p:sldLayout>
</file>

<file path=ppt/slideLayouts/slideLayout5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5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5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5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5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5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85"/>
          </p:nvPr>
        </p:nvSpPr>
        <p:spPr/>
        <p:txBody>
          <a:bodyPr/>
          <a:p>
            <a:fld id="{FB9941FA-1986-405F-B66D-D65B6A830AA5}" type="slidenum">
              <a:t>&lt;#&gt;</a:t>
            </a:fld>
          </a:p>
        </p:txBody>
      </p:sp>
    </p:spTree>
  </p:cSld>
</p:sldLayout>
</file>

<file path=ppt/slideLayouts/slideLayout5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A50578F9-BFBF-4E08-8529-F43BAC1B67F1}" type="slidenum">
              <a:t>&lt;#&gt;</a:t>
            </a:fld>
          </a:p>
        </p:txBody>
      </p:sp>
    </p:spTree>
  </p:cSld>
</p:sldLayout>
</file>

<file path=ppt/slideLayouts/slideLayout5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6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E7FB12BF-653D-4296-8A0A-D9BF5904ABCF}" type="slidenum">
              <a:t>&lt;#&gt;</a:t>
            </a:fld>
          </a:p>
        </p:txBody>
      </p:sp>
    </p:spTree>
  </p:cSld>
</p:sldLayout>
</file>

<file path=ppt/slideLayouts/slideLayout5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733B4D89-1713-493D-B71C-EC0DA554FF5B}" type="slidenum">
              <a:t>&lt;#&gt;</a:t>
            </a:fld>
          </a:p>
        </p:txBody>
      </p:sp>
    </p:spTree>
  </p:cSld>
</p:sldLayout>
</file>

<file path=ppt/slideLayouts/slideLayout5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7F96CF1D-D69D-4131-8E8A-8F278D8BA3E7}" type="slidenum">
              <a:t>&lt;#&gt;</a:t>
            </a:fld>
          </a:p>
        </p:txBody>
      </p:sp>
    </p:spTree>
  </p:cSld>
</p:sldLayout>
</file>

<file path=ppt/slideLayouts/slideLayout5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A84BF5E7-9577-41D9-A084-0E888E34130C}" type="slidenum">
              <a:t>&lt;#&gt;</a:t>
            </a:fld>
          </a:p>
        </p:txBody>
      </p:sp>
    </p:spTree>
  </p:cSld>
</p:sldLayout>
</file>

<file path=ppt/slideLayouts/slideLayout5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27374FFA-6AE3-4F93-880E-CB7EA5C69DD3}" type="slidenum">
              <a:t>&lt;#&gt;</a:t>
            </a:fld>
          </a:p>
        </p:txBody>
      </p:sp>
    </p:spTree>
  </p:cSld>
</p:sldLayout>
</file>

<file path=ppt/slideLayouts/slideLayout5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7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B3B8E141-5C4B-421B-AE3D-306DFFC90074}" type="slidenum">
              <a:t>&lt;#&gt;</a:t>
            </a:fld>
          </a:p>
        </p:txBody>
      </p:sp>
    </p:spTree>
  </p:cSld>
</p:sldLayout>
</file>

<file path=ppt/slideLayouts/slideLayout5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7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E50A1209-9D2E-4A4C-A170-7A4A8173BDA7}" type="slidenum">
              <a:t>&lt;#&gt;</a:t>
            </a:fld>
          </a:p>
        </p:txBody>
      </p:sp>
    </p:spTree>
  </p:cSld>
</p:sldLayout>
</file>

<file path=ppt/slideLayouts/slideLayout5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64C71FDB-B604-4FB5-8C98-64C15E436A17}" type="slidenum">
              <a:t>&lt;#&gt;</a:t>
            </a:fld>
          </a:p>
        </p:txBody>
      </p:sp>
    </p:spTree>
  </p:cSld>
</p:sldLayout>
</file>

<file path=ppt/slideLayouts/slideLayout5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8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A76CCF79-8BEE-4C0A-BF69-B41841F2F52C}" type="slidenum">
              <a:t>&lt;#&gt;</a:t>
            </a:fld>
          </a:p>
        </p:txBody>
      </p:sp>
    </p:spTree>
  </p:cSld>
</p:sldLayout>
</file>

<file path=ppt/slideLayouts/slideLayout5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8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7EE9556D-D4CF-4B28-BFDC-3EBC6F44546E}" type="slidenum">
              <a:t>&lt;#&gt;</a:t>
            </a:fld>
          </a:p>
        </p:txBody>
      </p:sp>
    </p:spTree>
  </p:cSld>
</p:sldLayout>
</file>

<file path=ppt/slideLayouts/slideLayout5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0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9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9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9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9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9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86"/>
          </p:nvPr>
        </p:nvSpPr>
        <p:spPr/>
        <p:txBody>
          <a:bodyPr/>
          <a:p>
            <a:fld id="{4D7AFF70-F90D-40B2-AB44-C55F8563B5F1}" type="slidenum">
              <a:t>&lt;#&gt;</a:t>
            </a:fld>
          </a:p>
        </p:txBody>
      </p:sp>
    </p:spTree>
  </p:cSld>
</p:sldLayout>
</file>

<file path=ppt/slideLayouts/slideLayout5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5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0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5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1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1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2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2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5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2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2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3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3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3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3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3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4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5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5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6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7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7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7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7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7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7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87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6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B9F44209-E184-412D-BAE7-719037A542CD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8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2661058D-1E1F-4C25-83A6-9D8800AFF150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2F95F53D-9A01-44AC-AEB6-4BDADBECDBF6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153D67E9-1515-4B34-84E8-9623C51C9CB2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9C0AC398-6286-4B37-AC2A-28C09759C978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B886E579-F08A-4D2B-A41F-B47800A1EB8E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9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2D083B84-5E4C-4413-8E9D-CA9C3A5AA19E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0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765FF436-9C7D-4991-A0A9-EA500A73930E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0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7A025217-1F30-442A-9B25-E729BF6BC18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0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F7777C2E-0F2F-419A-A09B-A82AEE6BD2D7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1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1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83BC549F-9F91-4B21-BF12-BE21CDCD31B6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1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1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1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2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2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8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90"/>
          </p:nvPr>
        </p:nvSpPr>
        <p:spPr/>
        <p:txBody>
          <a:bodyPr/>
          <a:p>
            <a:fld id="{D199B61F-C96C-4352-A3B9-5BAA2660F76D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8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6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6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2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6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3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4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4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4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5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5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5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5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5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5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6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6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61510C46-93DD-46B4-8755-ACBB548A8044}" type="slidenum">
              <a:t>&lt;#&gt;</a:t>
            </a:fld>
          </a:p>
        </p:txBody>
      </p:sp>
    </p:spTree>
  </p:cSld>
</p:sldLayout>
</file>

<file path=ppt/slideLayouts/slideLayout6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6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6C0F3AB2-C964-47D1-8A86-34FF958CB28F}" type="slidenum">
              <a:t>&lt;#&gt;</a:t>
            </a:fld>
          </a:p>
        </p:txBody>
      </p:sp>
    </p:spTree>
  </p:cSld>
</p:sldLayout>
</file>

<file path=ppt/slideLayouts/slideLayout6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8F68A21D-3B4C-4458-A4E7-BC7FF668E958}" type="slidenum">
              <a:t>&lt;#&gt;</a:t>
            </a:fld>
          </a:p>
        </p:txBody>
      </p:sp>
    </p:spTree>
  </p:cSld>
</p:sldLayout>
</file>

<file path=ppt/slideLayouts/slideLayout6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E487C37F-4CB8-4114-9489-B8EAEE14FB7A}" type="slidenum">
              <a:t>&lt;#&gt;</a:t>
            </a:fld>
          </a:p>
        </p:txBody>
      </p:sp>
    </p:spTree>
  </p:cSld>
</p:sldLayout>
</file>

<file path=ppt/slideLayouts/slideLayout6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C76527C0-36B0-4C2C-A17B-FDD5C300729C}" type="slidenum">
              <a:t>&lt;#&gt;</a:t>
            </a:fld>
          </a:p>
        </p:txBody>
      </p:sp>
    </p:spTree>
  </p:cSld>
</p:sldLayout>
</file>

<file path=ppt/slideLayouts/slideLayout6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287540A6-D603-4692-8A68-49DC581A2845}" type="slidenum">
              <a:t>&lt;#&gt;</a:t>
            </a:fld>
          </a:p>
        </p:txBody>
      </p:sp>
    </p:spTree>
  </p:cSld>
</p:sldLayout>
</file>

<file path=ppt/slideLayouts/slideLayout6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C2656874-0215-4263-A8CB-D47670AC7124}" type="slidenum">
              <a:t>&lt;#&gt;</a:t>
            </a:fld>
          </a:p>
        </p:txBody>
      </p:sp>
    </p:spTree>
  </p:cSld>
</p:sldLayout>
</file>

<file path=ppt/slideLayouts/slideLayout6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8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D26D7AA5-DB73-4E00-90A2-43AF21534686}" type="slidenum">
              <a:t>&lt;#&gt;</a:t>
            </a:fld>
          </a:p>
        </p:txBody>
      </p:sp>
    </p:spTree>
  </p:cSld>
</p:sldLayout>
</file>

<file path=ppt/slideLayouts/slideLayout6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8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D5DB7356-EF30-4D3A-B242-BDE2FB0139FD}" type="slidenum">
              <a:t>&lt;#&gt;</a:t>
            </a:fld>
          </a:p>
        </p:txBody>
      </p:sp>
    </p:spTree>
  </p:cSld>
</p:sldLayout>
</file>

<file path=ppt/slideLayouts/slideLayout6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9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77407004-A1F9-448B-B178-1FC44924CA00}" type="slidenum">
              <a:t>&lt;#&gt;</a:t>
            </a:fld>
          </a:p>
        </p:txBody>
      </p:sp>
    </p:spTree>
  </p:cSld>
</p:sldLayout>
</file>

<file path=ppt/slideLayouts/slideLayout6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9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9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0ADF8C13-B813-4FB5-AF77-C714CEB1B097}" type="slidenum">
              <a:t>&lt;#&gt;</a:t>
            </a:fld>
          </a:p>
        </p:txBody>
      </p:sp>
    </p:spTree>
  </p:cSld>
</p:sldLayout>
</file>

<file path=ppt/slideLayouts/slideLayout6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2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9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9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0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0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0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91"/>
          </p:nvPr>
        </p:nvSpPr>
        <p:spPr/>
        <p:txBody>
          <a:bodyPr/>
          <a:p>
            <a:fld id="{039DAB5B-A2CE-47C0-8849-047E75770B57}" type="slidenum">
              <a:t>&lt;#&gt;</a:t>
            </a:fld>
          </a:p>
        </p:txBody>
      </p:sp>
    </p:spTree>
  </p:cSld>
</p:sldLayout>
</file>

<file path=ppt/slideLayouts/slideLayout6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631D232B-0583-40B2-8382-F32130F88DBC}" type="slidenum">
              <a:t>&lt;#&gt;</a:t>
            </a:fld>
          </a:p>
        </p:txBody>
      </p:sp>
    </p:spTree>
  </p:cSld>
</p:sldLayout>
</file>

<file path=ppt/slideLayouts/slideLayout6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0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B38C37AC-90DA-4618-A1B4-62C3365DDDFE}" type="slidenum">
              <a:t>&lt;#&gt;</a:t>
            </a:fld>
          </a:p>
        </p:txBody>
      </p:sp>
    </p:spTree>
  </p:cSld>
</p:sldLayout>
</file>

<file path=ppt/slideLayouts/slideLayout6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B1FDA7E9-D5DA-4C7E-A0BF-DF290BC991FA}" type="slidenum">
              <a:t>&lt;#&gt;</a:t>
            </a:fld>
          </a:p>
        </p:txBody>
      </p:sp>
    </p:spTree>
  </p:cSld>
</p:sldLayout>
</file>

<file path=ppt/slideLayouts/slideLayout6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2ADFCD7B-16AA-4D28-B427-B9E569518F49}" type="slidenum">
              <a:t>&lt;#&gt;</a:t>
            </a:fld>
          </a:p>
        </p:txBody>
      </p:sp>
    </p:spTree>
  </p:cSld>
</p:sldLayout>
</file>

<file path=ppt/slideLayouts/slideLayout6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5A568F1F-7DB4-4B2B-96AB-092618045D75}" type="slidenum">
              <a:t>&lt;#&gt;</a:t>
            </a:fld>
          </a:p>
        </p:txBody>
      </p:sp>
    </p:spTree>
  </p:cSld>
</p:sldLayout>
</file>

<file path=ppt/slideLayouts/slideLayout6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D6573FC5-0C98-4A31-ACAD-56A126A0E2DF}" type="slidenum">
              <a:t>&lt;#&gt;</a:t>
            </a:fld>
          </a:p>
        </p:txBody>
      </p:sp>
    </p:spTree>
  </p:cSld>
</p:sldLayout>
</file>

<file path=ppt/slideLayouts/slideLayout6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A8A2FE9F-8046-4FA7-AB9B-A29D17F1BA1E}" type="slidenum">
              <a:t>&lt;#&gt;</a:t>
            </a:fld>
          </a:p>
        </p:txBody>
      </p:sp>
    </p:spTree>
  </p:cSld>
</p:sldLayout>
</file>

<file path=ppt/slideLayouts/slideLayout6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2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CB03E93D-E681-4CBE-9D12-8D80376D2307}" type="slidenum">
              <a:t>&lt;#&gt;</a:t>
            </a:fld>
          </a:p>
        </p:txBody>
      </p:sp>
    </p:spTree>
  </p:cSld>
</p:sldLayout>
</file>

<file path=ppt/slideLayouts/slideLayout6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2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55F1608B-F8E6-4692-BF9E-05BC0E2701BD}" type="slidenum">
              <a:t>&lt;#&gt;</a:t>
            </a:fld>
          </a:p>
        </p:txBody>
      </p:sp>
    </p:spTree>
  </p:cSld>
</p:sldLayout>
</file>

<file path=ppt/slideLayouts/slideLayout6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3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4BB600DF-98A4-418E-862B-5B10F55C5679}" type="slidenum">
              <a:t>&lt;#&gt;</a:t>
            </a:fld>
          </a:p>
        </p:txBody>
      </p:sp>
    </p:spTree>
  </p:cSld>
</p:sldLayout>
</file>

<file path=ppt/slideLayouts/slideLayout6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3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3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EE087096-C44A-49D9-B166-5D0F259ADB9D}" type="slidenum">
              <a:t>&lt;#&gt;</a:t>
            </a:fld>
          </a:p>
        </p:txBody>
      </p:sp>
    </p:spTree>
  </p:cSld>
</p:sldLayout>
</file>

<file path=ppt/slideLayouts/slideLayout6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3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4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4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4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4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92"/>
          </p:nvPr>
        </p:nvSpPr>
        <p:spPr/>
        <p:txBody>
          <a:bodyPr/>
          <a:p>
            <a:fld id="{46E7F957-1E03-40AC-AF3F-7FB48925BCB2}" type="slidenum">
              <a:t>&lt;#&gt;</a:t>
            </a:fld>
          </a:p>
        </p:txBody>
      </p:sp>
    </p:spTree>
  </p:cSld>
</p:sldLayout>
</file>

<file path=ppt/slideLayouts/slideLayout6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F7F34B28-599F-4208-BF64-F4BFA3049A36}" type="slidenum">
              <a:t>&lt;#&gt;</a:t>
            </a:fld>
          </a:p>
        </p:txBody>
      </p:sp>
    </p:spTree>
  </p:cSld>
</p:sldLayout>
</file>

<file path=ppt/slideLayouts/slideLayout6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5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A3C76A97-7C5A-473B-8A06-7BCBB9A47581}" type="slidenum">
              <a:t>&lt;#&gt;</a:t>
            </a:fld>
          </a:p>
        </p:txBody>
      </p:sp>
    </p:spTree>
  </p:cSld>
</p:sldLayout>
</file>

<file path=ppt/slideLayouts/slideLayout6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4296C700-D59B-47DB-A7CE-64EDF5599E60}" type="slidenum">
              <a:t>&lt;#&gt;</a:t>
            </a:fld>
          </a:p>
        </p:txBody>
      </p:sp>
    </p:spTree>
  </p:cSld>
</p:sldLayout>
</file>

<file path=ppt/slideLayouts/slideLayout6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7F310C4B-2BD2-47F4-A21A-29A94C224341}" type="slidenum">
              <a:t>&lt;#&gt;</a:t>
            </a:fld>
          </a:p>
        </p:txBody>
      </p:sp>
    </p:spTree>
  </p:cSld>
</p:sldLayout>
</file>

<file path=ppt/slideLayouts/slideLayout6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04BB0492-88C9-4E66-B8A8-7C42C0F28CF8}" type="slidenum">
              <a:t>&lt;#&gt;</a:t>
            </a:fld>
          </a:p>
        </p:txBody>
      </p:sp>
    </p:spTree>
  </p:cSld>
</p:sldLayout>
</file>

<file path=ppt/slideLayouts/slideLayout6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442EFE17-1570-49D8-B2AC-B5BA03F44284}" type="slidenum">
              <a:t>&lt;#&gt;</a:t>
            </a:fld>
          </a:p>
        </p:txBody>
      </p:sp>
    </p:spTree>
  </p:cSld>
</p:sldLayout>
</file>

<file path=ppt/slideLayouts/slideLayout6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1354DA22-E21C-482A-AEA8-7A94A4DC9DB3}" type="slidenum">
              <a:t>&lt;#&gt;</a:t>
            </a:fld>
          </a:p>
        </p:txBody>
      </p:sp>
    </p:spTree>
  </p:cSld>
</p:sldLayout>
</file>

<file path=ppt/slideLayouts/slideLayout6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6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DE04A1A4-FF92-4B76-86E0-D26C57CBDC31}" type="slidenum">
              <a:t>&lt;#&gt;</a:t>
            </a:fld>
          </a:p>
        </p:txBody>
      </p:sp>
    </p:spTree>
  </p:cSld>
</p:sldLayout>
</file>

<file path=ppt/slideLayouts/slideLayout6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7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78A8FAA1-214E-4C3D-B489-B5EC48ED7D6A}" type="slidenum">
              <a:t>&lt;#&gt;</a:t>
            </a:fld>
          </a:p>
        </p:txBody>
      </p:sp>
    </p:spTree>
  </p:cSld>
</p:sldLayout>
</file>

<file path=ppt/slideLayouts/slideLayout6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7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BF57809F-E0BA-4BC9-90CD-DBE8D54EE618}" type="slidenum">
              <a:t>&lt;#&gt;</a:t>
            </a:fld>
          </a:p>
        </p:txBody>
      </p:sp>
    </p:spTree>
  </p:cSld>
</p:sldLayout>
</file>

<file path=ppt/slideLayouts/slideLayout6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7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7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A4F1C414-DE59-4746-B152-1D3C4BF154F5}" type="slidenum">
              <a:t>&lt;#&gt;</a:t>
            </a:fld>
          </a:p>
        </p:txBody>
      </p:sp>
    </p:spTree>
  </p:cSld>
</p:sldLayout>
</file>

<file path=ppt/slideLayouts/slideLayout6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8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8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8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8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8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94"/>
          </p:nvPr>
        </p:nvSpPr>
        <p:spPr/>
        <p:txBody>
          <a:bodyPr/>
          <a:p>
            <a:fld id="{7713EA20-129D-49A0-9388-B059F5DE7591}" type="slidenum">
              <a:t>&lt;#&gt;</a:t>
            </a:fld>
          </a:p>
        </p:txBody>
      </p:sp>
    </p:spTree>
  </p:cSld>
</p:sldLayout>
</file>

<file path=ppt/slideLayouts/slideLayout6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6DC13823-2C80-4E3B-9FA4-A3156C90B833}" type="slidenum">
              <a:t>&lt;#&gt;</a:t>
            </a:fld>
          </a:p>
        </p:txBody>
      </p:sp>
    </p:spTree>
  </p:cSld>
</p:sldLayout>
</file>

<file path=ppt/slideLayouts/slideLayout6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9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6E169C4A-AF81-488E-8ACD-BA25D7BA0E81}" type="slidenum">
              <a:t>&lt;#&gt;</a:t>
            </a:fld>
          </a:p>
        </p:txBody>
      </p:sp>
    </p:spTree>
  </p:cSld>
</p:sldLayout>
</file>

<file path=ppt/slideLayouts/slideLayout6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2C5ADFCA-CC04-45DF-844E-A20FA98A1CAE}" type="slidenum">
              <a:t>&lt;#&gt;</a:t>
            </a:fld>
          </a:p>
        </p:txBody>
      </p:sp>
    </p:spTree>
  </p:cSld>
</p:sldLayout>
</file>

<file path=ppt/slideLayouts/slideLayout6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2C70ABB2-84A6-41F7-A5ED-9AEFE2482C83}" type="slidenum">
              <a:t>&lt;#&gt;</a:t>
            </a:fld>
          </a:p>
        </p:txBody>
      </p:sp>
    </p:spTree>
  </p:cSld>
</p:sldLayout>
</file>

<file path=ppt/slideLayouts/slideLayout6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F217AA96-00DD-4540-9E15-0BFAC128135E}" type="slidenum">
              <a:t>&lt;#&gt;</a:t>
            </a:fld>
          </a:p>
        </p:txBody>
      </p:sp>
    </p:spTree>
  </p:cSld>
</p:sldLayout>
</file>

<file path=ppt/slideLayouts/slideLayout6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7DDB80F1-E836-4968-824D-AB224607B606}" type="slidenum">
              <a:t>&lt;#&gt;</a:t>
            </a:fld>
          </a:p>
        </p:txBody>
      </p:sp>
    </p:spTree>
  </p:cSld>
</p:sldLayout>
</file>

<file path=ppt/slideLayouts/slideLayout6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3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0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709DD8F2-3E7C-428F-A6B2-CBB035B80F1C}" type="slidenum">
              <a:t>&lt;#&gt;</a:t>
            </a:fld>
          </a:p>
        </p:txBody>
      </p:sp>
    </p:spTree>
  </p:cSld>
</p:sldLayout>
</file>

<file path=ppt/slideLayouts/slideLayout6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0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3727086B-3072-4828-9AFE-F0C2B37D3A3D}" type="slidenum">
              <a:t>&lt;#&gt;</a:t>
            </a:fld>
          </a:p>
        </p:txBody>
      </p:sp>
    </p:spTree>
  </p:cSld>
</p:sldLayout>
</file>

<file path=ppt/slideLayouts/slideLayout6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0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AF76F854-8163-4781-8A9A-59D0653561E8}" type="slidenum">
              <a:t>&lt;#&gt;</a:t>
            </a:fld>
          </a:p>
        </p:txBody>
      </p:sp>
    </p:spTree>
  </p:cSld>
</p:sldLayout>
</file>

<file path=ppt/slideLayouts/slideLayout6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1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B7D30735-45DD-45B4-8AA8-DBBCA1B68A66}" type="slidenum">
              <a:t>&lt;#&gt;</a:t>
            </a:fld>
          </a:p>
        </p:txBody>
      </p:sp>
    </p:spTree>
  </p:cSld>
</p:sldLayout>
</file>

<file path=ppt/slideLayouts/slideLayout6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1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6B46BEB8-D3E7-4833-94CD-DD786D3E5BAE}" type="slidenum">
              <a:t>&lt;#&gt;</a:t>
            </a:fld>
          </a:p>
        </p:txBody>
      </p:sp>
    </p:spTree>
  </p:cSld>
</p:sldLayout>
</file>

<file path=ppt/slideLayouts/slideLayout6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2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2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2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2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2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95"/>
          </p:nvPr>
        </p:nvSpPr>
        <p:spPr/>
        <p:txBody>
          <a:bodyPr/>
          <a:p>
            <a:fld id="{1385D605-94CE-4819-9122-62F1F8719AAC}" type="slidenum">
              <a:t>&lt;#&gt;</a:t>
            </a:fld>
          </a:p>
        </p:txBody>
      </p:sp>
    </p:spTree>
  </p:cSld>
</p:sldLayout>
</file>

<file path=ppt/slideLayouts/slideLayout6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6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3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6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4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4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5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5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6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6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6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6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6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6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947CD567-988B-4550-B636-447569AA7765}" type="slidenum">
              <a:t>&lt;#&gt;</a:t>
            </a:fld>
          </a:p>
        </p:txBody>
      </p:sp>
    </p:spTree>
  </p:cSld>
</p:sldLayout>
</file>

<file path=ppt/slideLayouts/slideLayout6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7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D1DA2D43-5C95-4D58-BB5A-AEF2611525EC}" type="slidenum">
              <a:t>&lt;#&gt;</a:t>
            </a:fld>
          </a:p>
        </p:txBody>
      </p:sp>
    </p:spTree>
  </p:cSld>
</p:sldLayout>
</file>

<file path=ppt/slideLayouts/slideLayout6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B68A9865-24F1-47C8-A460-CE086C6E15B9}" type="slidenum">
              <a:t>&lt;#&gt;</a:t>
            </a:fld>
          </a:p>
        </p:txBody>
      </p:sp>
    </p:spTree>
  </p:cSld>
</p:sldLayout>
</file>

<file path=ppt/slideLayouts/slideLayout7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91E898B4-9FEC-4FE8-977F-5E23E7292003}" type="slidenum">
              <a:t>&lt;#&gt;</a:t>
            </a:fld>
          </a:p>
        </p:txBody>
      </p:sp>
    </p:spTree>
  </p:cSld>
</p:sldLayout>
</file>

<file path=ppt/slideLayouts/slideLayout7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691CE1D4-FA3F-4C09-8347-550253C03474}" type="slidenum">
              <a:t>&lt;#&gt;</a:t>
            </a:fld>
          </a:p>
        </p:txBody>
      </p:sp>
    </p:spTree>
  </p:cSld>
</p:sldLayout>
</file>

<file path=ppt/slideLayouts/slideLayout7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6B51AB31-5725-48DA-A464-CB5DD105A546}" type="slidenum">
              <a:t>&lt;#&gt;</a:t>
            </a:fld>
          </a:p>
        </p:txBody>
      </p:sp>
    </p:spTree>
  </p:cSld>
</p:sldLayout>
</file>

<file path=ppt/slideLayouts/slideLayout7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8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C30CA855-DDA9-45A5-AE59-94D99D490A04}" type="slidenum">
              <a:t>&lt;#&gt;</a:t>
            </a:fld>
          </a:p>
        </p:txBody>
      </p:sp>
    </p:spTree>
  </p:cSld>
</p:sldLayout>
</file>

<file path=ppt/slideLayouts/slideLayout7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8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FB6A756F-C3AB-4573-81FA-741A844A18E8}" type="slidenum">
              <a:t>&lt;#&gt;</a:t>
            </a:fld>
          </a:p>
        </p:txBody>
      </p:sp>
    </p:spTree>
  </p:cSld>
</p:sldLayout>
</file>

<file path=ppt/slideLayouts/slideLayout7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9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E880DE9B-53D4-46F2-8DA6-3A0FF17DBC10}" type="slidenum">
              <a:t>&lt;#&gt;</a:t>
            </a:fld>
          </a:p>
        </p:txBody>
      </p:sp>
    </p:spTree>
  </p:cSld>
</p:sldLayout>
</file>

<file path=ppt/slideLayouts/slideLayout7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9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4EF00EEB-FBFF-41E2-9510-116BD64A2C6F}" type="slidenum">
              <a:t>&lt;#&gt;</a:t>
            </a:fld>
          </a:p>
        </p:txBody>
      </p:sp>
    </p:spTree>
  </p:cSld>
</p:sldLayout>
</file>

<file path=ppt/slideLayouts/slideLayout7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4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9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F1BCE010-D7BF-4D1F-A369-192BE1569372}" type="slidenum">
              <a:t>&lt;#&gt;</a:t>
            </a:fld>
          </a:p>
        </p:txBody>
      </p:sp>
    </p:spTree>
  </p:cSld>
</p:sldLayout>
</file>

<file path=ppt/slideLayouts/slideLayout7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0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0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0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0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0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96"/>
          </p:nvPr>
        </p:nvSpPr>
        <p:spPr/>
        <p:txBody>
          <a:bodyPr/>
          <a:p>
            <a:fld id="{8D9CDA78-33F8-4D74-9BF8-61CF71782E86}" type="slidenum">
              <a:t>&lt;#&gt;</a:t>
            </a:fld>
          </a:p>
        </p:txBody>
      </p:sp>
    </p:spTree>
  </p:cSld>
</p:sldLayout>
</file>

<file path=ppt/slideLayouts/slideLayout7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11CDF8C2-510F-4E8D-80CD-024880D43745}" type="slidenum">
              <a:t>&lt;#&gt;</a:t>
            </a:fld>
          </a:p>
        </p:txBody>
      </p:sp>
    </p:spTree>
  </p:cSld>
</p:sldLayout>
</file>

<file path=ppt/slideLayouts/slideLayout7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1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74C68E51-83B3-46A6-873B-1505931A8697}" type="slidenum">
              <a:t>&lt;#&gt;</a:t>
            </a:fld>
          </a:p>
        </p:txBody>
      </p:sp>
    </p:spTree>
  </p:cSld>
</p:sldLayout>
</file>

<file path=ppt/slideLayouts/slideLayout7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D5E95209-232B-4ADB-AF1D-5D8AA1C71CEB}" type="slidenum">
              <a:t>&lt;#&gt;</a:t>
            </a:fld>
          </a:p>
        </p:txBody>
      </p:sp>
    </p:spTree>
  </p:cSld>
</p:sldLayout>
</file>

<file path=ppt/slideLayouts/slideLayout7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F43B62F8-A9FD-40E2-8089-7C3D9A6A12D4}" type="slidenum">
              <a:t>&lt;#&gt;</a:t>
            </a:fld>
          </a:p>
        </p:txBody>
      </p:sp>
    </p:spTree>
  </p:cSld>
</p:sldLayout>
</file>

<file path=ppt/slideLayouts/slideLayout7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BFB8A256-06EB-41B2-ACED-B62B3096246A}" type="slidenum">
              <a:t>&lt;#&gt;</a:t>
            </a:fld>
          </a:p>
        </p:txBody>
      </p:sp>
    </p:spTree>
  </p:cSld>
</p:sldLayout>
</file>

<file path=ppt/slideLayouts/slideLayout7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4EF3C695-6A49-4671-A7CF-9F6A0E9861AC}" type="slidenum">
              <a:t>&lt;#&gt;</a:t>
            </a:fld>
          </a:p>
        </p:txBody>
      </p:sp>
    </p:spTree>
  </p:cSld>
</p:sldLayout>
</file>

<file path=ppt/slideLayouts/slideLayout7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2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2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5F6533CC-4711-48A6-B9FB-CD839803F673}" type="slidenum">
              <a:t>&lt;#&gt;</a:t>
            </a:fld>
          </a:p>
        </p:txBody>
      </p:sp>
    </p:spTree>
  </p:cSld>
</p:sldLayout>
</file>

<file path=ppt/slideLayouts/slideLayout7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2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141B1238-936E-41AB-8349-005E0C62F0F0}" type="slidenum">
              <a:t>&lt;#&gt;</a:t>
            </a:fld>
          </a:p>
        </p:txBody>
      </p:sp>
    </p:spTree>
  </p:cSld>
</p:sldLayout>
</file>

<file path=ppt/slideLayouts/slideLayout7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C9B251D4-C41F-4D91-B09C-B70675C5C1A2}" type="slidenum">
              <a:t>&lt;#&gt;</a:t>
            </a:fld>
          </a:p>
        </p:txBody>
      </p:sp>
    </p:spTree>
  </p:cSld>
</p:sldLayout>
</file>

<file path=ppt/slideLayouts/slideLayout7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3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E3C1BD4F-5635-46C4-B74D-B5302E14AA2E}" type="slidenum">
              <a:t>&lt;#&gt;</a:t>
            </a:fld>
          </a:p>
        </p:txBody>
      </p:sp>
    </p:spTree>
  </p:cSld>
</p:sldLayout>
</file>

<file path=ppt/slideLayouts/slideLayout7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3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3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2FC711CB-3A22-4764-842F-A094D8F271F6}" type="slidenum">
              <a:t>&lt;#&gt;</a:t>
            </a:fld>
          </a:p>
        </p:txBody>
      </p:sp>
    </p:spTree>
  </p:cSld>
</p:sldLayout>
</file>

<file path=ppt/slideLayouts/slideLayout7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4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4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4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4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4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97"/>
          </p:nvPr>
        </p:nvSpPr>
        <p:spPr/>
        <p:txBody>
          <a:bodyPr/>
          <a:p>
            <a:fld id="{8FCBA770-5393-4904-AD71-3DC6B7AAF484}" type="slidenum">
              <a:t>&lt;#&gt;</a:t>
            </a:fld>
          </a:p>
        </p:txBody>
      </p:sp>
    </p:spTree>
  </p:cSld>
</p:sldLayout>
</file>

<file path=ppt/slideLayouts/slideLayout7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0DB39624-533F-4809-98F2-739E112FD8BC}" type="slidenum">
              <a:t>&lt;#&gt;</a:t>
            </a:fld>
          </a:p>
        </p:txBody>
      </p:sp>
    </p:spTree>
  </p:cSld>
</p:sldLayout>
</file>

<file path=ppt/slideLayouts/slideLayout7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5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35B061B7-3DB2-4702-972D-8407E1515F12}" type="slidenum">
              <a:t>&lt;#&gt;</a:t>
            </a:fld>
          </a:p>
        </p:txBody>
      </p:sp>
    </p:spTree>
  </p:cSld>
</p:sldLayout>
</file>

<file path=ppt/slideLayouts/slideLayout7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7FF1F250-5683-4B24-B024-7AEDE28E7925}" type="slidenum">
              <a:t>&lt;#&gt;</a:t>
            </a:fld>
          </a:p>
        </p:txBody>
      </p:sp>
    </p:spTree>
  </p:cSld>
</p:sldLayout>
</file>

<file path=ppt/slideLayouts/slideLayout7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40340AE4-E3DF-4416-AC31-3215CB9B0CC4}" type="slidenum">
              <a:t>&lt;#&gt;</a:t>
            </a:fld>
          </a:p>
        </p:txBody>
      </p:sp>
    </p:spTree>
  </p:cSld>
</p:sldLayout>
</file>

<file path=ppt/slideLayouts/slideLayout7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F9849A47-6266-4065-BC0D-EC694E8A3428}" type="slidenum">
              <a:t>&lt;#&gt;</a:t>
            </a:fld>
          </a:p>
        </p:txBody>
      </p:sp>
    </p:spTree>
  </p:cSld>
</p:sldLayout>
</file>

<file path=ppt/slideLayouts/slideLayout7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EC372AEE-60AA-4FB5-88AE-61E400AB4B70}" type="slidenum">
              <a:t>&lt;#&gt;</a:t>
            </a:fld>
          </a:p>
        </p:txBody>
      </p:sp>
    </p:spTree>
  </p:cSld>
</p:sldLayout>
</file>

<file path=ppt/slideLayouts/slideLayout7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0F9C8309-C517-4979-BB5A-096C965EC7A2}" type="slidenum">
              <a:t>&lt;#&gt;</a:t>
            </a:fld>
          </a:p>
        </p:txBody>
      </p:sp>
    </p:spTree>
  </p:cSld>
</p:sldLayout>
</file>

<file path=ppt/slideLayouts/slideLayout7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6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4DF1D34C-BCFC-42F5-B7F8-14A9B4C581EE}" type="slidenum">
              <a:t>&lt;#&gt;</a:t>
            </a:fld>
          </a:p>
        </p:txBody>
      </p:sp>
    </p:spTree>
  </p:cSld>
</p:sldLayout>
</file>

<file path=ppt/slideLayouts/slideLayout7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7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E0C3476D-DD11-4AB0-A7D4-4E6118F64E78}" type="slidenum">
              <a:t>&lt;#&gt;</a:t>
            </a:fld>
          </a:p>
        </p:txBody>
      </p:sp>
    </p:spTree>
  </p:cSld>
</p:sldLayout>
</file>

<file path=ppt/slideLayouts/slideLayout7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7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32407AAC-D327-4993-8D05-96F04FAE4963}" type="slidenum">
              <a:t>&lt;#&gt;</a:t>
            </a:fld>
          </a:p>
        </p:txBody>
      </p:sp>
    </p:spTree>
  </p:cSld>
</p:sldLayout>
</file>

<file path=ppt/slideLayouts/slideLayout7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8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2C7BFB4C-3B8B-4A8D-B49A-19CC34E4CBC3}" type="slidenum">
              <a:t>&lt;#&gt;</a:t>
            </a:fld>
          </a:p>
        </p:txBody>
      </p:sp>
    </p:spTree>
  </p:cSld>
</p:sldLayout>
</file>

<file path=ppt/slideLayouts/slideLayout7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8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8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8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8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8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98"/>
          </p:nvPr>
        </p:nvSpPr>
        <p:spPr/>
        <p:txBody>
          <a:bodyPr/>
          <a:p>
            <a:fld id="{03DED8BD-B0BA-400F-8329-6F8A2064B8D7}" type="slidenum">
              <a:t>&lt;#&gt;</a:t>
            </a:fld>
          </a:p>
        </p:txBody>
      </p:sp>
    </p:spTree>
  </p:cSld>
</p:sldLayout>
</file>

<file path=ppt/slideLayouts/slideLayout7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F4985E71-A12A-49E3-B16A-D39FAE7F1F50}" type="slidenum">
              <a:t>&lt;#&gt;</a:t>
            </a:fld>
          </a:p>
        </p:txBody>
      </p:sp>
    </p:spTree>
  </p:cSld>
</p:sldLayout>
</file>

<file path=ppt/slideLayouts/slideLayout7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9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3DC8E73C-79E3-4061-BE53-0115CED73BAE}" type="slidenum">
              <a:t>&lt;#&gt;</a:t>
            </a:fld>
          </a:p>
        </p:txBody>
      </p:sp>
    </p:spTree>
  </p:cSld>
</p:sldLayout>
</file>

<file path=ppt/slideLayouts/slideLayout7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61D368C0-B379-4C3E-BD49-2B3D16C30A22}" type="slidenum">
              <a:t>&lt;#&gt;</a:t>
            </a:fld>
          </a:p>
        </p:txBody>
      </p:sp>
    </p:spTree>
  </p:cSld>
</p:sldLayout>
</file>

<file path=ppt/slideLayouts/slideLayout7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5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F5E0C0B5-6CB1-44C1-B43A-917A7D2BB6D1}" type="slidenum">
              <a:t>&lt;#&gt;</a:t>
            </a:fld>
          </a:p>
        </p:txBody>
      </p:sp>
    </p:spTree>
  </p:cSld>
</p:sldLayout>
</file>

<file path=ppt/slideLayouts/slideLayout7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4A54ED6B-7790-4542-B2C7-D5FB11B64C9B}" type="slidenum">
              <a:t>&lt;#&gt;</a:t>
            </a:fld>
          </a:p>
        </p:txBody>
      </p:sp>
    </p:spTree>
  </p:cSld>
</p:sldLayout>
</file>

<file path=ppt/slideLayouts/slideLayout7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680697DB-3B7C-4DBC-AE51-279BB1BFD6E4}" type="slidenum">
              <a:t>&lt;#&gt;</a:t>
            </a:fld>
          </a:p>
        </p:txBody>
      </p:sp>
    </p:spTree>
  </p:cSld>
</p:sldLayout>
</file>

<file path=ppt/slideLayouts/slideLayout7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0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97F96621-ADD3-4E32-A1FC-A68A5B3ABE6E}" type="slidenum">
              <a:t>&lt;#&gt;</a:t>
            </a:fld>
          </a:p>
        </p:txBody>
      </p:sp>
    </p:spTree>
  </p:cSld>
</p:sldLayout>
</file>

<file path=ppt/slideLayouts/slideLayout7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0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5B43CA6A-E97D-4C1E-8AE2-077A92055F02}" type="slidenum">
              <a:t>&lt;#&gt;</a:t>
            </a:fld>
          </a:p>
        </p:txBody>
      </p:sp>
    </p:spTree>
  </p:cSld>
</p:sldLayout>
</file>

<file path=ppt/slideLayouts/slideLayout7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1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BE13A520-40F6-4C95-9E2E-441532F822CA}" type="slidenum">
              <a:t>&lt;#&gt;</a:t>
            </a:fld>
          </a:p>
        </p:txBody>
      </p:sp>
    </p:spTree>
  </p:cSld>
</p:sldLayout>
</file>

<file path=ppt/slideLayouts/slideLayout7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1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E72701F2-40DF-41DC-A962-BD07D0E34FB6}" type="slidenum">
              <a:t>&lt;#&gt;</a:t>
            </a:fld>
          </a:p>
        </p:txBody>
      </p:sp>
    </p:spTree>
  </p:cSld>
</p:sldLayout>
</file>

<file path=ppt/slideLayouts/slideLayout7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2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E58846EB-D683-4DF3-A27E-58B32A20E47B}" type="slidenum">
              <a:t>&lt;#&gt;</a:t>
            </a:fld>
          </a:p>
        </p:txBody>
      </p:sp>
    </p:spTree>
  </p:cSld>
</p:sldLayout>
</file>

<file path=ppt/slideLayouts/slideLayout7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2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2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2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2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2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99"/>
          </p:nvPr>
        </p:nvSpPr>
        <p:spPr/>
        <p:txBody>
          <a:bodyPr/>
          <a:p>
            <a:fld id="{D7DFB610-7C79-485A-9739-D4C89DC5DC77}" type="slidenum">
              <a:t>&lt;#&gt;</a:t>
            </a:fld>
          </a:p>
        </p:txBody>
      </p:sp>
    </p:spTree>
  </p:cSld>
</p:sldLayout>
</file>

<file path=ppt/slideLayouts/slideLayout7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D7F3F19E-35CD-4E5F-8295-98A12C626F3C}" type="slidenum">
              <a:t>&lt;#&gt;</a:t>
            </a:fld>
          </a:p>
        </p:txBody>
      </p:sp>
    </p:spTree>
  </p:cSld>
</p:sldLayout>
</file>

<file path=ppt/slideLayouts/slideLayout7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3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F6C2852F-B406-4EEE-BBA5-DD216F52D452}" type="slidenum">
              <a:t>&lt;#&gt;</a:t>
            </a:fld>
          </a:p>
        </p:txBody>
      </p:sp>
    </p:spTree>
  </p:cSld>
</p:sldLayout>
</file>

<file path=ppt/slideLayouts/slideLayout7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B97A483F-5321-4910-B1EF-8654C5E115B9}" type="slidenum">
              <a:t>&lt;#&gt;</a:t>
            </a:fld>
          </a:p>
        </p:txBody>
      </p:sp>
    </p:spTree>
  </p:cSld>
</p:sldLayout>
</file>

<file path=ppt/slideLayouts/slideLayout7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E59B404E-F93B-454E-AF4B-6D834A4E42EB}" type="slidenum">
              <a:t>&lt;#&gt;</a:t>
            </a:fld>
          </a:p>
        </p:txBody>
      </p:sp>
    </p:spTree>
  </p:cSld>
</p:sldLayout>
</file>

<file path=ppt/slideLayouts/slideLayout7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FE3CEF1E-4863-4259-BDAC-3F105B966012}" type="slidenum">
              <a:t>&lt;#&gt;</a:t>
            </a:fld>
          </a:p>
        </p:txBody>
      </p:sp>
    </p:spTree>
  </p:cSld>
</p:sldLayout>
</file>

<file path=ppt/slideLayouts/slideLayout7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81C9B672-FF58-4068-87B7-A4E7CC049DC5}" type="slidenum">
              <a:t>&lt;#&gt;</a:t>
            </a:fld>
          </a:p>
        </p:txBody>
      </p:sp>
    </p:spTree>
  </p:cSld>
</p:sldLayout>
</file>

<file path=ppt/slideLayouts/slideLayout7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4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1F61635C-A58C-4CA0-A533-AAE32FA5E66C}" type="slidenum">
              <a:t>&lt;#&gt;</a:t>
            </a:fld>
          </a:p>
        </p:txBody>
      </p:sp>
    </p:spTree>
  </p:cSld>
</p:sldLayout>
</file>

<file path=ppt/slideLayouts/slideLayout7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5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44BE747C-1B39-4670-B4C0-590F7685C934}" type="slidenum">
              <a:t>&lt;#&gt;</a:t>
            </a:fld>
          </a:p>
        </p:txBody>
      </p:sp>
    </p:spTree>
  </p:cSld>
</p:sldLayout>
</file>

<file path=ppt/slideLayouts/slideLayout7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36D3CC5F-F1CC-4CD1-9278-B6D0D04445AF}" type="slidenum">
              <a:t>&lt;#&gt;</a:t>
            </a:fld>
          </a:p>
        </p:txBody>
      </p:sp>
    </p:spTree>
  </p:cSld>
</p:sldLayout>
</file>

<file path=ppt/slideLayouts/slideLayout7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5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BD969E17-2C3F-46B2-957D-380D73E22417}" type="slidenum">
              <a:t>&lt;#&gt;</a:t>
            </a:fld>
          </a:p>
        </p:txBody>
      </p:sp>
    </p:spTree>
  </p:cSld>
</p:sldLayout>
</file>

<file path=ppt/slideLayouts/slideLayout7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6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A39B298C-D61A-4825-8C55-D669F9AF4887}" type="slidenum">
              <a:t>&lt;#&gt;</a:t>
            </a:fld>
          </a:p>
        </p:txBody>
      </p:sp>
    </p:spTree>
  </p:cSld>
</p:sldLayout>
</file>

<file path=ppt/slideLayouts/slideLayout7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6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6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6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6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6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00"/>
          </p:nvPr>
        </p:nvSpPr>
        <p:spPr/>
        <p:txBody>
          <a:bodyPr/>
          <a:p>
            <a:fld id="{626BA107-FCBB-4CC4-9135-764CC6BD66FC}" type="slidenum">
              <a:t>&lt;#&gt;</a:t>
            </a:fld>
          </a:p>
        </p:txBody>
      </p:sp>
    </p:spTree>
  </p:cSld>
</p:sldLayout>
</file>

<file path=ppt/slideLayouts/slideLayout7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4B19F552-2E53-4DA2-9608-5F8EADCE67AD}" type="slidenum">
              <a:t>&lt;#&gt;</a:t>
            </a:fld>
          </a:p>
        </p:txBody>
      </p:sp>
    </p:spTree>
  </p:cSld>
</p:sldLayout>
</file>

<file path=ppt/slideLayouts/slideLayout7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7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48C15E4D-1776-4AD4-A6F8-DBEDBB7FAADA}" type="slidenum">
              <a:t>&lt;#&gt;</a:t>
            </a:fld>
          </a:p>
        </p:txBody>
      </p:sp>
    </p:spTree>
  </p:cSld>
</p:sldLayout>
</file>

<file path=ppt/slideLayouts/slideLayout7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E5E6660E-3721-4B84-89ED-B6BC4434732A}" type="slidenum">
              <a:t>&lt;#&gt;</a:t>
            </a:fld>
          </a:p>
        </p:txBody>
      </p:sp>
    </p:spTree>
  </p:cSld>
</p:sldLayout>
</file>

<file path=ppt/slideLayouts/slideLayout7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C0B0CED4-2BBC-4E86-B8FA-66FD1F0457E1}" type="slidenum">
              <a:t>&lt;#&gt;</a:t>
            </a:fld>
          </a:p>
        </p:txBody>
      </p:sp>
    </p:spTree>
  </p:cSld>
</p:sldLayout>
</file>

<file path=ppt/slideLayouts/slideLayout7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835DD8C6-4537-4EF2-9A2D-A2E989C71627}" type="slidenum">
              <a:t>&lt;#&gt;</a:t>
            </a:fld>
          </a:p>
        </p:txBody>
      </p:sp>
    </p:spTree>
  </p:cSld>
</p:sldLayout>
</file>

<file path=ppt/slideLayouts/slideLayout7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2A86DEAD-8369-4333-95C5-771729BF57C2}" type="slidenum">
              <a:t>&lt;#&gt;</a:t>
            </a:fld>
          </a:p>
        </p:txBody>
      </p:sp>
    </p:spTree>
  </p:cSld>
</p:sldLayout>
</file>

<file path=ppt/slideLayouts/slideLayout7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8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CC7F3BFF-923C-401D-B9E4-6F2421CB3DA5}" type="slidenum">
              <a:t>&lt;#&gt;</a:t>
            </a:fld>
          </a:p>
        </p:txBody>
      </p:sp>
    </p:spTree>
  </p:cSld>
</p:sldLayout>
</file>

<file path=ppt/slideLayouts/slideLayout7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9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6F3613FA-2256-4124-B3FC-E7F3C19B255F}" type="slidenum">
              <a:t>&lt;#&gt;</a:t>
            </a:fld>
          </a:p>
        </p:txBody>
      </p:sp>
    </p:spTree>
  </p:cSld>
</p:sldLayout>
</file>

<file path=ppt/slideLayouts/slideLayout7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9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8C5BE8EB-881F-483C-B6FF-932BA02A6091}" type="slidenum">
              <a:t>&lt;#&gt;</a:t>
            </a:fld>
          </a:p>
        </p:txBody>
      </p:sp>
    </p:spTree>
  </p:cSld>
</p:sldLayout>
</file>

<file path=ppt/slideLayouts/slideLayout7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9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0F1F9697-F916-4A39-8410-A761EB9FCF7D}" type="slidenum">
              <a:t>&lt;#&gt;</a:t>
            </a:fld>
          </a:p>
        </p:txBody>
      </p:sp>
    </p:spTree>
  </p:cSld>
</p:sldLayout>
</file>

<file path=ppt/slideLayouts/slideLayout7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0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0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0212E360-77D2-4CCF-A444-FAEDEFCF0B38}" type="slidenum">
              <a:t>&lt;#&gt;</a:t>
            </a:fld>
          </a:p>
        </p:txBody>
      </p:sp>
    </p:spTree>
  </p:cSld>
</p:sldLayout>
</file>

<file path=ppt/slideLayouts/slideLayout7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0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0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0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0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1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01"/>
          </p:nvPr>
        </p:nvSpPr>
        <p:spPr/>
        <p:txBody>
          <a:bodyPr/>
          <a:p>
            <a:fld id="{CC5E0F00-E332-4D63-BAF5-5816FB91FFAF}" type="slidenum">
              <a:t>&lt;#&gt;</a:t>
            </a:fld>
          </a:p>
        </p:txBody>
      </p:sp>
    </p:spTree>
  </p:cSld>
</p:sldLayout>
</file>

<file path=ppt/slideLayouts/slideLayout7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21081607-DF30-4FFD-AF7C-C24B7B51D827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2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1CF3D8D8-B0F5-48FB-93B9-9A7FC5C9256B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228BA8BF-4C15-4912-A893-F86C43D26114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702CE471-ADCE-4DEF-BA08-21F433F62ABE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F8691502-6830-4269-98D3-4F94E0044B8F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83F292B0-048A-4640-AC46-244DEF7AF7EB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3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208C5EDD-9772-4855-9933-566067238E9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3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5B091925-691C-48E7-AC1F-0FEA605E9F7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3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4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65BB4462-1362-4BD7-B901-F4C06BF9A792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4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31804829-DF0B-41C0-B511-CC864638C3E4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4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C2376781-8C04-4DFF-9D8A-725A6D3C622A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5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5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5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5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5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0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04"/>
          </p:nvPr>
        </p:nvSpPr>
        <p:spPr/>
        <p:txBody>
          <a:bodyPr/>
          <a:p>
            <a:fld id="{EDAF37DB-25D0-41AD-8893-7100571CFB13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0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7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3CFF0F0C-6204-4FDF-A483-C2181D22F86F}" type="slidenum">
              <a:t>&lt;#&gt;</a:t>
            </a:fld>
          </a:p>
        </p:txBody>
      </p:sp>
    </p:spTree>
  </p:cSld>
</p:sldLayout>
</file>

<file path=ppt/slideLayouts/slideLayout7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6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31D72693-0563-46AE-9EF7-9448E82EF2A3}" type="slidenum">
              <a:t>&lt;#&gt;</a:t>
            </a:fld>
          </a:p>
        </p:txBody>
      </p:sp>
    </p:spTree>
  </p:cSld>
</p:sldLayout>
</file>

<file path=ppt/slideLayouts/slideLayout7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AD1BAE78-45A6-44BD-8C0D-4162A0D3718C}" type="slidenum">
              <a:t>&lt;#&gt;</a:t>
            </a:fld>
          </a:p>
        </p:txBody>
      </p:sp>
    </p:spTree>
  </p:cSld>
</p:sldLayout>
</file>

<file path=ppt/slideLayouts/slideLayout7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90738FDA-F77E-4B32-B730-380397B53EF0}" type="slidenum">
              <a:t>&lt;#&gt;</a:t>
            </a:fld>
          </a:p>
        </p:txBody>
      </p:sp>
    </p:spTree>
  </p:cSld>
</p:sldLayout>
</file>

<file path=ppt/slideLayouts/slideLayout7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E48A061F-5A33-4A74-8BE7-86A7BBAC131F}" type="slidenum">
              <a:t>&lt;#&gt;</a:t>
            </a:fld>
          </a:p>
        </p:txBody>
      </p:sp>
    </p:spTree>
  </p:cSld>
</p:sldLayout>
</file>

<file path=ppt/slideLayouts/slideLayout7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7B8D1CE0-52E6-43EE-8AC3-1035C6B430F8}" type="slidenum">
              <a:t>&lt;#&gt;</a:t>
            </a:fld>
          </a:p>
        </p:txBody>
      </p:sp>
    </p:spTree>
  </p:cSld>
</p:sldLayout>
</file>

<file path=ppt/slideLayouts/slideLayout7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7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66823597-3732-4A2D-AF74-77F539D030E9}" type="slidenum">
              <a:t>&lt;#&gt;</a:t>
            </a:fld>
          </a:p>
        </p:txBody>
      </p:sp>
    </p:spTree>
  </p:cSld>
</p:sldLayout>
</file>

<file path=ppt/slideLayouts/slideLayout7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7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6352FECC-84A2-483A-8732-66A8FD658D0C}" type="slidenum">
              <a:t>&lt;#&gt;</a:t>
            </a:fld>
          </a:p>
        </p:txBody>
      </p:sp>
    </p:spTree>
  </p:cSld>
</p:sldLayout>
</file>

<file path=ppt/slideLayouts/slideLayout7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8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3E04CB54-8860-474A-A5D7-2808F505356A}" type="slidenum">
              <a:t>&lt;#&gt;</a:t>
            </a:fld>
          </a:p>
        </p:txBody>
      </p:sp>
    </p:spTree>
  </p:cSld>
</p:sldLayout>
</file>

<file path=ppt/slideLayouts/slideLayout7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8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2DFF3C3A-BCD3-4BA2-85CD-EBF94DEE05F0}" type="slidenum">
              <a:t>&lt;#&gt;</a:t>
            </a:fld>
          </a:p>
        </p:txBody>
      </p:sp>
    </p:spTree>
  </p:cSld>
</p:sldLayout>
</file>

<file path=ppt/slideLayouts/slideLayout7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9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B77B3007-4EC3-46D8-84AD-B131AAE751AC}" type="slidenum">
              <a:t>&lt;#&gt;</a:t>
            </a:fld>
          </a:p>
        </p:txBody>
      </p:sp>
    </p:spTree>
  </p:cSld>
</p:sldLayout>
</file>

<file path=ppt/slideLayouts/slideLayout7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9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9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9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9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9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05"/>
          </p:nvPr>
        </p:nvSpPr>
        <p:spPr/>
        <p:txBody>
          <a:bodyPr/>
          <a:p>
            <a:fld id="{64DB421C-5711-4CA5-BCBE-8A1436B6094D}" type="slidenum">
              <a:t>&lt;#&gt;</a:t>
            </a:fld>
          </a:p>
        </p:txBody>
      </p:sp>
    </p:spTree>
  </p:cSld>
</p:sldLayout>
</file>

<file path=ppt/slideLayouts/slideLayout7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58FE4435-7781-489B-B38F-52FF48930E8B}" type="slidenum">
              <a:t>&lt;#&gt;</a:t>
            </a:fld>
          </a:p>
        </p:txBody>
      </p:sp>
    </p:spTree>
  </p:cSld>
</p:sldLayout>
</file>

<file path=ppt/slideLayouts/slideLayout7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0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B847F8CA-CE1C-4CF6-9530-F4CC79801CC0}" type="slidenum">
              <a:t>&lt;#&gt;</a:t>
            </a:fld>
          </a:p>
        </p:txBody>
      </p:sp>
    </p:spTree>
  </p:cSld>
</p:sldLayout>
</file>

<file path=ppt/slideLayouts/slideLayout7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C94D4DBA-7DE8-433C-9BB1-700D84CA04DC}" type="slidenum">
              <a:t>&lt;#&gt;</a:t>
            </a:fld>
          </a:p>
        </p:txBody>
      </p:sp>
    </p:spTree>
  </p:cSld>
</p:sldLayout>
</file>

<file path=ppt/slideLayouts/slideLayout7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3AB2C791-CF29-41F4-8F30-85A30A08F126}" type="slidenum">
              <a:t>&lt;#&gt;</a:t>
            </a:fld>
          </a:p>
        </p:txBody>
      </p:sp>
    </p:spTree>
  </p:cSld>
</p:sldLayout>
</file>

<file path=ppt/slideLayouts/slideLayout7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06F5A3C9-89BE-43E2-A2F5-9F27CD820144}" type="slidenum">
              <a:t>&lt;#&gt;</a:t>
            </a:fld>
          </a:p>
        </p:txBody>
      </p:sp>
    </p:spTree>
  </p:cSld>
</p:sldLayout>
</file>

<file path=ppt/slideLayouts/slideLayout7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649984EC-9F05-440B-B4DB-BCA1D0745207}" type="slidenum">
              <a:t>&lt;#&gt;</a:t>
            </a:fld>
          </a:p>
        </p:txBody>
      </p:sp>
    </p:spTree>
  </p:cSld>
</p:sldLayout>
</file>

<file path=ppt/slideLayouts/slideLayout7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0591C7BC-D1BF-4DE6-94EC-33801998F533}" type="slidenum">
              <a:t>&lt;#&gt;</a:t>
            </a:fld>
          </a:p>
        </p:txBody>
      </p:sp>
    </p:spTree>
  </p:cSld>
</p:sldLayout>
</file>

<file path=ppt/slideLayouts/slideLayout8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2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838CC550-D27F-4EE8-8819-20EEAF3DCB6D}" type="slidenum">
              <a:t>&lt;#&gt;</a:t>
            </a:fld>
          </a:p>
        </p:txBody>
      </p:sp>
    </p:spTree>
  </p:cSld>
</p:sldLayout>
</file>

<file path=ppt/slideLayouts/slideLayout8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2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467763DB-5B11-414E-BEEA-448E03879737}" type="slidenum">
              <a:t>&lt;#&gt;</a:t>
            </a:fld>
          </a:p>
        </p:txBody>
      </p:sp>
    </p:spTree>
  </p:cSld>
</p:sldLayout>
</file>

<file path=ppt/slideLayouts/slideLayout8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2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2292C713-06D1-4E71-A124-D6869D3E5913}" type="slidenum">
              <a:t>&lt;#&gt;</a:t>
            </a:fld>
          </a:p>
        </p:txBody>
      </p:sp>
    </p:spTree>
  </p:cSld>
</p:sldLayout>
</file>

<file path=ppt/slideLayouts/slideLayout8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3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3B63627F-3119-48CE-8D82-E19A41491DDD}" type="slidenum">
              <a:t>&lt;#&gt;</a:t>
            </a:fld>
          </a:p>
        </p:txBody>
      </p:sp>
    </p:spTree>
  </p:cSld>
</p:sldLayout>
</file>

<file path=ppt/slideLayouts/slideLayout8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3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3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3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3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3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06"/>
          </p:nvPr>
        </p:nvSpPr>
        <p:spPr/>
        <p:txBody>
          <a:bodyPr/>
          <a:p>
            <a:fld id="{B661B41D-E045-4646-800B-61830CAD4606}" type="slidenum">
              <a:t>&lt;#&gt;</a:t>
            </a:fld>
          </a:p>
        </p:txBody>
      </p:sp>
    </p:spTree>
  </p:cSld>
</p:sldLayout>
</file>

<file path=ppt/slideLayouts/slideLayout8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D7203392-E4A7-4766-BC24-82B7272B6388}" type="slidenum">
              <a:t>&lt;#&gt;</a:t>
            </a:fld>
          </a:p>
        </p:txBody>
      </p:sp>
    </p:spTree>
  </p:cSld>
</p:sldLayout>
</file>

<file path=ppt/slideLayouts/slideLayout8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4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15BECB33-1D4C-40B8-99C7-11F36334FA31}" type="slidenum">
              <a:t>&lt;#&gt;</a:t>
            </a:fld>
          </a:p>
        </p:txBody>
      </p:sp>
    </p:spTree>
  </p:cSld>
</p:sldLayout>
</file>

<file path=ppt/slideLayouts/slideLayout8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CEB86176-92F3-49EA-8D15-31925D02F201}" type="slidenum">
              <a:t>&lt;#&gt;</a:t>
            </a:fld>
          </a:p>
        </p:txBody>
      </p:sp>
    </p:spTree>
  </p:cSld>
</p:sldLayout>
</file>

<file path=ppt/slideLayouts/slideLayout8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5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8BBBF8BB-88CB-4D7C-8F30-7ED74EFCE124}" type="slidenum">
              <a:t>&lt;#&gt;</a:t>
            </a:fld>
          </a:p>
        </p:txBody>
      </p:sp>
    </p:spTree>
  </p:cSld>
</p:sldLayout>
</file>

<file path=ppt/slideLayouts/slideLayout8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8A64D7ED-F930-4738-9612-5CD901CFEE77}" type="slidenum">
              <a:t>&lt;#&gt;</a:t>
            </a:fld>
          </a:p>
        </p:txBody>
      </p:sp>
    </p:spTree>
  </p:cSld>
</p:sldLayout>
</file>

<file path=ppt/slideLayouts/slideLayout8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A1AE9B84-ECBD-4D78-8091-57E0675749D8}" type="slidenum">
              <a:t>&lt;#&gt;</a:t>
            </a:fld>
          </a:p>
        </p:txBody>
      </p:sp>
    </p:spTree>
  </p:cSld>
</p:sldLayout>
</file>

<file path=ppt/slideLayouts/slideLayout8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5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5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0D316225-A38D-4456-B2C2-4CD472785F02}" type="slidenum">
              <a:t>&lt;#&gt;</a:t>
            </a:fld>
          </a:p>
        </p:txBody>
      </p:sp>
    </p:spTree>
  </p:cSld>
</p:sldLayout>
</file>

<file path=ppt/slideLayouts/slideLayout8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6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F9C0875D-A7E9-4232-A85F-CCFC56A22AA7}" type="slidenum">
              <a:t>&lt;#&gt;</a:t>
            </a:fld>
          </a:p>
        </p:txBody>
      </p:sp>
    </p:spTree>
  </p:cSld>
</p:sldLayout>
</file>

<file path=ppt/slideLayouts/slideLayout8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9A872831-E607-45AB-BC78-389A699897E8}" type="slidenum">
              <a:t>&lt;#&gt;</a:t>
            </a:fld>
          </a:p>
        </p:txBody>
      </p:sp>
    </p:spTree>
  </p:cSld>
</p:sldLayout>
</file>

<file path=ppt/slideLayouts/slideLayout8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6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298817F0-1730-48CF-A373-15C91311CB9A}" type="slidenum">
              <a:t>&lt;#&gt;</a:t>
            </a:fld>
          </a:p>
        </p:txBody>
      </p:sp>
    </p:spTree>
  </p:cSld>
</p:sldLayout>
</file>

<file path=ppt/slideLayouts/slideLayout8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7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7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FE93A3AC-44A2-4F45-961F-88960F8D1907}" type="slidenum">
              <a:t>&lt;#&gt;</a:t>
            </a:fld>
          </a:p>
        </p:txBody>
      </p:sp>
    </p:spTree>
  </p:cSld>
</p:sldLayout>
</file>

<file path=ppt/slideLayouts/slideLayout8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7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7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7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8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8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07"/>
          </p:nvPr>
        </p:nvSpPr>
        <p:spPr/>
        <p:txBody>
          <a:bodyPr/>
          <a:p>
            <a:fld id="{9E3DF561-3A27-4CD6-9B85-52E38DD0C949}" type="slidenum">
              <a:t>&lt;#&gt;</a:t>
            </a:fld>
          </a:p>
        </p:txBody>
      </p:sp>
    </p:spTree>
  </p:cSld>
</p:sldLayout>
</file>

<file path=ppt/slideLayouts/slideLayout8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30985F1E-424B-4139-A9BC-0D9562AA3214}" type="slidenum">
              <a:t>&lt;#&gt;</a:t>
            </a:fld>
          </a:p>
        </p:txBody>
      </p:sp>
    </p:spTree>
  </p:cSld>
</p:sldLayout>
</file>

<file path=ppt/slideLayouts/slideLayout8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9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3A640ACC-A526-4534-B312-DCB91B242BDF}" type="slidenum">
              <a:t>&lt;#&gt;</a:t>
            </a:fld>
          </a:p>
        </p:txBody>
      </p:sp>
    </p:spTree>
  </p:cSld>
</p:sldLayout>
</file>

<file path=ppt/slideLayouts/slideLayout8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99FF356C-B45E-4879-9CD8-80C4F0A40D0D}" type="slidenum">
              <a:t>&lt;#&gt;</a:t>
            </a:fld>
          </a:p>
        </p:txBody>
      </p:sp>
    </p:spTree>
  </p:cSld>
</p:sldLayout>
</file>

<file path=ppt/slideLayouts/slideLayout8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3BC3ACDD-2CF8-4866-B5E3-E3D7B326480F}" type="slidenum">
              <a:t>&lt;#&gt;</a:t>
            </a:fld>
          </a:p>
        </p:txBody>
      </p:sp>
    </p:spTree>
  </p:cSld>
</p:sldLayout>
</file>

<file path=ppt/slideLayouts/slideLayout8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AA4CB2FC-6933-4ED8-9972-19D1584CB541}" type="slidenum">
              <a:t>&lt;#&gt;</a:t>
            </a:fld>
          </a:p>
        </p:txBody>
      </p:sp>
    </p:spTree>
  </p:cSld>
</p:sldLayout>
</file>

<file path=ppt/slideLayouts/slideLayout8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EF927488-9C53-4C0F-9EBC-B600602EAB44}" type="slidenum">
              <a:t>&lt;#&gt;</a:t>
            </a:fld>
          </a:p>
        </p:txBody>
      </p:sp>
    </p:spTree>
  </p:cSld>
</p:sldLayout>
</file>

<file path=ppt/slideLayouts/slideLayout8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0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C2AF1659-2E58-45FB-BEB0-ED354A7DCA8F}" type="slidenum">
              <a:t>&lt;#&gt;</a:t>
            </a:fld>
          </a:p>
        </p:txBody>
      </p:sp>
    </p:spTree>
  </p:cSld>
</p:sldLayout>
</file>

<file path=ppt/slideLayouts/slideLayout8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0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F065F226-73BA-4F19-80A8-7D0786CFDA3E}" type="slidenum">
              <a:t>&lt;#&gt;</a:t>
            </a:fld>
          </a:p>
        </p:txBody>
      </p:sp>
    </p:spTree>
  </p:cSld>
</p:sldLayout>
</file>

<file path=ppt/slideLayouts/slideLayout8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0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3F6C6D60-C900-4EB6-AAE0-4880DA212310}" type="slidenum">
              <a:t>&lt;#&gt;</a:t>
            </a:fld>
          </a:p>
        </p:txBody>
      </p:sp>
    </p:spTree>
  </p:cSld>
</p:sldLayout>
</file>

<file path=ppt/slideLayouts/slideLayout8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1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46B58880-E48F-409F-9451-B382B2837DA4}" type="slidenum">
              <a:t>&lt;#&gt;</a:t>
            </a:fld>
          </a:p>
        </p:txBody>
      </p:sp>
    </p:spTree>
  </p:cSld>
</p:sldLayout>
</file>

<file path=ppt/slideLayouts/slideLayout8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1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18DAEF1E-86BB-4884-86F5-3A8D080D8FEE}" type="slidenum">
              <a:t>&lt;#&gt;</a:t>
            </a:fld>
          </a:p>
        </p:txBody>
      </p:sp>
    </p:spTree>
  </p:cSld>
</p:sldLayout>
</file>

<file path=ppt/slideLayouts/slideLayout8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2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2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2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2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2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0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09"/>
          </p:nvPr>
        </p:nvSpPr>
        <p:spPr/>
        <p:txBody>
          <a:bodyPr/>
          <a:p>
            <a:fld id="{73C3ADD7-342C-468E-8F1D-68FD69D2E46E}" type="slidenum">
              <a:t>&lt;#&gt;</a:t>
            </a:fld>
          </a:p>
        </p:txBody>
      </p:sp>
    </p:spTree>
  </p:cSld>
</p:sldLayout>
</file>

<file path=ppt/slideLayouts/slideLayout8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E00AE057-6A1A-420E-BDB6-7120FCE90C3D}" type="slidenum">
              <a:t>&lt;#&gt;</a:t>
            </a:fld>
          </a:p>
        </p:txBody>
      </p:sp>
    </p:spTree>
  </p:cSld>
</p:sldLayout>
</file>

<file path=ppt/slideLayouts/slideLayout8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3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19B0D839-0C8E-440D-8053-5C598F47A250}" type="slidenum">
              <a:t>&lt;#&gt;</a:t>
            </a:fld>
          </a:p>
        </p:txBody>
      </p:sp>
    </p:spTree>
  </p:cSld>
</p:sldLayout>
</file>

<file path=ppt/slideLayouts/slideLayout8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D4B63D41-0D53-42D1-9296-751CB35162E1}" type="slidenum">
              <a:t>&lt;#&gt;</a:t>
            </a:fld>
          </a:p>
        </p:txBody>
      </p:sp>
    </p:spTree>
  </p:cSld>
</p:sldLayout>
</file>

<file path=ppt/slideLayouts/slideLayout8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39FC0C96-5A78-4382-A309-21DA01FD1AE1}" type="slidenum">
              <a:t>&lt;#&gt;</a:t>
            </a:fld>
          </a:p>
        </p:txBody>
      </p:sp>
    </p:spTree>
  </p:cSld>
</p:sldLayout>
</file>

<file path=ppt/slideLayouts/slideLayout8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BFA7AF0A-3D8D-45BF-987C-6B14ABE1204A}" type="slidenum">
              <a:t>&lt;#&gt;</a:t>
            </a:fld>
          </a:p>
        </p:txBody>
      </p:sp>
    </p:spTree>
  </p:cSld>
</p:sldLayout>
</file>

<file path=ppt/slideLayouts/slideLayout8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41C54A5E-42A0-4E15-A51F-256CE54B542A}" type="slidenum">
              <a:t>&lt;#&gt;</a:t>
            </a:fld>
          </a:p>
        </p:txBody>
      </p:sp>
    </p:spTree>
  </p:cSld>
</p:sldLayout>
</file>

<file path=ppt/slideLayouts/slideLayout8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E2E1DBC0-AB77-48AF-B3DD-1856CE9AB993}" type="slidenum">
              <a:t>&lt;#&gt;</a:t>
            </a:fld>
          </a:p>
        </p:txBody>
      </p:sp>
    </p:spTree>
  </p:cSld>
</p:sldLayout>
</file>

<file path=ppt/slideLayouts/slideLayout8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4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4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BF56E371-5511-4451-8914-FF3E7B918CD2}" type="slidenum">
              <a:t>&lt;#&gt;</a:t>
            </a:fld>
          </a:p>
        </p:txBody>
      </p:sp>
    </p:spTree>
  </p:cSld>
</p:sldLayout>
</file>

<file path=ppt/slideLayouts/slideLayout8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24C22FC9-5F45-4765-B84F-12DFB5588DC4}" type="slidenum">
              <a:t>&lt;#&gt;</a:t>
            </a:fld>
          </a:p>
        </p:txBody>
      </p:sp>
    </p:spTree>
  </p:cSld>
</p:sldLayout>
</file>

<file path=ppt/slideLayouts/slideLayout8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5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F61C05F1-C96D-4287-A156-420829635DD5}" type="slidenum">
              <a:t>&lt;#&gt;</a:t>
            </a:fld>
          </a:p>
        </p:txBody>
      </p:sp>
    </p:spTree>
  </p:cSld>
</p:sldLayout>
</file>

<file path=ppt/slideLayouts/slideLayout8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5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D59C4FA1-1F9F-4E0A-B89E-C362346E2FB1}" type="slidenum">
              <a:t>&lt;#&gt;</a:t>
            </a:fld>
          </a:p>
        </p:txBody>
      </p:sp>
    </p:spTree>
  </p:cSld>
</p:sldLayout>
</file>

<file path=ppt/slideLayouts/slideLayout8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6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6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6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6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6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10"/>
          </p:nvPr>
        </p:nvSpPr>
        <p:spPr/>
        <p:txBody>
          <a:bodyPr/>
          <a:p>
            <a:fld id="{6661D580-1193-44E5-A8C8-1A214057D727}" type="slidenum">
              <a:t>&lt;#&gt;</a:t>
            </a:fld>
          </a:p>
        </p:txBody>
      </p:sp>
    </p:spTree>
  </p:cSld>
</p:sldLayout>
</file>

<file path=ppt/slideLayouts/slideLayout8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8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7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8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8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8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9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9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9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0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0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0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0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0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1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1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2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2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3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3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3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4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4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4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4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4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4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1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8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8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5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8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6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7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7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7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8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8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8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8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8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8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9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8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D869BD6C-99E5-4B7F-99FD-A838BBA21712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0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B8D3765A-D2F9-49BF-AE82-EF6F83EE22C9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DEC0C0BB-2481-4675-BAAE-B987C6ABE9AB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94A5FE35-30FB-49B7-B375-1F99064BE58D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B897F92C-C223-479C-AD7E-8E5F7148AA11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FCD6F5BF-281E-44CF-8877-48921804615A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57A28516-4C51-4FD0-B8E2-D9B07FD00749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1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A0162E8C-4145-4BA9-83EC-D6A775807A0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06EA1663-E693-4FC2-9DC7-38034F7DBB74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2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F190F4CB-8A21-45F3-B3A3-E2B218E95F18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2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2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1CEDC50C-5703-454E-BAB5-83F5876A3374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3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3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3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3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3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1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14"/>
          </p:nvPr>
        </p:nvSpPr>
        <p:spPr/>
        <p:txBody>
          <a:bodyPr/>
          <a:p>
            <a:fld id="{40B44908-2C14-4C2D-BB3D-3D209812F839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1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8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C8D7DBA9-225F-4785-A450-420A817AA5CA}" type="slidenum">
              <a:t>&lt;#&gt;</a:t>
            </a:fld>
          </a:p>
        </p:txBody>
      </p:sp>
    </p:spTree>
  </p:cSld>
</p:sldLayout>
</file>

<file path=ppt/slideLayouts/slideLayout8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4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92F47F11-60D7-4E52-98AA-36E66A71FBBF}" type="slidenum">
              <a:t>&lt;#&gt;</a:t>
            </a:fld>
          </a:p>
        </p:txBody>
      </p:sp>
    </p:spTree>
  </p:cSld>
</p:sldLayout>
</file>

<file path=ppt/slideLayouts/slideLayout8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12B9E3C9-44F2-4E69-953E-4156A2B1A5B7}" type="slidenum">
              <a:t>&lt;#&gt;</a:t>
            </a:fld>
          </a:p>
        </p:txBody>
      </p:sp>
    </p:spTree>
  </p:cSld>
</p:sldLayout>
</file>

<file path=ppt/slideLayouts/slideLayout8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73C8E705-4F37-4FAA-B3F7-22AE9CB10AC2}" type="slidenum">
              <a:t>&lt;#&gt;</a:t>
            </a:fld>
          </a:p>
        </p:txBody>
      </p:sp>
    </p:spTree>
  </p:cSld>
</p:sldLayout>
</file>

<file path=ppt/slideLayouts/slideLayout8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9B7EC340-0CA6-45BC-A5F1-85F31293518E}" type="slidenum">
              <a:t>&lt;#&gt;</a:t>
            </a:fld>
          </a:p>
        </p:txBody>
      </p:sp>
    </p:spTree>
  </p:cSld>
</p:sldLayout>
</file>

<file path=ppt/slideLayouts/slideLayout8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8E13B569-4945-4EBE-AA37-CD6BEA294672}" type="slidenum">
              <a:t>&lt;#&gt;</a:t>
            </a:fld>
          </a:p>
        </p:txBody>
      </p:sp>
    </p:spTree>
  </p:cSld>
</p:sldLayout>
</file>

<file path=ppt/slideLayouts/slideLayout8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CDBB441E-F82F-408D-80AE-E2D12F2461A0}" type="slidenum">
              <a:t>&lt;#&gt;</a:t>
            </a:fld>
          </a:p>
        </p:txBody>
      </p:sp>
    </p:spTree>
  </p:cSld>
</p:sldLayout>
</file>

<file path=ppt/slideLayouts/slideLayout8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5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5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28C050B7-229E-4E4E-8C71-670262FA0A42}" type="slidenum">
              <a:t>&lt;#&gt;</a:t>
            </a:fld>
          </a:p>
        </p:txBody>
      </p:sp>
    </p:spTree>
  </p:cSld>
</p:sldLayout>
</file>

<file path=ppt/slideLayouts/slideLayout8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CAAFDC97-D90E-4428-807F-38C78E5E0CC1}" type="slidenum">
              <a:t>&lt;#&gt;</a:t>
            </a:fld>
          </a:p>
        </p:txBody>
      </p:sp>
    </p:spTree>
  </p:cSld>
</p:sldLayout>
</file>

<file path=ppt/slideLayouts/slideLayout8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6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626F1F2A-AAA0-4BF0-AAB5-0EB2094DDDCF}" type="slidenum">
              <a:t>&lt;#&gt;</a:t>
            </a:fld>
          </a:p>
        </p:txBody>
      </p:sp>
    </p:spTree>
  </p:cSld>
</p:sldLayout>
</file>

<file path=ppt/slideLayouts/slideLayout8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7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6300A37A-B8FF-46FA-BD4A-02F30F2C1155}" type="slidenum">
              <a:t>&lt;#&gt;</a:t>
            </a:fld>
          </a:p>
        </p:txBody>
      </p:sp>
    </p:spTree>
  </p:cSld>
</p:sldLayout>
</file>

<file path=ppt/slideLayouts/slideLayout9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7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7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7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7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7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15"/>
          </p:nvPr>
        </p:nvSpPr>
        <p:spPr/>
        <p:txBody>
          <a:bodyPr/>
          <a:p>
            <a:fld id="{61613177-FF76-4276-9E33-667A5943F474}" type="slidenum">
              <a:t>&lt;#&gt;</a:t>
            </a:fld>
          </a:p>
        </p:txBody>
      </p:sp>
    </p:spTree>
  </p:cSld>
</p:sldLayout>
</file>

<file path=ppt/slideLayouts/slideLayout9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9E0F07B2-3F68-4A3F-BBD1-9DC70ECB3314}" type="slidenum">
              <a:t>&lt;#&gt;</a:t>
            </a:fld>
          </a:p>
        </p:txBody>
      </p:sp>
    </p:spTree>
  </p:cSld>
</p:sldLayout>
</file>

<file path=ppt/slideLayouts/slideLayout9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8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C1980796-1358-4BE0-86B8-CEB246517A82}" type="slidenum">
              <a:t>&lt;#&gt;</a:t>
            </a:fld>
          </a:p>
        </p:txBody>
      </p:sp>
    </p:spTree>
  </p:cSld>
</p:sldLayout>
</file>

<file path=ppt/slideLayouts/slideLayout9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9217385E-9B35-4336-84F1-6F1D910A7DAD}" type="slidenum">
              <a:t>&lt;#&gt;</a:t>
            </a:fld>
          </a:p>
        </p:txBody>
      </p:sp>
    </p:spTree>
  </p:cSld>
</p:sldLayout>
</file>

<file path=ppt/slideLayouts/slideLayout9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6F696EBC-08D2-40EC-9E6F-39DF4A0034FC}" type="slidenum">
              <a:t>&lt;#&gt;</a:t>
            </a:fld>
          </a:p>
        </p:txBody>
      </p:sp>
    </p:spTree>
  </p:cSld>
</p:sldLayout>
</file>

<file path=ppt/slideLayouts/slideLayout9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545F7B8E-96CD-4A55-BAB4-E8CA253653C1}" type="slidenum">
              <a:t>&lt;#&gt;</a:t>
            </a:fld>
          </a:p>
        </p:txBody>
      </p:sp>
    </p:spTree>
  </p:cSld>
</p:sldLayout>
</file>

<file path=ppt/slideLayouts/slideLayout9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5842ADAD-9AD8-477C-91B6-5662EB946DBB}" type="slidenum">
              <a:t>&lt;#&gt;</a:t>
            </a:fld>
          </a:p>
        </p:txBody>
      </p:sp>
    </p:spTree>
  </p:cSld>
</p:sldLayout>
</file>

<file path=ppt/slideLayouts/slideLayout9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9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8DAB7EDF-FD5E-4E7B-9559-935872E967FE}" type="slidenum">
              <a:t>&lt;#&gt;</a:t>
            </a:fld>
          </a:p>
        </p:txBody>
      </p:sp>
    </p:spTree>
  </p:cSld>
</p:sldLayout>
</file>

<file path=ppt/slideLayouts/slideLayout9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0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277AFFD5-8803-4E2E-AEE7-5BB61D93A048}" type="slidenum">
              <a:t>&lt;#&gt;</a:t>
            </a:fld>
          </a:p>
        </p:txBody>
      </p:sp>
    </p:spTree>
  </p:cSld>
</p:sldLayout>
</file>

<file path=ppt/slideLayouts/slideLayout9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0B5BC189-FC7F-46FC-9444-8D938D09A36D}" type="slidenum">
              <a:t>&lt;#&gt;</a:t>
            </a:fld>
          </a:p>
        </p:txBody>
      </p:sp>
    </p:spTree>
  </p:cSld>
</p:sldLayout>
</file>

<file path=ppt/slideLayouts/slideLayout9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0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590F2BF2-69EF-4F2A-A853-32E768F8752B}" type="slidenum">
              <a:t>&lt;#&gt;</a:t>
            </a:fld>
          </a:p>
        </p:txBody>
      </p:sp>
    </p:spTree>
  </p:cSld>
</p:sldLayout>
</file>

<file path=ppt/slideLayouts/slideLayout9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1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64CFBAA2-5F48-4671-B223-1E79DE1171A0}" type="slidenum">
              <a:t>&lt;#&gt;</a:t>
            </a:fld>
          </a:p>
        </p:txBody>
      </p:sp>
    </p:spTree>
  </p:cSld>
</p:sldLayout>
</file>

<file path=ppt/slideLayouts/slideLayout9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1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1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1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1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1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16"/>
          </p:nvPr>
        </p:nvSpPr>
        <p:spPr/>
        <p:txBody>
          <a:bodyPr/>
          <a:p>
            <a:fld id="{C73B6F0D-9184-4CB2-BADA-1A768117FDC8}" type="slidenum">
              <a:t>&lt;#&gt;</a:t>
            </a:fld>
          </a:p>
        </p:txBody>
      </p:sp>
    </p:spTree>
  </p:cSld>
</p:sldLayout>
</file>

<file path=ppt/slideLayouts/slideLayout9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8CE754F4-EEEB-41D2-95A6-C4B2E0DE77ED}" type="slidenum">
              <a:t>&lt;#&gt;</a:t>
            </a:fld>
          </a:p>
        </p:txBody>
      </p:sp>
    </p:spTree>
  </p:cSld>
</p:sldLayout>
</file>

<file path=ppt/slideLayouts/slideLayout9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2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7E76EF90-88AD-4C14-8FA1-31A7BDA9DD9C}" type="slidenum">
              <a:t>&lt;#&gt;</a:t>
            </a:fld>
          </a:p>
        </p:txBody>
      </p:sp>
    </p:spTree>
  </p:cSld>
</p:sldLayout>
</file>

<file path=ppt/slideLayouts/slideLayout9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DC892CC7-BD79-4D7F-9BC0-6E1B7470C4A8}" type="slidenum">
              <a:t>&lt;#&gt;</a:t>
            </a:fld>
          </a:p>
        </p:txBody>
      </p:sp>
    </p:spTree>
  </p:cSld>
</p:sldLayout>
</file>

<file path=ppt/slideLayouts/slideLayout9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3BB3B853-3656-41BA-AFB7-1BB1ADCB6104}" type="slidenum">
              <a:t>&lt;#&gt;</a:t>
            </a:fld>
          </a:p>
        </p:txBody>
      </p:sp>
    </p:spTree>
  </p:cSld>
</p:sldLayout>
</file>

<file path=ppt/slideLayouts/slideLayout9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B942CC69-D412-4C88-8FB9-A503E2594196}" type="slidenum">
              <a:t>&lt;#&gt;</a:t>
            </a:fld>
          </a:p>
        </p:txBody>
      </p:sp>
    </p:spTree>
  </p:cSld>
</p:sldLayout>
</file>

<file path=ppt/slideLayouts/slideLayout9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70CFDF85-1202-46E1-9EED-852A24958210}" type="slidenum">
              <a:t>&lt;#&gt;</a:t>
            </a:fld>
          </a:p>
        </p:txBody>
      </p:sp>
    </p:spTree>
  </p:cSld>
</p:sldLayout>
</file>

<file path=ppt/slideLayouts/slideLayout9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3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5452A692-C011-48C1-B0EB-5AE7924135C5}" type="slidenum">
              <a:t>&lt;#&gt;</a:t>
            </a:fld>
          </a:p>
        </p:txBody>
      </p:sp>
    </p:spTree>
  </p:cSld>
</p:sldLayout>
</file>

<file path=ppt/slideLayouts/slideLayout9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4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E8E6B532-31F3-4144-9E33-F2924C4FEB0B}" type="slidenum">
              <a:t>&lt;#&gt;</a:t>
            </a:fld>
          </a:p>
        </p:txBody>
      </p:sp>
    </p:spTree>
  </p:cSld>
</p:sldLayout>
</file>

<file path=ppt/slideLayouts/slideLayout9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4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65096C5D-B4EF-445F-864F-E897CC3878DC}" type="slidenum">
              <a:t>&lt;#&gt;</a:t>
            </a:fld>
          </a:p>
        </p:txBody>
      </p:sp>
    </p:spTree>
  </p:cSld>
</p:sldLayout>
</file>

<file path=ppt/slideLayouts/slideLayout9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4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DBFA4065-D51D-4ED3-8CEA-F1DBA161AB44}" type="slidenum">
              <a:t>&lt;#&gt;</a:t>
            </a:fld>
          </a:p>
        </p:txBody>
      </p:sp>
    </p:spTree>
  </p:cSld>
</p:sldLayout>
</file>

<file path=ppt/slideLayouts/slideLayout9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5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5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5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753D8BFC-05D1-46EF-90A8-FBF0CE2C41D9}" type="slidenum">
              <a:t>&lt;#&gt;</a:t>
            </a:fld>
          </a:p>
        </p:txBody>
      </p:sp>
    </p:spTree>
  </p:cSld>
</p:sldLayout>
</file>

<file path=ppt/slideLayouts/slideLayout9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5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5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5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6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6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17"/>
          </p:nvPr>
        </p:nvSpPr>
        <p:spPr/>
        <p:txBody>
          <a:bodyPr/>
          <a:p>
            <a:fld id="{05577137-7341-4727-AD66-CC272D26FBA9}" type="slidenum">
              <a:t>&lt;#&gt;</a:t>
            </a:fld>
          </a:p>
        </p:txBody>
      </p:sp>
    </p:spTree>
  </p:cSld>
</p:sldLayout>
</file>

<file path=ppt/slideLayouts/slideLayout9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63FE32CC-2183-4CC5-B24F-1991FA8132B7}" type="slidenum">
              <a:t>&lt;#&gt;</a:t>
            </a:fld>
          </a:p>
        </p:txBody>
      </p:sp>
    </p:spTree>
  </p:cSld>
</p:sldLayout>
</file>

<file path=ppt/slideLayouts/slideLayout9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7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21D0432F-7F63-4A84-8756-4D3C7B3B3A29}" type="slidenum">
              <a:t>&lt;#&gt;</a:t>
            </a:fld>
          </a:p>
        </p:txBody>
      </p:sp>
    </p:spTree>
  </p:cSld>
</p:sldLayout>
</file>

<file path=ppt/slideLayouts/slideLayout9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585105D7-8265-4AB7-9A78-4A83703A6D7B}" type="slidenum">
              <a:t>&lt;#&gt;</a:t>
            </a:fld>
          </a:p>
        </p:txBody>
      </p:sp>
    </p:spTree>
  </p:cSld>
</p:sldLayout>
</file>

<file path=ppt/slideLayouts/slideLayout9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862E2666-1BF8-4139-A536-D8891B3E957E}" type="slidenum">
              <a:t>&lt;#&gt;</a:t>
            </a:fld>
          </a:p>
        </p:txBody>
      </p:sp>
    </p:spTree>
  </p:cSld>
</p:sldLayout>
</file>

<file path=ppt/slideLayouts/slideLayout9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BFF48726-7ED2-4E3E-B597-4825310C02E5}" type="slidenum">
              <a:t>&lt;#&gt;</a:t>
            </a:fld>
          </a:p>
        </p:txBody>
      </p:sp>
    </p:spTree>
  </p:cSld>
</p:sldLayout>
</file>

<file path=ppt/slideLayouts/slideLayout9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8E8E49C3-B884-481B-A65B-07631E639067}" type="slidenum">
              <a:t>&lt;#&gt;</a:t>
            </a:fld>
          </a:p>
        </p:txBody>
      </p:sp>
    </p:spTree>
  </p:cSld>
</p:sldLayout>
</file>

<file path=ppt/slideLayouts/slideLayout9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7E6C34A2-E329-4073-A6A3-7443370D5224}" type="slidenum">
              <a:t>&lt;#&gt;</a:t>
            </a:fld>
          </a:p>
        </p:txBody>
      </p:sp>
    </p:spTree>
  </p:cSld>
</p:sldLayout>
</file>

<file path=ppt/slideLayouts/slideLayout9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8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A4029E48-5848-4947-BF2F-09EFEAF4B9CD}" type="slidenum">
              <a:t>&lt;#&gt;</a:t>
            </a:fld>
          </a:p>
        </p:txBody>
      </p:sp>
    </p:spTree>
  </p:cSld>
</p:sldLayout>
</file>

<file path=ppt/slideLayouts/slideLayout9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D354B82F-3BBF-4E7E-96E6-95730BD06926}" type="slidenum">
              <a:t>&lt;#&gt;</a:t>
            </a:fld>
          </a:p>
        </p:txBody>
      </p:sp>
    </p:spTree>
  </p:cSld>
</p:sldLayout>
</file>

<file path=ppt/slideLayouts/slideLayout9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9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4BEF264D-7315-4E35-9601-E3045F4CF263}" type="slidenum">
              <a:t>&lt;#&gt;</a:t>
            </a:fld>
          </a:p>
        </p:txBody>
      </p:sp>
    </p:spTree>
  </p:cSld>
</p:sldLayout>
</file>

<file path=ppt/slideLayouts/slideLayout9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9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9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CA56BCD9-B579-417D-BFC2-5FB82F5B3148}" type="slidenum">
              <a:t>&lt;#&gt;</a:t>
            </a:fld>
          </a:p>
        </p:txBody>
      </p:sp>
    </p:spTree>
  </p:cSld>
</p:sldLayout>
</file>

<file path=ppt/slideLayouts/slideLayout9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0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0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0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0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0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1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19"/>
          </p:nvPr>
        </p:nvSpPr>
        <p:spPr/>
        <p:txBody>
          <a:bodyPr/>
          <a:p>
            <a:fld id="{0760004D-501C-4DF5-9ACC-752FF370B72B}" type="slidenum">
              <a:t>&lt;#&gt;</a:t>
            </a:fld>
          </a:p>
        </p:txBody>
      </p:sp>
    </p:spTree>
  </p:cSld>
</p:sldLayout>
</file>

<file path=ppt/slideLayouts/slideLayout9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F60CD7D8-C681-46E2-89BE-92278E781D14}" type="slidenum">
              <a:t>&lt;#&gt;</a:t>
            </a:fld>
          </a:p>
        </p:txBody>
      </p:sp>
    </p:spTree>
  </p:cSld>
</p:sldLayout>
</file>

<file path=ppt/slideLayouts/slideLayout9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1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DE7FDB80-AC26-4C3A-AB5A-E1DFA161EA07}" type="slidenum">
              <a:t>&lt;#&gt;</a:t>
            </a:fld>
          </a:p>
        </p:txBody>
      </p:sp>
    </p:spTree>
  </p:cSld>
</p:sldLayout>
</file>

<file path=ppt/slideLayouts/slideLayout9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75A8D216-6F3E-4A2F-B058-3DAE5498E20C}" type="slidenum">
              <a:t>&lt;#&gt;</a:t>
            </a:fld>
          </a:p>
        </p:txBody>
      </p:sp>
    </p:spTree>
  </p:cSld>
</p:sldLayout>
</file>

<file path=ppt/slideLayouts/slideLayout9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714DCBA7-F8EF-4F66-A83C-10546F4865AA}" type="slidenum">
              <a:t>&lt;#&gt;</a:t>
            </a:fld>
          </a:p>
        </p:txBody>
      </p:sp>
    </p:spTree>
  </p:cSld>
</p:sldLayout>
</file>

<file path=ppt/slideLayouts/slideLayout9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3E34B5A3-2F32-4C44-90D5-6B2973E7A9A9}" type="slidenum">
              <a:t>&lt;#&gt;</a:t>
            </a:fld>
          </a:p>
        </p:txBody>
      </p:sp>
    </p:spTree>
  </p:cSld>
</p:sldLayout>
</file>

<file path=ppt/slideLayouts/slideLayout9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5A79EA0A-BB26-43F4-91FA-BF19DBC8D42A}" type="slidenum">
              <a:t>&lt;#&gt;</a:t>
            </a:fld>
          </a:p>
        </p:txBody>
      </p:sp>
    </p:spTree>
  </p:cSld>
</p:sldLayout>
</file>

<file path=ppt/slideLayouts/slideLayout9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2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F336D5F0-7A7F-43D1-A5D4-4E44C4E27945}" type="slidenum">
              <a:t>&lt;#&gt;</a:t>
            </a:fld>
          </a:p>
        </p:txBody>
      </p:sp>
    </p:spTree>
  </p:cSld>
</p:sldLayout>
</file>

<file path=ppt/slideLayouts/slideLayout9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2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517A3BA7-05E8-4207-B338-DB27E136C0AA}" type="slidenum">
              <a:t>&lt;#&gt;</a:t>
            </a:fld>
          </a:p>
        </p:txBody>
      </p:sp>
    </p:spTree>
  </p:cSld>
</p:sldLayout>
</file>

<file path=ppt/slideLayouts/slideLayout9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2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873B0496-F1D4-4A9C-973D-D081A23C5447}" type="slidenum">
              <a:t>&lt;#&gt;</a:t>
            </a:fld>
          </a:p>
        </p:txBody>
      </p:sp>
    </p:spTree>
  </p:cSld>
</p:sldLayout>
</file>

<file path=ppt/slideLayouts/slideLayout9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3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48BE3919-A74E-4A59-8025-95FE9BF001D8}" type="slidenum">
              <a:t>&lt;#&gt;</a:t>
            </a:fld>
          </a:p>
        </p:txBody>
      </p:sp>
    </p:spTree>
  </p:cSld>
</p:sldLayout>
</file>

<file path=ppt/slideLayouts/slideLayout9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3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3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179C3F4F-2E5B-43D8-AC47-235591D11598}" type="slidenum">
              <a:t>&lt;#&gt;</a:t>
            </a:fld>
          </a:p>
        </p:txBody>
      </p:sp>
    </p:spTree>
  </p:cSld>
</p:sldLayout>
</file>

<file path=ppt/slideLayouts/slideLayout9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4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4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4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4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4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20"/>
          </p:nvPr>
        </p:nvSpPr>
        <p:spPr/>
        <p:txBody>
          <a:bodyPr/>
          <a:p>
            <a:fld id="{0888AE18-36E6-4BF6-AC60-FC6CE48C5A58}" type="slidenum">
              <a:t>&lt;#&gt;</a:t>
            </a:fld>
          </a:p>
        </p:txBody>
      </p:sp>
    </p:spTree>
  </p:cSld>
</p:sldLayout>
</file>

<file path=ppt/slideLayouts/slideLayout9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9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5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9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9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9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9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9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9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9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7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9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7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9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7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7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9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8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8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8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8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8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9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7E364562-B7A2-46F3-86DB-6269284E668F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9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9DF4A78B-546C-4C9A-8F9D-2F2113D2709F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78149C45-E97A-4F9E-9EC2-04E3DE186347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6BE87C1B-74D8-47F9-843E-F928F268261F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BC33F5E4-A62F-476D-B168-07621D0C6755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EDA941EE-0E7F-4D29-9D8A-8E705643B269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D936A5EA-C5F7-4E34-B65F-4635CEEFAB26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1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434EB0DD-E26F-46D3-8300-3029BFC61FDB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1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A39B684B-7FC5-45D7-BD3C-0624E469DACA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1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6DE16EE2-2C12-4995-9FA4-182F35AD8F46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2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45F66ACE-99B0-4EC7-9361-32A80DA94295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2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2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2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2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3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2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23"/>
          </p:nvPr>
        </p:nvSpPr>
        <p:spPr/>
        <p:txBody>
          <a:bodyPr/>
          <a:p>
            <a:fld id="{47BF8841-0824-4CCC-8D46-7F6F54F379EB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2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9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2E3DBB1D-BA9F-4C38-BE72-4B5CF6FC454E}" type="slidenum">
              <a:t>&lt;#&gt;</a:t>
            </a:fld>
          </a:p>
        </p:txBody>
      </p:sp>
    </p:spTree>
  </p:cSld>
</p:sldLayout>
</file>

<file path=ppt/slideLayouts/slideLayout9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3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EE958813-DA2D-421B-B524-66604847DFBC}" type="slidenum">
              <a:t>&lt;#&gt;</a:t>
            </a:fld>
          </a:p>
        </p:txBody>
      </p:sp>
    </p:spTree>
  </p:cSld>
</p:sldLayout>
</file>

<file path=ppt/slideLayouts/slideLayout9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9A2C4F7A-6E22-4293-8DFB-2685DC8F31E1}" type="slidenum">
              <a:t>&lt;#&gt;</a:t>
            </a:fld>
          </a:p>
        </p:txBody>
      </p:sp>
    </p:spTree>
  </p:cSld>
</p:sldLayout>
</file>

<file path=ppt/slideLayouts/slideLayout9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2042C4C6-C967-4A62-90EA-D0EEBA68149E}" type="slidenum">
              <a:t>&lt;#&gt;</a:t>
            </a:fld>
          </a:p>
        </p:txBody>
      </p:sp>
    </p:spTree>
  </p:cSld>
</p:sldLayout>
</file>

<file path=ppt/slideLayouts/slideLayout9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8C0BF2D8-B570-48AE-82F6-290D1897A233}" type="slidenum">
              <a:t>&lt;#&gt;</a:t>
            </a:fld>
          </a:p>
        </p:txBody>
      </p:sp>
    </p:spTree>
  </p:cSld>
</p:sldLayout>
</file>

<file path=ppt/slideLayouts/slideLayout9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5B213135-02DF-419B-BE6D-615AAB72B973}" type="slidenum">
              <a:t>&lt;#&gt;</a:t>
            </a:fld>
          </a:p>
        </p:txBody>
      </p:sp>
    </p:spTree>
  </p:cSld>
</p:sldLayout>
</file>

<file path=ppt/slideLayouts/slideLayout9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ACC592C3-E283-45D3-8C3D-5D6D017F6626}" type="slidenum">
              <a:t>&lt;#&gt;</a:t>
            </a:fld>
          </a:p>
        </p:txBody>
      </p:sp>
    </p:spTree>
  </p:cSld>
</p:sldLayout>
</file>

<file path=ppt/slideLayouts/slideLayout9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5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5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8257F1C7-1B28-4D86-830C-1D82990AE0C4}" type="slidenum">
              <a:t>&lt;#&gt;</a:t>
            </a:fld>
          </a:p>
        </p:txBody>
      </p:sp>
    </p:spTree>
  </p:cSld>
</p:sldLayout>
</file>

<file path=ppt/slideLayouts/slideLayout9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A134E941-2064-449D-BEDA-5617331870FB}" type="slidenum">
              <a:t>&lt;#&gt;</a:t>
            </a:fld>
          </a:p>
        </p:txBody>
      </p:sp>
    </p:spTree>
  </p:cSld>
</p:sldLayout>
</file>

<file path=ppt/slideLayouts/slideLayout9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6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D4C50CEA-1DD5-46CE-955F-17BF48910C0B}" type="slidenum">
              <a:t>&lt;#&gt;</a:t>
            </a:fld>
          </a:p>
        </p:txBody>
      </p:sp>
    </p:spTree>
  </p:cSld>
</p:sldLayout>
</file>

<file path=ppt/slideLayouts/slideLayout9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6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C7109AA7-FD66-4351-BAF3-6B53C229A5C2}" type="slidenum">
              <a:t>&lt;#&gt;</a:t>
            </a:fld>
          </a:p>
        </p:txBody>
      </p:sp>
    </p:spTree>
  </p:cSld>
</p:sldLayout>
</file>

<file path=ppt/slideLayouts/slideLayout9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6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6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7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7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7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24"/>
          </p:nvPr>
        </p:nvSpPr>
        <p:spPr/>
        <p:txBody>
          <a:bodyPr/>
          <a:p>
            <a:fld id="{75D54361-4581-4C1C-96CB-3B0EE8C92B77}" type="slidenum">
              <a:t>&lt;#&gt;</a:t>
            </a:fld>
          </a:p>
        </p:txBody>
      </p:sp>
    </p:spTree>
  </p:cSld>
</p:sldLayout>
</file>

<file path=ppt/slideLayouts/slideLayout9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BFEE61AC-916A-4F2B-B0AA-D6F1BE4DE368}" type="slidenum">
              <a:t>&lt;#&gt;</a:t>
            </a:fld>
          </a:p>
        </p:txBody>
      </p:sp>
    </p:spTree>
  </p:cSld>
</p:sldLayout>
</file>

<file path=ppt/slideLayouts/slideLayout9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8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CF63740C-BFEC-43BC-86BF-3B9B0869EF12}" type="slidenum">
              <a:t>&lt;#&gt;</a:t>
            </a:fld>
          </a:p>
        </p:txBody>
      </p:sp>
    </p:spTree>
  </p:cSld>
</p:sldLayout>
</file>

<file path=ppt/slideLayouts/slideLayout9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F519AB35-FA40-46B0-BF0A-0E540A4DF16C}" type="slidenum">
              <a:t>&lt;#&gt;</a:t>
            </a:fld>
          </a:p>
        </p:txBody>
      </p:sp>
    </p:spTree>
  </p:cSld>
</p:sldLayout>
</file>

<file path=ppt/slideLayouts/slideLayout9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C0899D30-BDE0-4839-8226-22ABBC2452D0}" type="slidenum">
              <a:t>&lt;#&gt;</a:t>
            </a:fld>
          </a:p>
        </p:txBody>
      </p:sp>
    </p:spTree>
  </p:cSld>
</p:sldLayout>
</file>

<file path=ppt/slideLayouts/slideLayout9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B5931947-FF3F-45A1-9992-26E25B94C6F3}" type="slidenum">
              <a:t>&lt;#&gt;</a:t>
            </a:fld>
          </a:p>
        </p:txBody>
      </p:sp>
    </p:spTree>
  </p:cSld>
</p:sldLayout>
</file>

<file path=ppt/slideLayouts/slideLayout9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221AB7C3-442C-429C-935C-07CCCD51F932}" type="slidenum">
              <a:t>&lt;#&gt;</a:t>
            </a:fld>
          </a:p>
        </p:txBody>
      </p:sp>
    </p:spTree>
  </p:cSld>
</p:sldLayout>
</file>

<file path=ppt/slideLayouts/slideLayout9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D072AD9A-9E6C-4E50-88C5-E8D54F82F105}" type="slidenum">
              <a:t>&lt;#&gt;</a:t>
            </a:fld>
          </a:p>
        </p:txBody>
      </p:sp>
    </p:spTree>
  </p:cSld>
</p:sldLayout>
</file>

<file path=ppt/slideLayouts/slideLayout9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9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98B3A6E5-87FB-471F-9DDA-C1CF43FEFA31}" type="slidenum">
              <a:t>&lt;#&gt;</a:t>
            </a:fld>
          </a:p>
        </p:txBody>
      </p:sp>
    </p:spTree>
  </p:cSld>
</p:sldLayout>
</file>

<file path=ppt/slideLayouts/slideLayout9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9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45DD848D-1381-4263-8D61-5FEE376A81CB}" type="slidenum">
              <a:t>&lt;#&gt;</a:t>
            </a:fld>
          </a:p>
        </p:txBody>
      </p:sp>
    </p:spTree>
  </p:cSld>
</p:sldLayout>
</file>

<file path=ppt/slideLayouts/slideLayout9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0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342420BA-60BA-426F-BB27-AACBE10707D9}" type="slidenum">
              <a:t>&lt;#&gt;</a:t>
            </a:fld>
          </a:p>
        </p:txBody>
      </p:sp>
    </p:spTree>
  </p:cSld>
</p:sldLayout>
</file>

<file path=ppt/slideLayouts/slideLayout9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0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0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D5FF4ED6-423E-4929-B520-85FC4068D591}" type="slidenum">
              <a:t>&lt;#&gt;</a:t>
            </a:fld>
          </a:p>
        </p:txBody>
      </p:sp>
    </p:spTree>
  </p:cSld>
</p:sldLayout>
</file>

<file path=ppt/slideLayouts/slideLayout9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1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1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1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1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1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25"/>
          </p:nvPr>
        </p:nvSpPr>
        <p:spPr/>
        <p:txBody>
          <a:bodyPr/>
          <a:p>
            <a:fld id="{5F20DC93-0270-46D2-9349-4F3E710CEEE0}" type="slidenum">
              <a:t>&lt;#&gt;</a:t>
            </a:fld>
          </a:p>
        </p:txBody>
      </p:sp>
    </p:spTree>
  </p:cSld>
</p:sldLayout>
</file>

<file path=ppt/slideLayouts/slideLayout9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A8181145-ECA1-4890-BFFB-2833278BA4C5}" type="slidenum">
              <a:t>&lt;#&gt;</a:t>
            </a:fld>
          </a:p>
        </p:txBody>
      </p:sp>
    </p:spTree>
  </p:cSld>
</p:sldLayout>
</file>

<file path=ppt/slideLayouts/slideLayout9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2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6C3CC344-BF3D-4D58-AF39-722757C299C1}" type="slidenum">
              <a:t>&lt;#&gt;</a:t>
            </a:fld>
          </a:p>
        </p:txBody>
      </p:sp>
    </p:spTree>
  </p:cSld>
</p:sldLayout>
</file>

<file path=ppt/slideLayouts/slideLayout9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A1EAA112-D7CE-42BD-B65C-8C3282A9D5E2}" type="slidenum">
              <a:t>&lt;#&gt;</a:t>
            </a:fld>
          </a:p>
        </p:txBody>
      </p:sp>
    </p:spTree>
  </p:cSld>
</p:sldLayout>
</file>

<file path=ppt/slideLayouts/slideLayout10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32FF3847-0F90-4D99-95D3-9AD844DAE819}" type="slidenum">
              <a:t>&lt;#&gt;</a:t>
            </a:fld>
          </a:p>
        </p:txBody>
      </p:sp>
    </p:spTree>
  </p:cSld>
</p:sldLayout>
</file>

<file path=ppt/slideLayouts/slideLayout10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9993DCE9-F59B-4BBD-8DA2-F3B3B2AA8E78}" type="slidenum">
              <a:t>&lt;#&gt;</a:t>
            </a:fld>
          </a:p>
        </p:txBody>
      </p:sp>
    </p:spTree>
  </p:cSld>
</p:sldLayout>
</file>

<file path=ppt/slideLayouts/slideLayout10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F913814F-21DC-4737-941B-7E0171D86641}" type="slidenum">
              <a:t>&lt;#&gt;</a:t>
            </a:fld>
          </a:p>
        </p:txBody>
      </p:sp>
    </p:spTree>
  </p:cSld>
</p:sldLayout>
</file>

<file path=ppt/slideLayouts/slideLayout10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EF7E540C-6D30-435B-B9C4-2FA453801322}" type="slidenum">
              <a:t>&lt;#&gt;</a:t>
            </a:fld>
          </a:p>
        </p:txBody>
      </p:sp>
    </p:spTree>
  </p:cSld>
</p:sldLayout>
</file>

<file path=ppt/slideLayouts/slideLayout10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3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83D8E816-10EA-450A-847F-F5A803EBB077}" type="slidenum">
              <a:t>&lt;#&gt;</a:t>
            </a:fld>
          </a:p>
        </p:txBody>
      </p:sp>
    </p:spTree>
  </p:cSld>
</p:sldLayout>
</file>

<file path=ppt/slideLayouts/slideLayout10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E43C4D15-AA2F-4575-9829-A36ED472071F}" type="slidenum">
              <a:t>&lt;#&gt;</a:t>
            </a:fld>
          </a:p>
        </p:txBody>
      </p:sp>
    </p:spTree>
  </p:cSld>
</p:sldLayout>
</file>

<file path=ppt/slideLayouts/slideLayout10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4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6DB0F712-6142-4996-82CB-03FED4A7DD7E}" type="slidenum">
              <a:t>&lt;#&gt;</a:t>
            </a:fld>
          </a:p>
        </p:txBody>
      </p:sp>
    </p:spTree>
  </p:cSld>
</p:sldLayout>
</file>

<file path=ppt/slideLayouts/slideLayout10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4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4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4FCF3BC3-C2A7-45F1-A4A2-C1A2E54CA74B}" type="slidenum">
              <a:t>&lt;#&gt;</a:t>
            </a:fld>
          </a:p>
        </p:txBody>
      </p:sp>
    </p:spTree>
  </p:cSld>
</p:sldLayout>
</file>

<file path=ppt/slideLayouts/slideLayout10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5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5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5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5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5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26"/>
          </p:nvPr>
        </p:nvSpPr>
        <p:spPr/>
        <p:txBody>
          <a:bodyPr/>
          <a:p>
            <a:fld id="{E47C6ADD-C9AF-4488-8E48-B52037EDB8C5}" type="slidenum">
              <a:t>&lt;#&gt;</a:t>
            </a:fld>
          </a:p>
        </p:txBody>
      </p:sp>
    </p:spTree>
  </p:cSld>
</p:sldLayout>
</file>

<file path=ppt/slideLayouts/slideLayout10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FC6AB3BA-AD31-4A19-A0F9-B593B5C6B56E}" type="slidenum">
              <a:t>&lt;#&gt;</a:t>
            </a:fld>
          </a:p>
        </p:txBody>
      </p:sp>
    </p:spTree>
  </p:cSld>
</p:sldLayout>
</file>

<file path=ppt/slideLayouts/slideLayout10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6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CABC225D-61C5-44C5-A98E-439327068373}" type="slidenum">
              <a:t>&lt;#&gt;</a:t>
            </a:fld>
          </a:p>
        </p:txBody>
      </p:sp>
    </p:spTree>
  </p:cSld>
</p:sldLayout>
</file>

<file path=ppt/slideLayouts/slideLayout10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BC13D6B9-4434-4A10-9ED9-83BB5730630B}" type="slidenum">
              <a:t>&lt;#&gt;</a:t>
            </a:fld>
          </a:p>
        </p:txBody>
      </p:sp>
    </p:spTree>
  </p:cSld>
</p:sldLayout>
</file>

<file path=ppt/slideLayouts/slideLayout10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67E65FA5-0AB7-4BC0-8327-8BB74D612DD9}" type="slidenum">
              <a:t>&lt;#&gt;</a:t>
            </a:fld>
          </a:p>
        </p:txBody>
      </p:sp>
    </p:spTree>
  </p:cSld>
</p:sldLayout>
</file>

<file path=ppt/slideLayouts/slideLayout10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CA7089DC-2845-4400-8FAE-A32E5739C650}" type="slidenum">
              <a:t>&lt;#&gt;</a:t>
            </a:fld>
          </a:p>
        </p:txBody>
      </p:sp>
    </p:spTree>
  </p:cSld>
</p:sldLayout>
</file>

<file path=ppt/slideLayouts/slideLayout10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17A86CDD-3402-46CD-BE0F-BE35FE8A8456}" type="slidenum">
              <a:t>&lt;#&gt;</a:t>
            </a:fld>
          </a:p>
        </p:txBody>
      </p:sp>
    </p:spTree>
  </p:cSld>
</p:sldLayout>
</file>

<file path=ppt/slideLayouts/slideLayout10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3AA0C4FF-122A-43EF-BF1E-BD42D9FCB75A}" type="slidenum">
              <a:t>&lt;#&gt;</a:t>
            </a:fld>
          </a:p>
        </p:txBody>
      </p:sp>
    </p:spTree>
  </p:cSld>
</p:sldLayout>
</file>

<file path=ppt/slideLayouts/slideLayout10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8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ABF1E953-8CBE-439F-A3B0-387DB364CE69}" type="slidenum">
              <a:t>&lt;#&gt;</a:t>
            </a:fld>
          </a:p>
        </p:txBody>
      </p:sp>
    </p:spTree>
  </p:cSld>
</p:sldLayout>
</file>

<file path=ppt/slideLayouts/slideLayout10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F5DA839B-1525-460D-960E-88646223DC40}" type="slidenum">
              <a:t>&lt;#&gt;</a:t>
            </a:fld>
          </a:p>
        </p:txBody>
      </p:sp>
    </p:spTree>
  </p:cSld>
</p:sldLayout>
</file>

<file path=ppt/slideLayouts/slideLayout10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8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15E9AFBB-BD5B-41C7-8CB3-A150B7879061}" type="slidenum">
              <a:t>&lt;#&gt;</a:t>
            </a:fld>
          </a:p>
        </p:txBody>
      </p:sp>
    </p:spTree>
  </p:cSld>
</p:sldLayout>
</file>

<file path=ppt/slideLayouts/slideLayout10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9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F2E0F20B-3DFB-48C6-98FD-176F2C156803}" type="slidenum">
              <a:t>&lt;#&gt;</a:t>
            </a:fld>
          </a:p>
        </p:txBody>
      </p:sp>
    </p:spTree>
  </p:cSld>
</p:sldLayout>
</file>

<file path=ppt/slideLayouts/slideLayout10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9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9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9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9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9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2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28"/>
          </p:nvPr>
        </p:nvSpPr>
        <p:spPr/>
        <p:txBody>
          <a:bodyPr/>
          <a:p>
            <a:fld id="{50220449-F4CE-413D-9F4C-E8BC4C35AC42}" type="slidenum">
              <a:t>&lt;#&gt;</a:t>
            </a:fld>
          </a:p>
        </p:txBody>
      </p:sp>
    </p:spTree>
  </p:cSld>
</p:sldLayout>
</file>

<file path=ppt/slideLayouts/slideLayout10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A721836C-79F1-4ABC-A16E-A5D0C1727EF1}" type="slidenum">
              <a:t>&lt;#&gt;</a:t>
            </a:fld>
          </a:p>
        </p:txBody>
      </p:sp>
    </p:spTree>
  </p:cSld>
</p:sldLayout>
</file>

<file path=ppt/slideLayouts/slideLayout10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0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2B98EA2A-12DA-40B0-BC61-A0D5D418B3A9}" type="slidenum">
              <a:t>&lt;#&gt;</a:t>
            </a:fld>
          </a:p>
        </p:txBody>
      </p:sp>
    </p:spTree>
  </p:cSld>
</p:sldLayout>
</file>

<file path=ppt/slideLayouts/slideLayout10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5128F872-9474-4160-BFB6-AB14E5071183}" type="slidenum">
              <a:t>&lt;#&gt;</a:t>
            </a:fld>
          </a:p>
        </p:txBody>
      </p:sp>
    </p:spTree>
  </p:cSld>
</p:sldLayout>
</file>

<file path=ppt/slideLayouts/slideLayout10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F6D878F5-CC62-4C2A-9006-1F8FD00384DC}" type="slidenum">
              <a:t>&lt;#&gt;</a:t>
            </a:fld>
          </a:p>
        </p:txBody>
      </p:sp>
    </p:spTree>
  </p:cSld>
</p:sldLayout>
</file>

<file path=ppt/slideLayouts/slideLayout10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644D3287-B4A6-41DA-90EF-8EEE1A8DBC9D}" type="slidenum">
              <a:t>&lt;#&gt;</a:t>
            </a:fld>
          </a:p>
        </p:txBody>
      </p:sp>
    </p:spTree>
  </p:cSld>
</p:sldLayout>
</file>

<file path=ppt/slideLayouts/slideLayout10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695744D8-C36C-4ECF-9AC9-E902B7E12773}" type="slidenum">
              <a:t>&lt;#&gt;</a:t>
            </a:fld>
          </a:p>
        </p:txBody>
      </p:sp>
    </p:spTree>
  </p:cSld>
</p:sldLayout>
</file>

<file path=ppt/slideLayouts/slideLayout10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D3F858B6-E91F-4133-8B1E-FA31DDEA78DB}" type="slidenum">
              <a:t>&lt;#&gt;</a:t>
            </a:fld>
          </a:p>
        </p:txBody>
      </p:sp>
    </p:spTree>
  </p:cSld>
</p:sldLayout>
</file>

<file path=ppt/slideLayouts/slideLayout10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2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370B5A4F-645E-4ACB-95FC-D3360A6D8CC2}" type="slidenum">
              <a:t>&lt;#&gt;</a:t>
            </a:fld>
          </a:p>
        </p:txBody>
      </p:sp>
    </p:spTree>
  </p:cSld>
</p:sldLayout>
</file>

<file path=ppt/slideLayouts/slideLayout10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2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AA85595D-6126-4F85-A34C-63690134CC75}" type="slidenum">
              <a:t>&lt;#&gt;</a:t>
            </a:fld>
          </a:p>
        </p:txBody>
      </p:sp>
    </p:spTree>
  </p:cSld>
</p:sldLayout>
</file>

<file path=ppt/slideLayouts/slideLayout10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2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8ECE82BF-0C6D-4777-95A0-0BFD600B986C}" type="slidenum">
              <a:t>&lt;#&gt;</a:t>
            </a:fld>
          </a:p>
        </p:txBody>
      </p:sp>
    </p:spTree>
  </p:cSld>
</p:sldLayout>
</file>

<file path=ppt/slideLayouts/slideLayout10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3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193B208A-A442-496F-A715-AB886FA87441}" type="slidenum">
              <a:t>&lt;#&gt;</a:t>
            </a:fld>
          </a:p>
        </p:txBody>
      </p:sp>
    </p:spTree>
  </p:cSld>
</p:sldLayout>
</file>

<file path=ppt/slideLayouts/slideLayout10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3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3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3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3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3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29"/>
          </p:nvPr>
        </p:nvSpPr>
        <p:spPr/>
        <p:txBody>
          <a:bodyPr/>
          <a:p>
            <a:fld id="{02404257-33AF-428C-87B4-FF0F3BBDC386}" type="slidenum">
              <a:t>&lt;#&gt;</a:t>
            </a:fld>
          </a:p>
        </p:txBody>
      </p:sp>
    </p:spTree>
  </p:cSld>
</p:sldLayout>
</file>

<file path=ppt/slideLayouts/slideLayout10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0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4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0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0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0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0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0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0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6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0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6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0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6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0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7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7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0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7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7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7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7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8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0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71E666BB-B434-44D0-A13E-EB12720927F6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9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BA16B177-3316-4316-A43F-2CDED00B26F4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14E72FDF-800A-469F-94FD-A1792144F519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437A4D6B-384E-4148-9669-A942AAA56D54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321C36F2-442A-429A-8685-3AC1E0F1AB34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7291A38C-4533-4CE9-B8B3-3E81406FAA99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0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9BA50E15-1501-4828-8C16-26A202ACDFD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0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A4CB2C26-7734-4380-88CE-8AD998BDD701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0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1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B5049D81-C849-4418-9201-B41EC587D432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1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3113EB9A-8A92-48B1-9FD9-EDF09EC7A3DA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1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1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4F06E5D0-CC40-435B-B2CE-328EB70DBB18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2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2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2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2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2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3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32"/>
          </p:nvPr>
        </p:nvSpPr>
        <p:spPr/>
        <p:txBody>
          <a:bodyPr/>
          <a:p>
            <a:fld id="{362E27AE-F53C-4BB2-9B1A-8CB4E789BA68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3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0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EB199FB3-068C-467E-9D3B-11EC3623811B}" type="slidenum">
              <a:t>&lt;#&gt;</a:t>
            </a:fld>
          </a:p>
        </p:txBody>
      </p:sp>
    </p:spTree>
  </p:cSld>
</p:sldLayout>
</file>

<file path=ppt/slideLayouts/slideLayout10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3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7B45E3D5-4EA9-4B7E-9721-0B4F5EC4FE0E}" type="slidenum">
              <a:t>&lt;#&gt;</a:t>
            </a:fld>
          </a:p>
        </p:txBody>
      </p:sp>
    </p:spTree>
  </p:cSld>
</p:sldLayout>
</file>

<file path=ppt/slideLayouts/slideLayout10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072950B2-9F2F-4E7F-8C89-3B843B9ADA8D}" type="slidenum">
              <a:t>&lt;#&gt;</a:t>
            </a:fld>
          </a:p>
        </p:txBody>
      </p:sp>
    </p:spTree>
  </p:cSld>
</p:sldLayout>
</file>

<file path=ppt/slideLayouts/slideLayout10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9553E4F5-0021-4603-BF68-425A0E55F93B}" type="slidenum">
              <a:t>&lt;#&gt;</a:t>
            </a:fld>
          </a:p>
        </p:txBody>
      </p:sp>
    </p:spTree>
  </p:cSld>
</p:sldLayout>
</file>

<file path=ppt/slideLayouts/slideLayout10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5BE5B0A1-D076-4A58-9618-58F7F69E796A}" type="slidenum">
              <a:t>&lt;#&gt;</a:t>
            </a:fld>
          </a:p>
        </p:txBody>
      </p:sp>
    </p:spTree>
  </p:cSld>
</p:sldLayout>
</file>

<file path=ppt/slideLayouts/slideLayout10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12153AD7-9E41-4017-B72B-13781EF71F04}" type="slidenum">
              <a:t>&lt;#&gt;</a:t>
            </a:fld>
          </a:p>
        </p:txBody>
      </p:sp>
    </p:spTree>
  </p:cSld>
</p:sldLayout>
</file>

<file path=ppt/slideLayouts/slideLayout10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4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25BDBF31-A3E6-4E1D-9F47-DCC601CD86C1}" type="slidenum">
              <a:t>&lt;#&gt;</a:t>
            </a:fld>
          </a:p>
        </p:txBody>
      </p:sp>
    </p:spTree>
  </p:cSld>
</p:sldLayout>
</file>

<file path=ppt/slideLayouts/slideLayout10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4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8B0D2606-3D60-4FAD-8505-77B5ECE8325A}" type="slidenum">
              <a:t>&lt;#&gt;</a:t>
            </a:fld>
          </a:p>
        </p:txBody>
      </p:sp>
    </p:spTree>
  </p:cSld>
</p:sldLayout>
</file>

<file path=ppt/slideLayouts/slideLayout10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02F936CE-F699-49D6-BB4B-2873C7053FDB}" type="slidenum">
              <a:t>&lt;#&gt;</a:t>
            </a:fld>
          </a:p>
        </p:txBody>
      </p:sp>
    </p:spTree>
  </p:cSld>
</p:sldLayout>
</file>

<file path=ppt/slideLayouts/slideLayout10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5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47EEB03D-9C87-451B-8282-8D7E2F4F8F86}" type="slidenum">
              <a:t>&lt;#&gt;</a:t>
            </a:fld>
          </a:p>
        </p:txBody>
      </p:sp>
    </p:spTree>
  </p:cSld>
</p:sldLayout>
</file>

<file path=ppt/slideLayouts/slideLayout10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5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6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6B16F4FF-45EE-4A2D-93BD-63CB2AF33191}" type="slidenum">
              <a:t>&lt;#&gt;</a:t>
            </a:fld>
          </a:p>
        </p:txBody>
      </p:sp>
    </p:spTree>
  </p:cSld>
</p:sldLayout>
</file>

<file path=ppt/slideLayouts/slideLayout10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6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6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6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6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6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33"/>
          </p:nvPr>
        </p:nvSpPr>
        <p:spPr/>
        <p:txBody>
          <a:bodyPr/>
          <a:p>
            <a:fld id="{CC391DE5-3296-4A32-97DA-FF4E858437DC}" type="slidenum">
              <a:t>&lt;#&gt;</a:t>
            </a:fld>
          </a:p>
        </p:txBody>
      </p:sp>
    </p:spTree>
  </p:cSld>
</p:sldLayout>
</file>

<file path=ppt/slideLayouts/slideLayout10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808FC1B7-AFC9-4778-955D-0F7448C31038}" type="slidenum">
              <a:t>&lt;#&gt;</a:t>
            </a:fld>
          </a:p>
        </p:txBody>
      </p:sp>
    </p:spTree>
  </p:cSld>
</p:sldLayout>
</file>

<file path=ppt/slideLayouts/slideLayout10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7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027E65A2-2162-4B97-9878-645950E24709}" type="slidenum">
              <a:t>&lt;#&gt;</a:t>
            </a:fld>
          </a:p>
        </p:txBody>
      </p:sp>
    </p:spTree>
  </p:cSld>
</p:sldLayout>
</file>

<file path=ppt/slideLayouts/slideLayout10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41EB81C7-2E61-48F4-923D-25F24B25DF01}" type="slidenum">
              <a:t>&lt;#&gt;</a:t>
            </a:fld>
          </a:p>
        </p:txBody>
      </p:sp>
    </p:spTree>
  </p:cSld>
</p:sldLayout>
</file>

<file path=ppt/slideLayouts/slideLayout10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DD17B5D1-4D3C-4988-A6F4-F7BA2705B12E}" type="slidenum">
              <a:t>&lt;#&gt;</a:t>
            </a:fld>
          </a:p>
        </p:txBody>
      </p:sp>
    </p:spTree>
  </p:cSld>
</p:sldLayout>
</file>

<file path=ppt/slideLayouts/slideLayout10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83C5208C-C1F6-474E-8797-D55DD4E22803}" type="slidenum">
              <a:t>&lt;#&gt;</a:t>
            </a:fld>
          </a:p>
        </p:txBody>
      </p:sp>
    </p:spTree>
  </p:cSld>
</p:sldLayout>
</file>

<file path=ppt/slideLayouts/slideLayout10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98BBCD6C-3D74-45D8-94E3-5CBE9D24BD76}" type="slidenum">
              <a:t>&lt;#&gt;</a:t>
            </a:fld>
          </a:p>
        </p:txBody>
      </p:sp>
    </p:spTree>
  </p:cSld>
</p:sldLayout>
</file>

<file path=ppt/slideLayouts/slideLayout10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D2E11C67-C759-4759-AAB0-10F46C7CC952}" type="slidenum">
              <a:t>&lt;#&gt;</a:t>
            </a:fld>
          </a:p>
        </p:txBody>
      </p:sp>
    </p:spTree>
  </p:cSld>
</p:sldLayout>
</file>

<file path=ppt/slideLayouts/slideLayout10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9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1474826C-2331-48F3-9326-BC2A2BFEDB1A}" type="slidenum">
              <a:t>&lt;#&gt;</a:t>
            </a:fld>
          </a:p>
        </p:txBody>
      </p:sp>
    </p:spTree>
  </p:cSld>
</p:sldLayout>
</file>

<file path=ppt/slideLayouts/slideLayout10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9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BB8C9934-74C8-46E6-87E2-9387D4862628}" type="slidenum">
              <a:t>&lt;#&gt;</a:t>
            </a:fld>
          </a:p>
        </p:txBody>
      </p:sp>
    </p:spTree>
  </p:cSld>
</p:sldLayout>
</file>

<file path=ppt/slideLayouts/slideLayout10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9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F7943654-D54E-4AB3-87E7-24CAEC138B27}" type="slidenum">
              <a:t>&lt;#&gt;</a:t>
            </a:fld>
          </a:p>
        </p:txBody>
      </p:sp>
    </p:spTree>
  </p:cSld>
</p:sldLayout>
</file>

<file path=ppt/slideLayouts/slideLayout10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0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0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8B997865-153B-4CD0-8D74-1840EE499BAB}" type="slidenum">
              <a:t>&lt;#&gt;</a:t>
            </a:fld>
          </a:p>
        </p:txBody>
      </p:sp>
    </p:spTree>
  </p:cSld>
</p:sldLayout>
</file>

<file path=ppt/slideLayouts/slideLayout10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0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0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0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0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0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34"/>
          </p:nvPr>
        </p:nvSpPr>
        <p:spPr/>
        <p:txBody>
          <a:bodyPr/>
          <a:p>
            <a:fld id="{44019CA2-62A7-4F2C-AA83-E82A4A111695}" type="slidenum">
              <a:t>&lt;#&gt;</a:t>
            </a:fld>
          </a:p>
        </p:txBody>
      </p:sp>
    </p:spTree>
  </p:cSld>
</p:sldLayout>
</file>

<file path=ppt/slideLayouts/slideLayout10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92611A6A-F24D-4F19-87A9-7B36B8A234B0}" type="slidenum">
              <a:t>&lt;#&gt;</a:t>
            </a:fld>
          </a:p>
        </p:txBody>
      </p:sp>
    </p:spTree>
  </p:cSld>
</p:sldLayout>
</file>

<file path=ppt/slideLayouts/slideLayout10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1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63D305CC-5AD0-4A1B-BDB0-D419EAE9E98C}" type="slidenum">
              <a:t>&lt;#&gt;</a:t>
            </a:fld>
          </a:p>
        </p:txBody>
      </p:sp>
    </p:spTree>
  </p:cSld>
</p:sldLayout>
</file>

<file path=ppt/slideLayouts/slideLayout10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0D3C67C7-9247-495C-AF62-24C7A9A490C9}" type="slidenum">
              <a:t>&lt;#&gt;</a:t>
            </a:fld>
          </a:p>
        </p:txBody>
      </p:sp>
    </p:spTree>
  </p:cSld>
</p:sldLayout>
</file>

<file path=ppt/slideLayouts/slideLayout10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2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93F192AD-3C39-4686-90B1-0E83F80AB12F}" type="slidenum">
              <a:t>&lt;#&gt;</a:t>
            </a:fld>
          </a:p>
        </p:txBody>
      </p:sp>
    </p:spTree>
  </p:cSld>
</p:sldLayout>
</file>

<file path=ppt/slideLayouts/slideLayout10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6FF4E417-5391-4BFC-BAF9-816C146F7348}" type="slidenum">
              <a:t>&lt;#&gt;</a:t>
            </a:fld>
          </a:p>
        </p:txBody>
      </p:sp>
    </p:spTree>
  </p:cSld>
</p:sldLayout>
</file>

<file path=ppt/slideLayouts/slideLayout10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3CA85251-7322-4AED-B2FB-A839231DC3E9}" type="slidenum">
              <a:t>&lt;#&gt;</a:t>
            </a:fld>
          </a:p>
        </p:txBody>
      </p:sp>
    </p:spTree>
  </p:cSld>
</p:sldLayout>
</file>

<file path=ppt/slideLayouts/slideLayout10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2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8C47D887-A92B-49DB-B511-B7E79FCFCCCE}" type="slidenum">
              <a:t>&lt;#&gt;</a:t>
            </a:fld>
          </a:p>
        </p:txBody>
      </p:sp>
    </p:spTree>
  </p:cSld>
</p:sldLayout>
</file>

<file path=ppt/slideLayouts/slideLayout10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3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D67261F4-A0F5-4D91-B2D0-0578462BD02D}" type="slidenum">
              <a:t>&lt;#&gt;</a:t>
            </a:fld>
          </a:p>
        </p:txBody>
      </p:sp>
    </p:spTree>
  </p:cSld>
</p:sldLayout>
</file>

<file path=ppt/slideLayouts/slideLayout10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3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D53842A5-FAEB-4B1A-A59F-C455BDB688C5}" type="slidenum">
              <a:t>&lt;#&gt;</a:t>
            </a:fld>
          </a:p>
        </p:txBody>
      </p:sp>
    </p:spTree>
  </p:cSld>
</p:sldLayout>
</file>

<file path=ppt/slideLayouts/slideLayout10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3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C1E808F4-BAD5-4B93-855D-A9366850D3B5}" type="slidenum">
              <a:t>&lt;#&gt;</a:t>
            </a:fld>
          </a:p>
        </p:txBody>
      </p:sp>
    </p:spTree>
  </p:cSld>
</p:sldLayout>
</file>

<file path=ppt/slideLayouts/slideLayout10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4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4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58FF38DD-2A48-42A7-A90A-F0F1A97100EE}" type="slidenum">
              <a:t>&lt;#&gt;</a:t>
            </a:fld>
          </a:p>
        </p:txBody>
      </p:sp>
    </p:spTree>
  </p:cSld>
</p:sldLayout>
</file>

<file path=ppt/slideLayouts/slideLayout10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4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4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4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5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5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35"/>
          </p:nvPr>
        </p:nvSpPr>
        <p:spPr/>
        <p:txBody>
          <a:bodyPr/>
          <a:p>
            <a:fld id="{C15D9F8A-DD71-41FB-8A48-CEB660E0A0C5}" type="slidenum">
              <a:t>&lt;#&gt;</a:t>
            </a:fld>
          </a:p>
        </p:txBody>
      </p:sp>
    </p:spTree>
  </p:cSld>
</p:sldLayout>
</file>

<file path=ppt/slideLayouts/slideLayout10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65582634-9C3C-4AD7-B151-74736B8B5418}" type="slidenum">
              <a:t>&lt;#&gt;</a:t>
            </a:fld>
          </a:p>
        </p:txBody>
      </p:sp>
    </p:spTree>
  </p:cSld>
</p:sldLayout>
</file>

<file path=ppt/slideLayouts/slideLayout10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6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56E7FD29-8EF8-4248-9E26-57E5C43C1488}" type="slidenum">
              <a:t>&lt;#&gt;</a:t>
            </a:fld>
          </a:p>
        </p:txBody>
      </p:sp>
    </p:spTree>
  </p:cSld>
</p:sldLayout>
</file>

<file path=ppt/slideLayouts/slideLayout10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C6C7073B-DB06-476A-9A9E-EE38B0A64911}" type="slidenum">
              <a:t>&lt;#&gt;</a:t>
            </a:fld>
          </a:p>
        </p:txBody>
      </p:sp>
    </p:spTree>
  </p:cSld>
</p:sldLayout>
</file>

<file path=ppt/slideLayouts/slideLayout10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63B91C84-B45B-4549-974E-BBF830B0C797}" type="slidenum">
              <a:t>&lt;#&gt;</a:t>
            </a:fld>
          </a:p>
        </p:txBody>
      </p:sp>
    </p:spTree>
  </p:cSld>
</p:sldLayout>
</file>

<file path=ppt/slideLayouts/slideLayout10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AA4E3BE2-3DB3-4F37-8BF6-42EF06AD63A3}" type="slidenum">
              <a:t>&lt;#&gt;</a:t>
            </a:fld>
          </a:p>
        </p:txBody>
      </p:sp>
    </p:spTree>
  </p:cSld>
</p:sldLayout>
</file>

<file path=ppt/slideLayouts/slideLayout10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CA830E01-A064-4E4E-939D-FE2CCA526295}" type="slidenum">
              <a:t>&lt;#&gt;</a:t>
            </a:fld>
          </a:p>
        </p:txBody>
      </p:sp>
    </p:spTree>
  </p:cSld>
</p:sldLayout>
</file>

<file path=ppt/slideLayouts/slideLayout10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2D7811A5-8609-4D76-A132-636DEBE3E62A}" type="slidenum">
              <a:t>&lt;#&gt;</a:t>
            </a:fld>
          </a:p>
        </p:txBody>
      </p:sp>
    </p:spTree>
  </p:cSld>
</p:sldLayout>
</file>

<file path=ppt/slideLayouts/slideLayout11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7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866411C4-E570-457F-A8D9-BD045511533B}" type="slidenum">
              <a:t>&lt;#&gt;</a:t>
            </a:fld>
          </a:p>
        </p:txBody>
      </p:sp>
    </p:spTree>
  </p:cSld>
</p:sldLayout>
</file>

<file path=ppt/slideLayouts/slideLayout11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B7346B50-3358-4444-928C-7CB3A548FA56}" type="slidenum">
              <a:t>&lt;#&gt;</a:t>
            </a:fld>
          </a:p>
        </p:txBody>
      </p:sp>
    </p:spTree>
  </p:cSld>
</p:sldLayout>
</file>

<file path=ppt/slideLayouts/slideLayout11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8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D62592E9-D095-4B49-9886-C0F3DE5D9843}" type="slidenum">
              <a:t>&lt;#&gt;</a:t>
            </a:fld>
          </a:p>
        </p:txBody>
      </p:sp>
    </p:spTree>
  </p:cSld>
</p:sldLayout>
</file>

<file path=ppt/slideLayouts/slideLayout11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8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DA8149F1-5B09-4CB1-8770-C4FF586CD8FD}" type="slidenum">
              <a:t>&lt;#&gt;</a:t>
            </a:fld>
          </a:p>
        </p:txBody>
      </p:sp>
    </p:spTree>
  </p:cSld>
</p:sldLayout>
</file>

<file path=ppt/slideLayouts/slideLayout11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9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9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9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9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9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3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37"/>
          </p:nvPr>
        </p:nvSpPr>
        <p:spPr/>
        <p:txBody>
          <a:bodyPr/>
          <a:p>
            <a:fld id="{77D5BD19-94A4-4B36-9B13-6010281AD6A7}" type="slidenum">
              <a:t>&lt;#&gt;</a:t>
            </a:fld>
          </a:p>
        </p:txBody>
      </p:sp>
    </p:spTree>
  </p:cSld>
</p:sldLayout>
</file>

<file path=ppt/slideLayouts/slideLayout11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7E0222E6-3DFD-44A7-93B9-21FE28DED6F9}" type="slidenum">
              <a:t>&lt;#&gt;</a:t>
            </a:fld>
          </a:p>
        </p:txBody>
      </p:sp>
    </p:spTree>
  </p:cSld>
</p:sldLayout>
</file>

<file path=ppt/slideLayouts/slideLayout11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0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B6165BF5-1661-475B-9B56-89C63A276FC2}" type="slidenum">
              <a:t>&lt;#&gt;</a:t>
            </a:fld>
          </a:p>
        </p:txBody>
      </p:sp>
    </p:spTree>
  </p:cSld>
</p:sldLayout>
</file>

<file path=ppt/slideLayouts/slideLayout11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7DB29050-FB44-4887-82B0-35274D3BD478}" type="slidenum">
              <a:t>&lt;#&gt;</a:t>
            </a:fld>
          </a:p>
        </p:txBody>
      </p:sp>
    </p:spTree>
  </p:cSld>
</p:sldLayout>
</file>

<file path=ppt/slideLayouts/slideLayout11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55C85783-E7CF-424B-B162-EDB29072B5F7}" type="slidenum">
              <a:t>&lt;#&gt;</a:t>
            </a:fld>
          </a:p>
        </p:txBody>
      </p:sp>
    </p:spTree>
  </p:cSld>
</p:sldLayout>
</file>

<file path=ppt/slideLayouts/slideLayout11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C9E35173-6B06-45E8-904E-85B178182BB4}" type="slidenum">
              <a:t>&lt;#&gt;</a:t>
            </a:fld>
          </a:p>
        </p:txBody>
      </p:sp>
    </p:spTree>
  </p:cSld>
</p:sldLayout>
</file>

<file path=ppt/slideLayouts/slideLayout11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8CBE7484-AB09-4C56-92A7-4BDF7E11A9F3}" type="slidenum">
              <a:t>&lt;#&gt;</a:t>
            </a:fld>
          </a:p>
        </p:txBody>
      </p:sp>
    </p:spTree>
  </p:cSld>
</p:sldLayout>
</file>

<file path=ppt/slideLayouts/slideLayout11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25F19EB2-2364-407F-94C6-62F537BDDFFD}" type="slidenum">
              <a:t>&lt;#&gt;</a:t>
            </a:fld>
          </a:p>
        </p:txBody>
      </p:sp>
    </p:spTree>
  </p:cSld>
</p:sldLayout>
</file>

<file path=ppt/slideLayouts/slideLayout11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1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874CDCF1-69F4-41F9-9E4E-FF24B76E19DA}" type="slidenum">
              <a:t>&lt;#&gt;</a:t>
            </a:fld>
          </a:p>
        </p:txBody>
      </p:sp>
    </p:spTree>
  </p:cSld>
</p:sldLayout>
</file>

<file path=ppt/slideLayouts/slideLayout11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1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1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0C90E783-98C9-45F6-90D6-F0F66F0C19CE}" type="slidenum">
              <a:t>&lt;#&gt;</a:t>
            </a:fld>
          </a:p>
        </p:txBody>
      </p:sp>
    </p:spTree>
  </p:cSld>
</p:sldLayout>
</file>

<file path=ppt/slideLayouts/slideLayout11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2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10EC27AB-A282-4DFE-A419-AC59300855EC}" type="slidenum">
              <a:t>&lt;#&gt;</a:t>
            </a:fld>
          </a:p>
        </p:txBody>
      </p:sp>
    </p:spTree>
  </p:cSld>
</p:sldLayout>
</file>

<file path=ppt/slideLayouts/slideLayout11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2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02F45CD5-90E5-4617-B964-632C2BAA29F8}" type="slidenum">
              <a:t>&lt;#&gt;</a:t>
            </a:fld>
          </a:p>
        </p:txBody>
      </p:sp>
    </p:spTree>
  </p:cSld>
</p:sldLayout>
</file>

<file path=ppt/slideLayouts/slideLayout11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3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3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3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3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3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38"/>
          </p:nvPr>
        </p:nvSpPr>
        <p:spPr/>
        <p:txBody>
          <a:bodyPr/>
          <a:p>
            <a:fld id="{E92E206D-E813-498E-B6CE-EA64EE0BA837}" type="slidenum">
              <a:t>&lt;#&gt;</a:t>
            </a:fld>
          </a:p>
        </p:txBody>
      </p:sp>
    </p:spTree>
  </p:cSld>
</p:sldLayout>
</file>

<file path=ppt/slideLayouts/slideLayout11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1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4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1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1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1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1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1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1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5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1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6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1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6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1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6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6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1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7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7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7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7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7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1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950BCF81-B05D-42A1-9CD4-28141B2CDCF2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8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476DB128-8201-4930-9F37-B1D5A61E57C8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096BF206-7780-424A-A26C-F54E64D7037B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0D594D46-0457-46F0-A77B-D2AEA1B4271D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2F33F360-171F-4E62-B819-510A2F437D38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6AC9D471-BD35-44A8-9B7D-BE9CEB514215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7AE56FDA-EAF0-4D2C-8CC6-2978650761E6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0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59D0E95F-F03C-45E6-BBF5-3DDD76D96FF6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0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4A39E98E-98EB-40F6-9D2F-47994BEFB469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0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1CA9F24B-9BC9-4573-BEF9-D3BE72C45950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1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3CE07798-D0F0-41C0-8DFD-192713E188C5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1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1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1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1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2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41"/>
          </p:nvPr>
        </p:nvSpPr>
        <p:spPr/>
        <p:txBody>
          <a:bodyPr/>
          <a:p>
            <a:fld id="{AE74F383-7551-493A-B13C-0B125074A9D2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3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1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5C37C6EB-BA3D-41C5-AC40-31032739C9D3}" type="slidenum">
              <a:t>&lt;#&gt;</a:t>
            </a:fld>
          </a:p>
        </p:txBody>
      </p:sp>
    </p:spTree>
  </p:cSld>
</p:sldLayout>
</file>

<file path=ppt/slideLayouts/slideLayout11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2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279C658E-219D-4798-85C2-E3ABA745B6ED}" type="slidenum">
              <a:t>&lt;#&gt;</a:t>
            </a:fld>
          </a:p>
        </p:txBody>
      </p:sp>
    </p:spTree>
  </p:cSld>
</p:sldLayout>
</file>

<file path=ppt/slideLayouts/slideLayout11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9C7EDABE-3969-4FF5-B151-440EAE23A69B}" type="slidenum">
              <a:t>&lt;#&gt;</a:t>
            </a:fld>
          </a:p>
        </p:txBody>
      </p:sp>
    </p:spTree>
  </p:cSld>
</p:sldLayout>
</file>

<file path=ppt/slideLayouts/slideLayout11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75F0780C-E52C-491B-98CE-39967ED81F44}" type="slidenum">
              <a:t>&lt;#&gt;</a:t>
            </a:fld>
          </a:p>
        </p:txBody>
      </p:sp>
    </p:spTree>
  </p:cSld>
</p:sldLayout>
</file>

<file path=ppt/slideLayouts/slideLayout11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2E6B85F3-01D8-4A62-A7EA-76D9AF7AE806}" type="slidenum">
              <a:t>&lt;#&gt;</a:t>
            </a:fld>
          </a:p>
        </p:txBody>
      </p:sp>
    </p:spTree>
  </p:cSld>
</p:sldLayout>
</file>

<file path=ppt/slideLayouts/slideLayout11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7437EFDA-9089-4366-AE03-FED6A283B71D}" type="slidenum">
              <a:t>&lt;#&gt;</a:t>
            </a:fld>
          </a:p>
        </p:txBody>
      </p:sp>
    </p:spTree>
  </p:cSld>
</p:sldLayout>
</file>

<file path=ppt/slideLayouts/slideLayout11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3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758BC280-FC6F-45D6-A923-CCA609B1A63B}" type="slidenum">
              <a:t>&lt;#&gt;</a:t>
            </a:fld>
          </a:p>
        </p:txBody>
      </p:sp>
    </p:spTree>
  </p:cSld>
</p:sldLayout>
</file>

<file path=ppt/slideLayouts/slideLayout11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4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4975380D-00B4-4EAC-9C9E-0E04B5E7F61A}" type="slidenum">
              <a:t>&lt;#&gt;</a:t>
            </a:fld>
          </a:p>
        </p:txBody>
      </p:sp>
    </p:spTree>
  </p:cSld>
</p:sldLayout>
</file>

<file path=ppt/slideLayouts/slideLayout11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CE994FC2-F974-4D09-A81F-556F0AF4BF83}" type="slidenum">
              <a:t>&lt;#&gt;</a:t>
            </a:fld>
          </a:p>
        </p:txBody>
      </p:sp>
    </p:spTree>
  </p:cSld>
</p:sldLayout>
</file>

<file path=ppt/slideLayouts/slideLayout11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5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58C55602-3DBF-4473-A6E2-350E672E456B}" type="slidenum">
              <a:t>&lt;#&gt;</a:t>
            </a:fld>
          </a:p>
        </p:txBody>
      </p:sp>
    </p:spTree>
  </p:cSld>
</p:sldLayout>
</file>

<file path=ppt/slideLayouts/slideLayout11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5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C7E0FEAA-96BE-4632-9C66-657A54BB0AC1}" type="slidenum">
              <a:t>&lt;#&gt;</a:t>
            </a:fld>
          </a:p>
        </p:txBody>
      </p:sp>
    </p:spTree>
  </p:cSld>
</p:sldLayout>
</file>

<file path=ppt/slideLayouts/slideLayout11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5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5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6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6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6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42"/>
          </p:nvPr>
        </p:nvSpPr>
        <p:spPr/>
        <p:txBody>
          <a:bodyPr/>
          <a:p>
            <a:fld id="{DD5BBBD8-563D-45F4-AE1F-7D0367B78729}" type="slidenum">
              <a:t>&lt;#&gt;</a:t>
            </a:fld>
          </a:p>
        </p:txBody>
      </p:sp>
    </p:spTree>
  </p:cSld>
</p:sldLayout>
</file>

<file path=ppt/slideLayouts/slideLayout11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01E5CD70-2529-44EF-AAFF-3551F8785A4C}" type="slidenum">
              <a:t>&lt;#&gt;</a:t>
            </a:fld>
          </a:p>
        </p:txBody>
      </p:sp>
    </p:spTree>
  </p:cSld>
</p:sldLayout>
</file>

<file path=ppt/slideLayouts/slideLayout11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7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3833C19F-49C3-491C-9D21-E2E77779A874}" type="slidenum">
              <a:t>&lt;#&gt;</a:t>
            </a:fld>
          </a:p>
        </p:txBody>
      </p:sp>
    </p:spTree>
  </p:cSld>
</p:sldLayout>
</file>

<file path=ppt/slideLayouts/slideLayout11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53F09922-E3A6-44C2-B28C-A056E0A00838}" type="slidenum">
              <a:t>&lt;#&gt;</a:t>
            </a:fld>
          </a:p>
        </p:txBody>
      </p:sp>
    </p:spTree>
  </p:cSld>
</p:sldLayout>
</file>

<file path=ppt/slideLayouts/slideLayout11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9481D576-164C-42C3-99DA-35A3780EE3E6}" type="slidenum">
              <a:t>&lt;#&gt;</a:t>
            </a:fld>
          </a:p>
        </p:txBody>
      </p:sp>
    </p:spTree>
  </p:cSld>
</p:sldLayout>
</file>

<file path=ppt/slideLayouts/slideLayout11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25B06AC0-D94A-43FF-96CA-7D60EDD696AF}" type="slidenum">
              <a:t>&lt;#&gt;</a:t>
            </a:fld>
          </a:p>
        </p:txBody>
      </p:sp>
    </p:spTree>
  </p:cSld>
</p:sldLayout>
</file>

<file path=ppt/slideLayouts/slideLayout11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0F4181E6-8E3D-49FD-94AB-E920257A4BBA}" type="slidenum">
              <a:t>&lt;#&gt;</a:t>
            </a:fld>
          </a:p>
        </p:txBody>
      </p:sp>
    </p:spTree>
  </p:cSld>
</p:sldLayout>
</file>

<file path=ppt/slideLayouts/slideLayout11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A1100C9F-05D3-41E8-BAB3-43F506B902EC}" type="slidenum">
              <a:t>&lt;#&gt;</a:t>
            </a:fld>
          </a:p>
        </p:txBody>
      </p:sp>
    </p:spTree>
  </p:cSld>
</p:sldLayout>
</file>

<file path=ppt/slideLayouts/slideLayout11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8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8F8A08BD-36E5-4738-90E3-D7773B942079}" type="slidenum">
              <a:t>&lt;#&gt;</a:t>
            </a:fld>
          </a:p>
        </p:txBody>
      </p:sp>
    </p:spTree>
  </p:cSld>
</p:sldLayout>
</file>

<file path=ppt/slideLayouts/slideLayout11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3FF8AEFC-C189-410F-940D-1EE84E417AEE}" type="slidenum">
              <a:t>&lt;#&gt;</a:t>
            </a:fld>
          </a:p>
        </p:txBody>
      </p:sp>
    </p:spTree>
  </p:cSld>
</p:sldLayout>
</file>

<file path=ppt/slideLayouts/slideLayout11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9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1A44AE4F-659C-473D-B24D-8AEEC7A65D20}" type="slidenum">
              <a:t>&lt;#&gt;</a:t>
            </a:fld>
          </a:p>
        </p:txBody>
      </p:sp>
    </p:spTree>
  </p:cSld>
</p:sldLayout>
</file>

<file path=ppt/slideLayouts/slideLayout11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9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9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5A5EC843-7948-4442-87C0-7927DA17D01B}" type="slidenum">
              <a:t>&lt;#&gt;</a:t>
            </a:fld>
          </a:p>
        </p:txBody>
      </p:sp>
    </p:spTree>
  </p:cSld>
</p:sldLayout>
</file>

<file path=ppt/slideLayouts/slideLayout11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0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0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0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0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0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43"/>
          </p:nvPr>
        </p:nvSpPr>
        <p:spPr/>
        <p:txBody>
          <a:bodyPr/>
          <a:p>
            <a:fld id="{3E8E8C26-21E2-403B-99C2-A61AAF997C57}" type="slidenum">
              <a:t>&lt;#&gt;</a:t>
            </a:fld>
          </a:p>
        </p:txBody>
      </p:sp>
    </p:spTree>
  </p:cSld>
</p:sldLayout>
</file>

<file path=ppt/slideLayouts/slideLayout11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B800093E-3B13-4685-9AB8-879469235412}" type="slidenum">
              <a:t>&lt;#&gt;</a:t>
            </a:fld>
          </a:p>
        </p:txBody>
      </p:sp>
    </p:spTree>
  </p:cSld>
</p:sldLayout>
</file>

<file path=ppt/slideLayouts/slideLayout11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1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A58E8C2B-4AA5-4A6C-8D77-1997A4741C9A}" type="slidenum">
              <a:t>&lt;#&gt;</a:t>
            </a:fld>
          </a:p>
        </p:txBody>
      </p:sp>
    </p:spTree>
  </p:cSld>
</p:sldLayout>
</file>

<file path=ppt/slideLayouts/slideLayout11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391478A1-3C47-4817-8C2D-8AC39BAE6B15}" type="slidenum">
              <a:t>&lt;#&gt;</a:t>
            </a:fld>
          </a:p>
        </p:txBody>
      </p:sp>
    </p:spTree>
  </p:cSld>
</p:sldLayout>
</file>

<file path=ppt/slideLayouts/slideLayout11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4A44E368-0627-4F73-9464-B4BD04EED7D7}" type="slidenum">
              <a:t>&lt;#&gt;</a:t>
            </a:fld>
          </a:p>
        </p:txBody>
      </p:sp>
    </p:spTree>
  </p:cSld>
</p:sldLayout>
</file>

<file path=ppt/slideLayouts/slideLayout11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7C2C90D3-57F9-4532-96D6-215289D40F20}" type="slidenum">
              <a:t>&lt;#&gt;</a:t>
            </a:fld>
          </a:p>
        </p:txBody>
      </p:sp>
    </p:spTree>
  </p:cSld>
</p:sldLayout>
</file>

<file path=ppt/slideLayouts/slideLayout11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0EA836DB-7873-4439-B881-C4A8EF5D3B72}" type="slidenum">
              <a:t>&lt;#&gt;</a:t>
            </a:fld>
          </a:p>
        </p:txBody>
      </p:sp>
    </p:spTree>
  </p:cSld>
</p:sldLayout>
</file>

<file path=ppt/slideLayouts/slideLayout11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2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2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26B3F540-A35B-4442-A75C-1F30007F8845}" type="slidenum">
              <a:t>&lt;#&gt;</a:t>
            </a:fld>
          </a:p>
        </p:txBody>
      </p:sp>
    </p:spTree>
  </p:cSld>
</p:sldLayout>
</file>

<file path=ppt/slideLayouts/slideLayout11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2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D7F3C432-DBEA-4366-BF5A-75ED36763AB1}" type="slidenum">
              <a:t>&lt;#&gt;</a:t>
            </a:fld>
          </a:p>
        </p:txBody>
      </p:sp>
    </p:spTree>
  </p:cSld>
</p:sldLayout>
</file>

<file path=ppt/slideLayouts/slideLayout11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AB439C7F-6A53-4568-ABA1-176941F706BD}" type="slidenum">
              <a:t>&lt;#&gt;</a:t>
            </a:fld>
          </a:p>
        </p:txBody>
      </p:sp>
    </p:spTree>
  </p:cSld>
</p:sldLayout>
</file>

<file path=ppt/slideLayouts/slideLayout11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3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58F27B4A-7396-471E-B27E-1B44435218BF}" type="slidenum">
              <a:t>&lt;#&gt;</a:t>
            </a:fld>
          </a:p>
        </p:txBody>
      </p:sp>
    </p:spTree>
  </p:cSld>
</p:sldLayout>
</file>

<file path=ppt/slideLayouts/slideLayout11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3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3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F58904EC-29CD-4E18-A034-EDDB62009B36}" type="slidenum">
              <a:t>&lt;#&gt;</a:t>
            </a:fld>
          </a:p>
        </p:txBody>
      </p:sp>
    </p:spTree>
  </p:cSld>
</p:sldLayout>
</file>

<file path=ppt/slideLayouts/slideLayout11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4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4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4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4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4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44"/>
          </p:nvPr>
        </p:nvSpPr>
        <p:spPr/>
        <p:txBody>
          <a:bodyPr/>
          <a:p>
            <a:fld id="{E7A53905-6130-4811-ABE2-E2641D4851AC}" type="slidenum">
              <a:t>&lt;#&gt;</a:t>
            </a:fld>
          </a:p>
        </p:txBody>
      </p:sp>
    </p:spTree>
  </p:cSld>
</p:sldLayout>
</file>

<file path=ppt/slideLayouts/slideLayout11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68E9AA7B-D585-4F55-A79D-E2EF3794588A}" type="slidenum">
              <a:t>&lt;#&gt;</a:t>
            </a:fld>
          </a:p>
        </p:txBody>
      </p:sp>
    </p:spTree>
  </p:cSld>
</p:sldLayout>
</file>

<file path=ppt/slideLayouts/slideLayout11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5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FEA2337B-06A6-4CA3-AFA4-181B7A98AB68}" type="slidenum">
              <a:t>&lt;#&gt;</a:t>
            </a:fld>
          </a:p>
        </p:txBody>
      </p:sp>
    </p:spTree>
  </p:cSld>
</p:sldLayout>
</file>

<file path=ppt/slideLayouts/slideLayout11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B5F09A9C-7473-4567-9EA1-11359772BC60}" type="slidenum">
              <a:t>&lt;#&gt;</a:t>
            </a:fld>
          </a:p>
        </p:txBody>
      </p:sp>
    </p:spTree>
  </p:cSld>
</p:sldLayout>
</file>

<file path=ppt/slideLayouts/slideLayout11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A28D5A40-D716-4241-B0EB-F7E2F84A14BE}" type="slidenum">
              <a:t>&lt;#&gt;</a:t>
            </a:fld>
          </a:p>
        </p:txBody>
      </p:sp>
    </p:spTree>
  </p:cSld>
</p:sldLayout>
</file>

<file path=ppt/slideLayouts/slideLayout11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3CE0E53D-8D5B-4817-A1E5-F18DE49E6985}" type="slidenum">
              <a:t>&lt;#&gt;</a:t>
            </a:fld>
          </a:p>
        </p:txBody>
      </p:sp>
    </p:spTree>
  </p:cSld>
</p:sldLayout>
</file>

<file path=ppt/slideLayouts/slideLayout11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054EEFAF-597B-4984-895D-81A2B11B0B2D}" type="slidenum">
              <a:t>&lt;#&gt;</a:t>
            </a:fld>
          </a:p>
        </p:txBody>
      </p:sp>
    </p:spTree>
  </p:cSld>
</p:sldLayout>
</file>

<file path=ppt/slideLayouts/slideLayout11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05A94A5A-779C-47A4-8CE0-2399C87F1E8D}" type="slidenum">
              <a:t>&lt;#&gt;</a:t>
            </a:fld>
          </a:p>
        </p:txBody>
      </p:sp>
    </p:spTree>
  </p:cSld>
</p:sldLayout>
</file>

<file path=ppt/slideLayouts/slideLayout11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7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7EBD5FE6-E45B-4ADE-9384-5F6FDEB91752}" type="slidenum">
              <a:t>&lt;#&gt;</a:t>
            </a:fld>
          </a:p>
        </p:txBody>
      </p:sp>
    </p:spTree>
  </p:cSld>
</p:sldLayout>
</file>

<file path=ppt/slideLayouts/slideLayout11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7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AE3AA5D4-0DFD-4273-B3EF-C2255E739AC3}" type="slidenum">
              <a:t>&lt;#&gt;</a:t>
            </a:fld>
          </a:p>
        </p:txBody>
      </p:sp>
    </p:spTree>
  </p:cSld>
</p:sldLayout>
</file>

<file path=ppt/slideLayouts/slideLayout11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7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AE464922-F2A0-4BB0-8A9C-C335169AA8E4}" type="slidenum">
              <a:t>&lt;#&gt;</a:t>
            </a:fld>
          </a:p>
        </p:txBody>
      </p:sp>
    </p:spTree>
  </p:cSld>
</p:sldLayout>
</file>

<file path=ppt/slideLayouts/slideLayout11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8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8FC1916D-7B82-4107-801B-4E962E707DBF}" type="slidenum">
              <a:t>&lt;#&gt;</a:t>
            </a:fld>
          </a:p>
        </p:txBody>
      </p:sp>
    </p:spTree>
  </p:cSld>
</p:sldLayout>
</file>

<file path=ppt/slideLayouts/slideLayout11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8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8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8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8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8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4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46"/>
          </p:nvPr>
        </p:nvSpPr>
        <p:spPr/>
        <p:txBody>
          <a:bodyPr/>
          <a:p>
            <a:fld id="{513576C7-F827-4776-8513-4BD3EEE46C29}" type="slidenum">
              <a:t>&lt;#&gt;</a:t>
            </a:fld>
          </a:p>
        </p:txBody>
      </p:sp>
    </p:spTree>
  </p:cSld>
</p:sldLayout>
</file>

<file path=ppt/slideLayouts/slideLayout11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B2F01E34-B4D0-42E4-8B0A-BE56A02F5B5C}" type="slidenum">
              <a:t>&lt;#&gt;</a:t>
            </a:fld>
          </a:p>
        </p:txBody>
      </p:sp>
    </p:spTree>
  </p:cSld>
</p:sldLayout>
</file>

<file path=ppt/slideLayouts/slideLayout11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9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80A14737-7D92-4942-A4F8-0DE6E3CADA77}" type="slidenum">
              <a:t>&lt;#&gt;</a:t>
            </a:fld>
          </a:p>
        </p:txBody>
      </p:sp>
    </p:spTree>
  </p:cSld>
</p:sldLayout>
</file>

<file path=ppt/slideLayouts/slideLayout11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EFC3346B-2F5C-413B-9FD5-E220282E5584}" type="slidenum">
              <a:t>&lt;#&gt;</a:t>
            </a:fld>
          </a:p>
        </p:txBody>
      </p:sp>
    </p:spTree>
  </p:cSld>
</p:sldLayout>
</file>

<file path=ppt/slideLayouts/slideLayout11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4A1CE796-7769-429A-9C71-8CAF6001ED12}" type="slidenum">
              <a:t>&lt;#&gt;</a:t>
            </a:fld>
          </a:p>
        </p:txBody>
      </p:sp>
    </p:spTree>
  </p:cSld>
</p:sldLayout>
</file>

<file path=ppt/slideLayouts/slideLayout11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B8E3CB51-1E5D-43F0-9425-6ED7C95F484C}" type="slidenum">
              <a:t>&lt;#&gt;</a:t>
            </a:fld>
          </a:p>
        </p:txBody>
      </p:sp>
    </p:spTree>
  </p:cSld>
</p:sldLayout>
</file>

<file path=ppt/slideLayouts/slideLayout11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769BAA23-098B-46B2-B48C-796401C8A5CB}" type="slidenum">
              <a:t>&lt;#&gt;</a:t>
            </a:fld>
          </a:p>
        </p:txBody>
      </p:sp>
    </p:spTree>
  </p:cSld>
</p:sldLayout>
</file>

<file path=ppt/slideLayouts/slideLayout11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0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FD1CFFCB-31DA-418A-AB12-A8DEDA6F52CA}" type="slidenum">
              <a:t>&lt;#&gt;</a:t>
            </a:fld>
          </a:p>
        </p:txBody>
      </p:sp>
    </p:spTree>
  </p:cSld>
</p:sldLayout>
</file>

<file path=ppt/slideLayouts/slideLayout11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0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1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E61194DB-6088-4847-B43C-C78BC8243CB7}" type="slidenum">
              <a:t>&lt;#&gt;</a:t>
            </a:fld>
          </a:p>
        </p:txBody>
      </p:sp>
    </p:spTree>
  </p:cSld>
</p:sldLayout>
</file>

<file path=ppt/slideLayouts/slideLayout11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1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6B80C66E-82DD-47CF-B75E-D3D6A1293336}" type="slidenum">
              <a:t>&lt;#&gt;</a:t>
            </a:fld>
          </a:p>
        </p:txBody>
      </p:sp>
    </p:spTree>
  </p:cSld>
</p:sldLayout>
</file>

<file path=ppt/slideLayouts/slideLayout11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1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CADB45F8-CAB7-4A0C-89F5-3ADD7502A2AF}" type="slidenum">
              <a:t>&lt;#&gt;</a:t>
            </a:fld>
          </a:p>
        </p:txBody>
      </p:sp>
    </p:spTree>
  </p:cSld>
</p:sldLayout>
</file>

<file path=ppt/slideLayouts/slideLayout11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2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2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2455C261-6EF2-4F66-8390-F300BE41663F}" type="slidenum">
              <a:t>&lt;#&gt;</a:t>
            </a:fld>
          </a:p>
        </p:txBody>
      </p:sp>
    </p:spTree>
  </p:cSld>
</p:sldLayout>
</file>

<file path=ppt/slideLayouts/slideLayout12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2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2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2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2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2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47"/>
          </p:nvPr>
        </p:nvSpPr>
        <p:spPr/>
        <p:txBody>
          <a:bodyPr/>
          <a:p>
            <a:fld id="{477E9714-0DB2-47EE-A3F8-065A8A54D2CF}" type="slidenum">
              <a:t>&lt;#&gt;</a:t>
            </a:fld>
          </a:p>
        </p:txBody>
      </p:sp>
    </p:spTree>
  </p:cSld>
</p:sldLayout>
</file>

<file path=ppt/slideLayouts/slideLayout12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2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3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2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5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5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5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5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6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6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6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6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6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7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6427D411-DA03-4CD5-9764-7E37E974DED7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8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A9C9A407-4056-4F94-A4BD-431E84D4C65F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C718278A-2667-480C-84A2-92B8768F73EC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F6302E01-0282-462F-B806-1BD4A4761354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7C04F67D-46D6-400C-AA78-1397D0DC83DA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43B25CCB-2EB6-4ABD-9D5A-45288AC2461A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9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CB9F0AFB-2F73-438E-9E0C-041CA231F872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9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02313B66-47BD-4C6F-A6BB-E55444F3C546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0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5FDA6E29-B018-434F-A867-A7900BC498A5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0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6F14E62E-D9A1-4292-9B88-30A69A2B6B4C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0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9A311E58-E657-4488-9AD5-CC796DFF6D72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1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1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1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1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1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50"/>
          </p:nvPr>
        </p:nvSpPr>
        <p:spPr/>
        <p:txBody>
          <a:bodyPr/>
          <a:p>
            <a:fld id="{6732FABD-6DFD-499F-A513-D1AA2FEA4600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4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0F0DA225-665F-45A1-A55B-A5B05376D466}" type="slidenum">
              <a:t>&lt;#&gt;</a:t>
            </a:fld>
          </a:p>
        </p:txBody>
      </p:sp>
    </p:spTree>
  </p:cSld>
</p:sldLayout>
</file>

<file path=ppt/slideLayouts/slideLayout12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2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22A96319-43A8-4C71-B818-58C7A8E58A94}" type="slidenum">
              <a:t>&lt;#&gt;</a:t>
            </a:fld>
          </a:p>
        </p:txBody>
      </p:sp>
    </p:spTree>
  </p:cSld>
</p:sldLayout>
</file>

<file path=ppt/slideLayouts/slideLayout12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9E3B75C6-E89F-4C23-9CE6-89522573DAFE}" type="slidenum">
              <a:t>&lt;#&gt;</a:t>
            </a:fld>
          </a:p>
        </p:txBody>
      </p:sp>
    </p:spTree>
  </p:cSld>
</p:sldLayout>
</file>

<file path=ppt/slideLayouts/slideLayout12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CB32E054-0307-4800-8AB4-84E7D8680A4A}" type="slidenum">
              <a:t>&lt;#&gt;</a:t>
            </a:fld>
          </a:p>
        </p:txBody>
      </p:sp>
    </p:spTree>
  </p:cSld>
</p:sldLayout>
</file>

<file path=ppt/slideLayouts/slideLayout12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1F6CA6C7-65D9-4653-9745-70E328B68A9D}" type="slidenum">
              <a:t>&lt;#&gt;</a:t>
            </a:fld>
          </a:p>
        </p:txBody>
      </p:sp>
    </p:spTree>
  </p:cSld>
</p:sldLayout>
</file>

<file path=ppt/slideLayouts/slideLayout12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6C1D0D5C-AA78-48E2-8CEB-8270216FBDE2}" type="slidenum">
              <a:t>&lt;#&gt;</a:t>
            </a:fld>
          </a:p>
        </p:txBody>
      </p:sp>
    </p:spTree>
  </p:cSld>
</p:sldLayout>
</file>

<file path=ppt/slideLayouts/slideLayout12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5749A172-F18C-4512-9164-9258839BBEEC}" type="slidenum">
              <a:t>&lt;#&gt;</a:t>
            </a:fld>
          </a:p>
        </p:txBody>
      </p:sp>
    </p:spTree>
  </p:cSld>
</p:sldLayout>
</file>

<file path=ppt/slideLayouts/slideLayout12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3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28302002-8CC2-4CFE-835B-6ED3C3C7933F}" type="slidenum">
              <a:t>&lt;#&gt;</a:t>
            </a:fld>
          </a:p>
        </p:txBody>
      </p:sp>
    </p:spTree>
  </p:cSld>
</p:sldLayout>
</file>

<file path=ppt/slideLayouts/slideLayout12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8582105F-F61A-48B1-833B-1CE6D2067D32}" type="slidenum">
              <a:t>&lt;#&gt;</a:t>
            </a:fld>
          </a:p>
        </p:txBody>
      </p:sp>
    </p:spTree>
  </p:cSld>
</p:sldLayout>
</file>

<file path=ppt/slideLayouts/slideLayout12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4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614F4ACB-D275-491D-B6DC-609394D53960}" type="slidenum">
              <a:t>&lt;#&gt;</a:t>
            </a:fld>
          </a:p>
        </p:txBody>
      </p:sp>
    </p:spTree>
  </p:cSld>
</p:sldLayout>
</file>

<file path=ppt/slideLayouts/slideLayout12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5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F3623075-B73C-441D-BD12-9DDF0D078BD9}" type="slidenum">
              <a:t>&lt;#&gt;</a:t>
            </a:fld>
          </a:p>
        </p:txBody>
      </p:sp>
    </p:spTree>
  </p:cSld>
</p:sldLayout>
</file>

<file path=ppt/slideLayouts/slideLayout12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5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5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5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5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5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51"/>
          </p:nvPr>
        </p:nvSpPr>
        <p:spPr/>
        <p:txBody>
          <a:bodyPr/>
          <a:p>
            <a:fld id="{81E1E8A5-BD0A-4B38-80AE-6B6C503937C6}" type="slidenum">
              <a:t>&lt;#&gt;</a:t>
            </a:fld>
          </a:p>
        </p:txBody>
      </p:sp>
    </p:spTree>
  </p:cSld>
</p:sldLayout>
</file>

<file path=ppt/slideLayouts/slideLayout12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9560E571-2638-41AB-B16B-CF1E7DF99930}" type="slidenum">
              <a:t>&lt;#&gt;</a:t>
            </a:fld>
          </a:p>
        </p:txBody>
      </p:sp>
    </p:spTree>
  </p:cSld>
</p:sldLayout>
</file>

<file path=ppt/slideLayouts/slideLayout12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6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043520E6-CE28-43F3-9482-B5D1517A73B6}" type="slidenum">
              <a:t>&lt;#&gt;</a:t>
            </a:fld>
          </a:p>
        </p:txBody>
      </p:sp>
    </p:spTree>
  </p:cSld>
</p:sldLayout>
</file>

<file path=ppt/slideLayouts/slideLayout12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738E7FD1-A49B-471E-9608-07C316D69CA3}" type="slidenum">
              <a:t>&lt;#&gt;</a:t>
            </a:fld>
          </a:p>
        </p:txBody>
      </p:sp>
    </p:spTree>
  </p:cSld>
</p:sldLayout>
</file>

<file path=ppt/slideLayouts/slideLayout12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DAB568F7-DD3D-4F6E-A273-6E2F1D3C7625}" type="slidenum">
              <a:t>&lt;#&gt;</a:t>
            </a:fld>
          </a:p>
        </p:txBody>
      </p:sp>
    </p:spTree>
  </p:cSld>
</p:sldLayout>
</file>

<file path=ppt/slideLayouts/slideLayout12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ACB91E73-6EBB-4EB9-8A88-AA9F4864C855}" type="slidenum">
              <a:t>&lt;#&gt;</a:t>
            </a:fld>
          </a:p>
        </p:txBody>
      </p:sp>
    </p:spTree>
  </p:cSld>
</p:sldLayout>
</file>

<file path=ppt/slideLayouts/slideLayout12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48E0EED4-9231-461F-8E55-1128C8B56C26}" type="slidenum">
              <a:t>&lt;#&gt;</a:t>
            </a:fld>
          </a:p>
        </p:txBody>
      </p:sp>
    </p:spTree>
  </p:cSld>
</p:sldLayout>
</file>

<file path=ppt/slideLayouts/slideLayout12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2DEDDB07-E250-4512-B4FE-21535E9AC989}" type="slidenum">
              <a:t>&lt;#&gt;</a:t>
            </a:fld>
          </a:p>
        </p:txBody>
      </p:sp>
    </p:spTree>
  </p:cSld>
</p:sldLayout>
</file>

<file path=ppt/slideLayouts/slideLayout12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8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E485D5F5-1F2A-406A-ABEF-86D8E3C223DD}" type="slidenum">
              <a:t>&lt;#&gt;</a:t>
            </a:fld>
          </a:p>
        </p:txBody>
      </p:sp>
    </p:spTree>
  </p:cSld>
</p:sldLayout>
</file>

<file path=ppt/slideLayouts/slideLayout12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B170C572-86AC-421B-99E0-EC56A53AEE73}" type="slidenum">
              <a:t>&lt;#&gt;</a:t>
            </a:fld>
          </a:p>
        </p:txBody>
      </p:sp>
    </p:spTree>
  </p:cSld>
</p:sldLayout>
</file>

<file path=ppt/slideLayouts/slideLayout12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8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F7707855-D785-4D35-A594-3349A84D9D65}" type="slidenum">
              <a:t>&lt;#&gt;</a:t>
            </a:fld>
          </a:p>
        </p:txBody>
      </p:sp>
    </p:spTree>
  </p:cSld>
</p:sldLayout>
</file>

<file path=ppt/slideLayouts/slideLayout12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9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9265EC75-B560-4B70-A3B2-5D2F25CC45F4}" type="slidenum">
              <a:t>&lt;#&gt;</a:t>
            </a:fld>
          </a:p>
        </p:txBody>
      </p:sp>
    </p:spTree>
  </p:cSld>
</p:sldLayout>
</file>

<file path=ppt/slideLayouts/slideLayout12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9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9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9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9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9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52"/>
          </p:nvPr>
        </p:nvSpPr>
        <p:spPr/>
        <p:txBody>
          <a:bodyPr/>
          <a:p>
            <a:fld id="{A2B8BB25-303B-49F5-A0F4-550538CDE856}" type="slidenum">
              <a:t>&lt;#&gt;</a:t>
            </a:fld>
          </a:p>
        </p:txBody>
      </p:sp>
    </p:spTree>
  </p:cSld>
</p:sldLayout>
</file>

<file path=ppt/slideLayouts/slideLayout12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8814D779-FAE9-4D70-B98E-5E6F94DC73DD}" type="slidenum">
              <a:t>&lt;#&gt;</a:t>
            </a:fld>
          </a:p>
        </p:txBody>
      </p:sp>
    </p:spTree>
  </p:cSld>
</p:sldLayout>
</file>

<file path=ppt/slideLayouts/slideLayout12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0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7D42B880-C9D2-4065-9E65-A8B1DFF2B28B}" type="slidenum">
              <a:t>&lt;#&gt;</a:t>
            </a:fld>
          </a:p>
        </p:txBody>
      </p:sp>
    </p:spTree>
  </p:cSld>
</p:sldLayout>
</file>

<file path=ppt/slideLayouts/slideLayout12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3BBDA8B2-D8A7-4A6E-A45C-AB7EA9DBC69B}" type="slidenum">
              <a:t>&lt;#&gt;</a:t>
            </a:fld>
          </a:p>
        </p:txBody>
      </p:sp>
    </p:spTree>
  </p:cSld>
</p:sldLayout>
</file>

<file path=ppt/slideLayouts/slideLayout12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D621B64B-D074-4D1C-9F83-FCEB64A7CBD8}" type="slidenum">
              <a:t>&lt;#&gt;</a:t>
            </a:fld>
          </a:p>
        </p:txBody>
      </p:sp>
    </p:spTree>
  </p:cSld>
</p:sldLayout>
</file>

<file path=ppt/slideLayouts/slideLayout12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7668C042-A156-4385-99E4-AC8C225F9E75}" type="slidenum">
              <a:t>&lt;#&gt;</a:t>
            </a:fld>
          </a:p>
        </p:txBody>
      </p:sp>
    </p:spTree>
  </p:cSld>
</p:sldLayout>
</file>

<file path=ppt/slideLayouts/slideLayout12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2E5EDD09-F555-4BA4-B3BB-4BBE21F092ED}" type="slidenum">
              <a:t>&lt;#&gt;</a:t>
            </a:fld>
          </a:p>
        </p:txBody>
      </p:sp>
    </p:spTree>
  </p:cSld>
</p:sldLayout>
</file>

<file path=ppt/slideLayouts/slideLayout12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1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90B34BB1-9166-4F0B-9D4A-7BA722095182}" type="slidenum">
              <a:t>&lt;#&gt;</a:t>
            </a:fld>
          </a:p>
        </p:txBody>
      </p:sp>
    </p:spTree>
  </p:cSld>
</p:sldLayout>
</file>

<file path=ppt/slideLayouts/slideLayout12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2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FE2D8589-1F8C-4650-9D75-BE0208A396CA}" type="slidenum">
              <a:t>&lt;#&gt;</a:t>
            </a:fld>
          </a:p>
        </p:txBody>
      </p:sp>
    </p:spTree>
  </p:cSld>
</p:sldLayout>
</file>

<file path=ppt/slideLayouts/slideLayout12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01132965-780A-43E5-9884-D4A65CD3AD9D}" type="slidenum">
              <a:t>&lt;#&gt;</a:t>
            </a:fld>
          </a:p>
        </p:txBody>
      </p:sp>
    </p:spTree>
  </p:cSld>
</p:sldLayout>
</file>

<file path=ppt/slideLayouts/slideLayout12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2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4BA4030F-2D18-4FB7-9286-AFC53166C59B}" type="slidenum">
              <a:t>&lt;#&gt;</a:t>
            </a:fld>
          </a:p>
        </p:txBody>
      </p:sp>
    </p:spTree>
  </p:cSld>
</p:sldLayout>
</file>

<file path=ppt/slideLayouts/slideLayout12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3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7A5777C2-9C71-4707-A723-A36ADECB7E11}" type="slidenum">
              <a:t>&lt;#&gt;</a:t>
            </a:fld>
          </a:p>
        </p:txBody>
      </p:sp>
    </p:spTree>
  </p:cSld>
</p:sldLayout>
</file>

<file path=ppt/slideLayouts/slideLayout12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3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3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3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4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4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53"/>
          </p:nvPr>
        </p:nvSpPr>
        <p:spPr/>
        <p:txBody>
          <a:bodyPr/>
          <a:p>
            <a:fld id="{AE1697DE-1546-4594-93F1-4D14DB27D9B2}" type="slidenum">
              <a:t>&lt;#&gt;</a:t>
            </a:fld>
          </a:p>
        </p:txBody>
      </p:sp>
    </p:spTree>
  </p:cSld>
</p:sldLayout>
</file>

<file path=ppt/slideLayouts/slideLayout12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76C7CE49-1E39-4593-A66C-F0541058C421}" type="slidenum">
              <a:t>&lt;#&gt;</a:t>
            </a:fld>
          </a:p>
        </p:txBody>
      </p:sp>
    </p:spTree>
  </p:cSld>
</p:sldLayout>
</file>

<file path=ppt/slideLayouts/slideLayout12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5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56A579C0-708F-418F-86FC-4D170C3CC409}" type="slidenum">
              <a:t>&lt;#&gt;</a:t>
            </a:fld>
          </a:p>
        </p:txBody>
      </p:sp>
    </p:spTree>
  </p:cSld>
</p:sldLayout>
</file>

<file path=ppt/slideLayouts/slideLayout12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11D00E97-9F99-40DA-A707-E59DCBE4B5F6}" type="slidenum">
              <a:t>&lt;#&gt;</a:t>
            </a:fld>
          </a:p>
        </p:txBody>
      </p:sp>
    </p:spTree>
  </p:cSld>
</p:sldLayout>
</file>

<file path=ppt/slideLayouts/slideLayout12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1BDFFB18-862A-4CFF-B4EF-E27CAFBCE87F}" type="slidenum">
              <a:t>&lt;#&gt;</a:t>
            </a:fld>
          </a:p>
        </p:txBody>
      </p:sp>
    </p:spTree>
  </p:cSld>
</p:sldLayout>
</file>

<file path=ppt/slideLayouts/slideLayout12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FB3A0138-312E-4166-AFA6-3D2988F37D2C}" type="slidenum">
              <a:t>&lt;#&gt;</a:t>
            </a:fld>
          </a:p>
        </p:txBody>
      </p:sp>
    </p:spTree>
  </p:cSld>
</p:sldLayout>
</file>

<file path=ppt/slideLayouts/slideLayout12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265BF73D-B4AF-4AD5-9BFF-0277C15ED708}" type="slidenum">
              <a:t>&lt;#&gt;</a:t>
            </a:fld>
          </a:p>
        </p:txBody>
      </p:sp>
    </p:spTree>
  </p:cSld>
</p:sldLayout>
</file>

<file path=ppt/slideLayouts/slideLayout12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D95F1837-7A4C-4244-A2C7-C702D6CD2C17}" type="slidenum">
              <a:t>&lt;#&gt;</a:t>
            </a:fld>
          </a:p>
        </p:txBody>
      </p:sp>
    </p:spTree>
  </p:cSld>
</p:sldLayout>
</file>

<file path=ppt/slideLayouts/slideLayout12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6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08A81680-E72A-4FC1-936D-6A98DD1193C5}" type="slidenum">
              <a:t>&lt;#&gt;</a:t>
            </a:fld>
          </a:p>
        </p:txBody>
      </p:sp>
    </p:spTree>
  </p:cSld>
</p:sldLayout>
</file>

<file path=ppt/slideLayouts/slideLayout12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4FD58CE4-7BB3-4A29-93F3-1C164FC242C6}" type="slidenum">
              <a:t>&lt;#&gt;</a:t>
            </a:fld>
          </a:p>
        </p:txBody>
      </p:sp>
    </p:spTree>
  </p:cSld>
</p:sldLayout>
</file>

<file path=ppt/slideLayouts/slideLayout12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7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1B14CF40-2904-40D8-BD17-0B4935D70D4A}" type="slidenum">
              <a:t>&lt;#&gt;</a:t>
            </a:fld>
          </a:p>
        </p:txBody>
      </p:sp>
    </p:spTree>
  </p:cSld>
</p:sldLayout>
</file>

<file path=ppt/slideLayouts/slideLayout12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7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3128EF43-2F7F-4106-9A5A-68CBB3C72222}" type="slidenum">
              <a:t>&lt;#&gt;</a:t>
            </a:fld>
          </a:p>
        </p:txBody>
      </p:sp>
    </p:spTree>
  </p:cSld>
</p:sldLayout>
</file>

<file path=ppt/slideLayouts/slideLayout12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8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8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8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8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8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55"/>
          </p:nvPr>
        </p:nvSpPr>
        <p:spPr/>
        <p:txBody>
          <a:bodyPr/>
          <a:p>
            <a:fld id="{607E35D9-B880-4698-901B-9242FFEAD793}" type="slidenum">
              <a:t>&lt;#&gt;</a:t>
            </a:fld>
          </a:p>
        </p:txBody>
      </p:sp>
    </p:spTree>
  </p:cSld>
</p:sldLayout>
</file>

<file path=ppt/slideLayouts/slideLayout12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6E044565-C248-4DB5-AE36-D0C265E4EF8C}" type="slidenum">
              <a:t>&lt;#&gt;</a:t>
            </a:fld>
          </a:p>
        </p:txBody>
      </p:sp>
    </p:spTree>
  </p:cSld>
</p:sldLayout>
</file>

<file path=ppt/slideLayouts/slideLayout12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9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7B5CBE95-1949-4529-85BC-4222C99D85BA}" type="slidenum">
              <a:t>&lt;#&gt;</a:t>
            </a:fld>
          </a:p>
        </p:txBody>
      </p:sp>
    </p:spTree>
  </p:cSld>
</p:sldLayout>
</file>

<file path=ppt/slideLayouts/slideLayout12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B4F22B35-B741-4AA4-899D-CC05D220B578}" type="slidenum">
              <a:t>&lt;#&gt;</a:t>
            </a:fld>
          </a:p>
        </p:txBody>
      </p:sp>
    </p:spTree>
  </p:cSld>
</p:sldLayout>
</file>

<file path=ppt/slideLayouts/slideLayout12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E22FB07B-8047-440E-9E6E-7D153A400231}" type="slidenum">
              <a:t>&lt;#&gt;</a:t>
            </a:fld>
          </a:p>
        </p:txBody>
      </p:sp>
    </p:spTree>
  </p:cSld>
</p:sldLayout>
</file>

<file path=ppt/slideLayouts/slideLayout12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AA10E18C-BEEF-48B5-8A04-36B00872F71F}" type="slidenum">
              <a:t>&lt;#&gt;</a:t>
            </a:fld>
          </a:p>
        </p:txBody>
      </p:sp>
    </p:spTree>
  </p:cSld>
</p:sldLayout>
</file>

<file path=ppt/slideLayouts/slideLayout12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FDD33347-F102-4FF7-A14F-CE7D12C0DB28}" type="slidenum">
              <a:t>&lt;#&gt;</a:t>
            </a:fld>
          </a:p>
        </p:txBody>
      </p:sp>
    </p:spTree>
  </p:cSld>
</p:sldLayout>
</file>

<file path=ppt/slideLayouts/slideLayout12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0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42DB7962-A73A-455C-A38D-1E48AE2DFEC5}" type="slidenum">
              <a:t>&lt;#&gt;</a:t>
            </a:fld>
          </a:p>
        </p:txBody>
      </p:sp>
    </p:spTree>
  </p:cSld>
</p:sldLayout>
</file>

<file path=ppt/slideLayouts/slideLayout12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0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A7374137-EAA8-4335-AAE8-18E4F80B2940}" type="slidenum">
              <a:t>&lt;#&gt;</a:t>
            </a:fld>
          </a:p>
        </p:txBody>
      </p:sp>
    </p:spTree>
  </p:cSld>
</p:sldLayout>
</file>

<file path=ppt/slideLayouts/slideLayout12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0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29BF7F6F-A4F1-4E6F-9F8D-BA81735AE865}" type="slidenum">
              <a:t>&lt;#&gt;</a:t>
            </a:fld>
          </a:p>
        </p:txBody>
      </p:sp>
    </p:spTree>
  </p:cSld>
</p:sldLayout>
</file>

<file path=ppt/slideLayouts/slideLayout12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1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E342EE90-1AA6-401B-9208-3BBA2EAAB5A0}" type="slidenum">
              <a:t>&lt;#&gt;</a:t>
            </a:fld>
          </a:p>
        </p:txBody>
      </p:sp>
    </p:spTree>
  </p:cSld>
</p:sldLayout>
</file>

<file path=ppt/slideLayouts/slideLayout12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1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CA5AC5E7-5DAC-4CC3-8CFD-58C76DEFC38D}" type="slidenum">
              <a:t>&lt;#&gt;</a:t>
            </a:fld>
          </a:p>
        </p:txBody>
      </p:sp>
    </p:spTree>
  </p:cSld>
</p:sldLayout>
</file>

<file path=ppt/slideLayouts/slideLayout12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2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2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2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2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2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56"/>
          </p:nvPr>
        </p:nvSpPr>
        <p:spPr/>
        <p:txBody>
          <a:bodyPr/>
          <a:p>
            <a:fld id="{68AA5EC4-0E7E-48E8-9BC0-4E99741529F1}" type="slidenum">
              <a:t>&lt;#&gt;</a:t>
            </a:fld>
          </a:p>
        </p:txBody>
      </p:sp>
    </p:spTree>
  </p:cSld>
</p:sldLayout>
</file>

<file path=ppt/slideLayouts/slideLayout12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2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3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2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4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5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5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5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6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6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6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6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6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2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137C69B1-ED79-466C-9CB6-2BC1C9178FC4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7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6E07659C-690E-4005-AF6D-CB52358506B4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2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ABBEA5F2-F891-4630-A998-F914358A8A6A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B7C698E5-EFFB-481A-ACD8-A0C50546E240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0E4764AD-9B04-4349-B3CD-89F176FAC780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DAB6222E-C146-460C-9869-793537CE9F36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8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3A47651C-5366-4B1A-93D6-4AB129354069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9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51AC9D53-11CD-4EE7-9FF0-44CBEE1E553F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9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445504B4-C746-415C-B390-44272E323A4E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9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2B6E685B-FA3F-4972-A313-1C73C5B8E39E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0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0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B8B6D74C-EF1A-4AB1-83E1-7686B54DA80E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0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0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0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0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1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5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59"/>
          </p:nvPr>
        </p:nvSpPr>
        <p:spPr/>
        <p:txBody>
          <a:bodyPr/>
          <a:p>
            <a:fld id="{27E8D8F0-329D-4718-9014-F10B9D300D9C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5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F0B1FF6A-3BE4-4B14-893B-B6DC9149399B}" type="slidenum">
              <a:t>&lt;#&gt;</a:t>
            </a:fld>
          </a:p>
        </p:txBody>
      </p:sp>
    </p:spTree>
  </p:cSld>
</p:sldLayout>
</file>

<file path=ppt/slideLayouts/slideLayout13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1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6F4B90BB-E19D-4A0F-AC0D-B39AEE009873}" type="slidenum">
              <a:t>&lt;#&gt;</a:t>
            </a:fld>
          </a:p>
        </p:txBody>
      </p:sp>
    </p:spTree>
  </p:cSld>
</p:sldLayout>
</file>

<file path=ppt/slideLayouts/slideLayout13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D2F285A7-B3D7-4BB7-AA93-C9DF81FCFC08}" type="slidenum">
              <a:t>&lt;#&gt;</a:t>
            </a:fld>
          </a:p>
        </p:txBody>
      </p:sp>
    </p:spTree>
  </p:cSld>
</p:sldLayout>
</file>

<file path=ppt/slideLayouts/slideLayout13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4B6FB171-79EB-4369-97D5-70A7532E7552}" type="slidenum">
              <a:t>&lt;#&gt;</a:t>
            </a:fld>
          </a:p>
        </p:txBody>
      </p:sp>
    </p:spTree>
  </p:cSld>
</p:sldLayout>
</file>

<file path=ppt/slideLayouts/slideLayout13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2BD6230D-C94F-4C69-ABBF-9555CC804C02}" type="slidenum">
              <a:t>&lt;#&gt;</a:t>
            </a:fld>
          </a:p>
        </p:txBody>
      </p:sp>
    </p:spTree>
  </p:cSld>
</p:sldLayout>
</file>

<file path=ppt/slideLayouts/slideLayout13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1F124D78-AF3F-47CC-BAA5-87441AB92BEE}" type="slidenum">
              <a:t>&lt;#&gt;</a:t>
            </a:fld>
          </a:p>
        </p:txBody>
      </p:sp>
    </p:spTree>
  </p:cSld>
</p:sldLayout>
</file>

<file path=ppt/slideLayouts/slideLayout13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2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D8C787C3-85AD-41D4-9206-0FFF4CE487E5}" type="slidenum">
              <a:t>&lt;#&gt;</a:t>
            </a:fld>
          </a:p>
        </p:txBody>
      </p:sp>
    </p:spTree>
  </p:cSld>
</p:sldLayout>
</file>

<file path=ppt/slideLayouts/slideLayout13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3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639C8425-E3FE-43A4-AEA0-3F3E2173162D}" type="slidenum">
              <a:t>&lt;#&gt;</a:t>
            </a:fld>
          </a:p>
        </p:txBody>
      </p:sp>
    </p:spTree>
  </p:cSld>
</p:sldLayout>
</file>

<file path=ppt/slideLayouts/slideLayout13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3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39A3F1E6-323C-4D66-907C-B173B6619436}" type="slidenum">
              <a:t>&lt;#&gt;</a:t>
            </a:fld>
          </a:p>
        </p:txBody>
      </p:sp>
    </p:spTree>
  </p:cSld>
</p:sldLayout>
</file>

<file path=ppt/slideLayouts/slideLayout13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4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85CEB42F-688B-470D-9F9A-0693E74CD177}" type="slidenum">
              <a:t>&lt;#&gt;</a:t>
            </a:fld>
          </a:p>
        </p:txBody>
      </p:sp>
    </p:spTree>
  </p:cSld>
</p:sldLayout>
</file>

<file path=ppt/slideLayouts/slideLayout13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4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4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7AA778D5-57E2-4F93-B7DF-39C3A43BCAF7}" type="slidenum">
              <a:t>&lt;#&gt;</a:t>
            </a:fld>
          </a:p>
        </p:txBody>
      </p:sp>
    </p:spTree>
  </p:cSld>
</p:sldLayout>
</file>

<file path=ppt/slideLayouts/slideLayout13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4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4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5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5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5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60"/>
          </p:nvPr>
        </p:nvSpPr>
        <p:spPr/>
        <p:txBody>
          <a:bodyPr/>
          <a:p>
            <a:fld id="{CAF95CE7-31F1-4D4A-9AF6-EE2CB9DDDDB3}" type="slidenum">
              <a:t>&lt;#&gt;</a:t>
            </a:fld>
          </a:p>
        </p:txBody>
      </p:sp>
    </p:spTree>
  </p:cSld>
</p:sldLayout>
</file>

<file path=ppt/slideLayouts/slideLayout13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B7A512F1-B24D-4A1A-AC59-82924726EC7A}" type="slidenum">
              <a:t>&lt;#&gt;</a:t>
            </a:fld>
          </a:p>
        </p:txBody>
      </p:sp>
    </p:spTree>
  </p:cSld>
</p:sldLayout>
</file>

<file path=ppt/slideLayouts/slideLayout13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6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424AAC79-2F02-487A-908F-0CA4B264EBCD}" type="slidenum">
              <a:t>&lt;#&gt;</a:t>
            </a:fld>
          </a:p>
        </p:txBody>
      </p:sp>
    </p:spTree>
  </p:cSld>
</p:sldLayout>
</file>

<file path=ppt/slideLayouts/slideLayout13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966B992D-D053-4883-8C14-23006EAE8ACA}" type="slidenum">
              <a:t>&lt;#&gt;</a:t>
            </a:fld>
          </a:p>
        </p:txBody>
      </p:sp>
    </p:spTree>
  </p:cSld>
</p:sldLayout>
</file>

<file path=ppt/slideLayouts/slideLayout13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805C1245-1957-4656-AC2A-63671FEA3EF2}" type="slidenum">
              <a:t>&lt;#&gt;</a:t>
            </a:fld>
          </a:p>
        </p:txBody>
      </p:sp>
    </p:spTree>
  </p:cSld>
</p:sldLayout>
</file>

<file path=ppt/slideLayouts/slideLayout13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EA959FBA-6F24-4DEC-A125-017F1D6F3907}" type="slidenum">
              <a:t>&lt;#&gt;</a:t>
            </a:fld>
          </a:p>
        </p:txBody>
      </p:sp>
    </p:spTree>
  </p:cSld>
</p:sldLayout>
</file>

<file path=ppt/slideLayouts/slideLayout13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CB86FE79-11DD-44BC-B442-3B5F6557943E}" type="slidenum">
              <a:t>&lt;#&gt;</a:t>
            </a:fld>
          </a:p>
        </p:txBody>
      </p:sp>
    </p:spTree>
  </p:cSld>
</p:sldLayout>
</file>

<file path=ppt/slideLayouts/slideLayout13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0F753918-C787-4199-A5E5-0F4D17DCD936}" type="slidenum">
              <a:t>&lt;#&gt;</a:t>
            </a:fld>
          </a:p>
        </p:txBody>
      </p:sp>
    </p:spTree>
  </p:cSld>
</p:sldLayout>
</file>

<file path=ppt/slideLayouts/slideLayout13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7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D0BED64D-B041-4381-AF36-787AAF20FDA1}" type="slidenum">
              <a:t>&lt;#&gt;</a:t>
            </a:fld>
          </a:p>
        </p:txBody>
      </p:sp>
    </p:spTree>
  </p:cSld>
</p:sldLayout>
</file>

<file path=ppt/slideLayouts/slideLayout13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730EBCB8-3569-4188-917D-F5407C1F70A6}" type="slidenum">
              <a:t>&lt;#&gt;</a:t>
            </a:fld>
          </a:p>
        </p:txBody>
      </p:sp>
    </p:spTree>
  </p:cSld>
</p:sldLayout>
</file>

<file path=ppt/slideLayouts/slideLayout13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8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82810114-9EFE-44C9-8EF7-AF27FDCF5299}" type="slidenum">
              <a:t>&lt;#&gt;</a:t>
            </a:fld>
          </a:p>
        </p:txBody>
      </p:sp>
    </p:spTree>
  </p:cSld>
</p:sldLayout>
</file>

<file path=ppt/slideLayouts/slideLayout13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8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1A3DC39D-0044-4D78-ACCF-58DDD06AF7A1}" type="slidenum">
              <a:t>&lt;#&gt;</a:t>
            </a:fld>
          </a:p>
        </p:txBody>
      </p:sp>
    </p:spTree>
  </p:cSld>
</p:sldLayout>
</file>

<file path=ppt/slideLayouts/slideLayout13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9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9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9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9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9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61"/>
          </p:nvPr>
        </p:nvSpPr>
        <p:spPr/>
        <p:txBody>
          <a:bodyPr/>
          <a:p>
            <a:fld id="{9E5510EF-3801-4920-9D30-0A810C40595F}" type="slidenum">
              <a:t>&lt;#&gt;</a:t>
            </a:fld>
          </a:p>
        </p:txBody>
      </p:sp>
    </p:spTree>
  </p:cSld>
</p:sldLayout>
</file>

<file path=ppt/slideLayouts/slideLayout13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9B007ED4-E844-4B4B-BE1F-C42DEAD82481}" type="slidenum">
              <a:t>&lt;#&gt;</a:t>
            </a:fld>
          </a:p>
        </p:txBody>
      </p:sp>
    </p:spTree>
  </p:cSld>
</p:sldLayout>
</file>

<file path=ppt/slideLayouts/slideLayout13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0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619FD71D-3D4A-45D4-8B35-240634437559}" type="slidenum">
              <a:t>&lt;#&gt;</a:t>
            </a:fld>
          </a:p>
        </p:txBody>
      </p:sp>
    </p:spTree>
  </p:cSld>
</p:sldLayout>
</file>

<file path=ppt/slideLayouts/slideLayout13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9935106A-B01C-4073-B7F2-2809953B92B0}" type="slidenum">
              <a:t>&lt;#&gt;</a:t>
            </a:fld>
          </a:p>
        </p:txBody>
      </p:sp>
    </p:spTree>
  </p:cSld>
</p:sldLayout>
</file>

<file path=ppt/slideLayouts/slideLayout13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24A78604-776F-4845-89DC-1659078387A3}" type="slidenum">
              <a:t>&lt;#&gt;</a:t>
            </a:fld>
          </a:p>
        </p:txBody>
      </p:sp>
    </p:spTree>
  </p:cSld>
</p:sldLayout>
</file>

<file path=ppt/slideLayouts/slideLayout13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CFB65819-2924-424B-980F-3F6872BBB779}" type="slidenum">
              <a:t>&lt;#&gt;</a:t>
            </a:fld>
          </a:p>
        </p:txBody>
      </p:sp>
    </p:spTree>
  </p:cSld>
</p:sldLayout>
</file>

<file path=ppt/slideLayouts/slideLayout13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730622E4-67A8-4CF0-95AF-359D986951AA}" type="slidenum">
              <a:t>&lt;#&gt;</a:t>
            </a:fld>
          </a:p>
        </p:txBody>
      </p:sp>
    </p:spTree>
  </p:cSld>
</p:sldLayout>
</file>

<file path=ppt/slideLayouts/slideLayout13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1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49EB72E6-0366-479C-BB2F-18DDF99E9A73}" type="slidenum">
              <a:t>&lt;#&gt;</a:t>
            </a:fld>
          </a:p>
        </p:txBody>
      </p:sp>
    </p:spTree>
  </p:cSld>
</p:sldLayout>
</file>

<file path=ppt/slideLayouts/slideLayout13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1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FCFD638E-C379-40E8-8FFD-568572120EAA}" type="slidenum">
              <a:t>&lt;#&gt;</a:t>
            </a:fld>
          </a:p>
        </p:txBody>
      </p:sp>
    </p:spTree>
  </p:cSld>
</p:sldLayout>
</file>

<file path=ppt/slideLayouts/slideLayout13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2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1945B8EB-0ACC-4549-9A37-07A67B34E123}" type="slidenum">
              <a:t>&lt;#&gt;</a:t>
            </a:fld>
          </a:p>
        </p:txBody>
      </p:sp>
    </p:spTree>
  </p:cSld>
</p:sldLayout>
</file>

<file path=ppt/slideLayouts/slideLayout13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2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F01F4AFA-ACC4-4B79-A4EE-EB51C6C85588}" type="slidenum">
              <a:t>&lt;#&gt;</a:t>
            </a:fld>
          </a:p>
        </p:txBody>
      </p:sp>
    </p:spTree>
  </p:cSld>
</p:sldLayout>
</file>

<file path=ppt/slideLayouts/slideLayout13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2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2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557FE024-8DD5-4107-B43B-C2F902C2A124}" type="slidenum">
              <a:t>&lt;#&gt;</a:t>
            </a:fld>
          </a:p>
        </p:txBody>
      </p:sp>
    </p:spTree>
  </p:cSld>
</p:sldLayout>
</file>

<file path=ppt/slideLayouts/slideLayout13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3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3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3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3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3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62"/>
          </p:nvPr>
        </p:nvSpPr>
        <p:spPr/>
        <p:txBody>
          <a:bodyPr/>
          <a:p>
            <a:fld id="{5D12651C-30CC-4CE3-B47E-72D494E5411B}" type="slidenum">
              <a:t>&lt;#&gt;</a:t>
            </a:fld>
          </a:p>
        </p:txBody>
      </p:sp>
    </p:spTree>
  </p:cSld>
</p:sldLayout>
</file>

<file path=ppt/slideLayouts/slideLayout13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830F7C5B-7F14-42A4-8818-324F6C08D315}" type="slidenum">
              <a:t>&lt;#&gt;</a:t>
            </a:fld>
          </a:p>
        </p:txBody>
      </p:sp>
    </p:spTree>
  </p:cSld>
</p:sldLayout>
</file>

<file path=ppt/slideLayouts/slideLayout13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4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AF51CC8A-16E3-4A1A-81FE-A106E99DF89E}" type="slidenum">
              <a:t>&lt;#&gt;</a:t>
            </a:fld>
          </a:p>
        </p:txBody>
      </p:sp>
    </p:spTree>
  </p:cSld>
</p:sldLayout>
</file>

<file path=ppt/slideLayouts/slideLayout13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EE4052F6-DCB2-417E-8009-E898DF7D6A8D}" type="slidenum">
              <a:t>&lt;#&gt;</a:t>
            </a:fld>
          </a:p>
        </p:txBody>
      </p:sp>
    </p:spTree>
  </p:cSld>
</p:sldLayout>
</file>

<file path=ppt/slideLayouts/slideLayout13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88B6A32D-C034-464F-A85D-2959A6FE91E1}" type="slidenum">
              <a:t>&lt;#&gt;</a:t>
            </a:fld>
          </a:p>
        </p:txBody>
      </p:sp>
    </p:spTree>
  </p:cSld>
</p:sldLayout>
</file>

<file path=ppt/slideLayouts/slideLayout13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54AD97C2-86E7-4D34-9BD2-CE2CA7CCFCC9}" type="slidenum">
              <a:t>&lt;#&gt;</a:t>
            </a:fld>
          </a:p>
        </p:txBody>
      </p:sp>
    </p:spTree>
  </p:cSld>
</p:sldLayout>
</file>

<file path=ppt/slideLayouts/slideLayout13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A1CAA589-FFF7-4587-B26C-B0A9F058E0F5}" type="slidenum">
              <a:t>&lt;#&gt;</a:t>
            </a:fld>
          </a:p>
        </p:txBody>
      </p:sp>
    </p:spTree>
  </p:cSld>
</p:sldLayout>
</file>

<file path=ppt/slideLayouts/slideLayout13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63577C8C-A561-4A0C-97D7-EF3700BE98E3}" type="slidenum">
              <a:t>&lt;#&gt;</a:t>
            </a:fld>
          </a:p>
        </p:txBody>
      </p:sp>
    </p:spTree>
  </p:cSld>
</p:sldLayout>
</file>

<file path=ppt/slideLayouts/slideLayout13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6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09C0A7B3-0449-4118-9131-26A3BDF3E500}" type="slidenum">
              <a:t>&lt;#&gt;</a:t>
            </a:fld>
          </a:p>
        </p:txBody>
      </p:sp>
    </p:spTree>
  </p:cSld>
</p:sldLayout>
</file>

<file path=ppt/slideLayouts/slideLayout13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6C800900-BD13-46C4-9B1C-A44C7186FC2E}" type="slidenum">
              <a:t>&lt;#&gt;</a:t>
            </a:fld>
          </a:p>
        </p:txBody>
      </p:sp>
    </p:spTree>
  </p:cSld>
</p:sldLayout>
</file>

<file path=ppt/slideLayouts/slideLayout13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6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5B881DF6-9676-431A-B126-352A217E405E}" type="slidenum">
              <a:t>&lt;#&gt;</a:t>
            </a:fld>
          </a:p>
        </p:txBody>
      </p:sp>
    </p:spTree>
  </p:cSld>
</p:sldLayout>
</file>

<file path=ppt/slideLayouts/slideLayout13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7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D41293EC-5039-4140-B2FB-57C8123DBB93}" type="slidenum">
              <a:t>&lt;#&gt;</a:t>
            </a:fld>
          </a:p>
        </p:txBody>
      </p:sp>
    </p:spTree>
  </p:cSld>
</p:sldLayout>
</file>

<file path=ppt/slideLayouts/slideLayout13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7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7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7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7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7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64"/>
          </p:nvPr>
        </p:nvSpPr>
        <p:spPr/>
        <p:txBody>
          <a:bodyPr/>
          <a:p>
            <a:fld id="{399671CC-2E34-479A-BB52-03604DDF11BD}" type="slidenum">
              <a:t>&lt;#&gt;</a:t>
            </a:fld>
          </a:p>
        </p:txBody>
      </p:sp>
    </p:spTree>
  </p:cSld>
</p:sldLayout>
</file>

<file path=ppt/slideLayouts/slideLayout13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A8FCF937-6C0D-409F-8948-13D2961E16CC}" type="slidenum">
              <a:t>&lt;#&gt;</a:t>
            </a:fld>
          </a:p>
        </p:txBody>
      </p:sp>
    </p:spTree>
  </p:cSld>
</p:sldLayout>
</file>

<file path=ppt/slideLayouts/slideLayout13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8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09FE29B3-B5ED-43CA-A8C9-951A60A45FAE}" type="slidenum">
              <a:t>&lt;#&gt;</a:t>
            </a:fld>
          </a:p>
        </p:txBody>
      </p:sp>
    </p:spTree>
  </p:cSld>
</p:sldLayout>
</file>

<file path=ppt/slideLayouts/slideLayout13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92078C17-FB25-44DC-A9A6-51B489C6EF5C}" type="slidenum">
              <a:t>&lt;#&gt;</a:t>
            </a:fld>
          </a:p>
        </p:txBody>
      </p:sp>
    </p:spTree>
  </p:cSld>
</p:sldLayout>
</file>

<file path=ppt/slideLayouts/slideLayout13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440AE1A7-8E2B-4C9E-8A11-9026500C2E22}" type="slidenum">
              <a:t>&lt;#&gt;</a:t>
            </a:fld>
          </a:p>
        </p:txBody>
      </p:sp>
    </p:spTree>
  </p:cSld>
</p:sldLayout>
</file>

<file path=ppt/slideLayouts/slideLayout13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B5E50804-1A86-432F-8134-E620927BCB75}" type="slidenum">
              <a:t>&lt;#&gt;</a:t>
            </a:fld>
          </a:p>
        </p:txBody>
      </p:sp>
    </p:spTree>
  </p:cSld>
</p:sldLayout>
</file>

<file path=ppt/slideLayouts/slideLayout13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9EF22B63-790A-4ACD-9D3F-672347BE04B5}" type="slidenum">
              <a:t>&lt;#&gt;</a:t>
            </a:fld>
          </a:p>
        </p:txBody>
      </p:sp>
    </p:spTree>
  </p:cSld>
</p:sldLayout>
</file>

<file path=ppt/slideLayouts/slideLayout13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9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FAD21362-4F42-4271-8B01-B6FA8959A5E4}" type="slidenum">
              <a:t>&lt;#&gt;</a:t>
            </a:fld>
          </a:p>
        </p:txBody>
      </p:sp>
    </p:spTree>
  </p:cSld>
</p:sldLayout>
</file>

<file path=ppt/slideLayouts/slideLayout13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0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1E47D43A-A0B2-4421-8208-16E5597B05D2}" type="slidenum">
              <a:t>&lt;#&gt;</a:t>
            </a:fld>
          </a:p>
        </p:txBody>
      </p:sp>
    </p:spTree>
  </p:cSld>
</p:sldLayout>
</file>

<file path=ppt/slideLayouts/slideLayout13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A345EA7B-E769-46AE-8F71-9EC198E07365}" type="slidenum">
              <a:t>&lt;#&gt;</a:t>
            </a:fld>
          </a:p>
        </p:txBody>
      </p:sp>
    </p:spTree>
  </p:cSld>
</p:sldLayout>
</file>

<file path=ppt/slideLayouts/slideLayout13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0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5CF8ABC9-4FD0-4782-A510-AB88561DAA50}" type="slidenum">
              <a:t>&lt;#&gt;</a:t>
            </a:fld>
          </a:p>
        </p:txBody>
      </p:sp>
    </p:spTree>
  </p:cSld>
</p:sldLayout>
</file>

<file path=ppt/slideLayouts/slideLayout13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1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7B896B53-2F89-42E7-92C8-CEC36AB4CDDA}" type="slidenum">
              <a:t>&lt;#&gt;</a:t>
            </a:fld>
          </a:p>
        </p:txBody>
      </p:sp>
    </p:spTree>
  </p:cSld>
</p:sldLayout>
</file>

<file path=ppt/slideLayouts/slideLayout13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1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1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1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1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1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65"/>
          </p:nvPr>
        </p:nvSpPr>
        <p:spPr/>
        <p:txBody>
          <a:bodyPr/>
          <a:p>
            <a:fld id="{B059882D-5B01-41C4-AFBB-8AFA0DD76CFD}" type="slidenum">
              <a:t>&lt;#&gt;</a:t>
            </a:fld>
          </a:p>
        </p:txBody>
      </p:sp>
    </p:spTree>
  </p:cSld>
</p:sldLayout>
</file>

<file path=ppt/slideLayouts/slideLayout13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3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2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3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3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4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4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4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4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5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5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5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5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5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6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3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6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3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7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8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8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9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9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8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9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9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9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0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0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3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6D8C6AB6-85D5-40E1-AC08-9AB7236D8423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1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DCCCEAAE-CE0D-4722-8838-EFBEE86EF00E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C947B0DE-6A56-460A-9253-BE54A831A3F3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93CB77D3-6436-45FA-98B4-ACBEF38DF063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BC540DDB-C61F-41FE-8B90-087E59ADDF9C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604BF915-AB5D-44CD-9AD4-68814FEF1364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3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94CEB57D-70FE-4412-AEF0-B8CA5BD1AF10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2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C8997160-B6DC-4609-8697-7BE17E628B87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3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58A5D377-7238-4AF8-869A-E4D35CD9419D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3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83347EE8-4039-4EF8-8D23-3C64DA380497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3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3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58814375-A323-4FD7-B727-6D93389C91EE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4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4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4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4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4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6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68"/>
          </p:nvPr>
        </p:nvSpPr>
        <p:spPr/>
        <p:txBody>
          <a:bodyPr/>
          <a:p>
            <a:fld id="{735A1558-5DFB-4225-B69F-A15C808CC56F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6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02C95432-3C38-4F97-8DE5-E0E05E620D55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5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0289135D-9A06-4772-82DD-2CD33D6C2841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686E0FF9-5F74-4872-AD1B-F41D93AA68AD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75CC9B95-4936-4034-8DB3-D7F9DD140904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6D23F325-E3DE-4A96-98F7-45B3D8E205FC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24B3E451-9F62-4CDE-8234-6626857EE815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6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B91756A1-3DD5-44C1-8357-CA664E36CA28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7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58828B51-9971-4253-ADDA-ED99FF041F81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7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8318A65D-6593-4032-A7C2-29BDAD4CAC58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7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1AE3A733-200F-4971-B689-6BDEEC5D8C5B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8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8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0BF1D283-5B8B-4F85-98A4-241D4091ECA4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8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8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8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8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9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71"/>
          </p:nvPr>
        </p:nvSpPr>
        <p:spPr/>
        <p:txBody>
          <a:bodyPr/>
          <a:p>
            <a:fld id="{F258D9D5-7D15-435F-8E63-5821EC1E6CFE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3A5E30C7-7426-43CE-B22D-74DB6215DDDA}" type="slidenum">
              <a:t>&lt;#&gt;</a:t>
            </a:fld>
          </a:p>
        </p:txBody>
      </p:sp>
    </p:spTree>
  </p:cSld>
</p:sldLayout>
</file>

<file path=ppt/slideLayouts/slideLayout14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9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B628E106-2655-4884-83BB-23408A389F0F}" type="slidenum">
              <a:t>&lt;#&gt;</a:t>
            </a:fld>
          </a:p>
        </p:txBody>
      </p:sp>
    </p:spTree>
  </p:cSld>
</p:sldLayout>
</file>

<file path=ppt/slideLayouts/slideLayout14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AF94B733-1057-4560-A000-36AFFF12225A}" type="slidenum">
              <a:t>&lt;#&gt;</a:t>
            </a:fld>
          </a:p>
        </p:txBody>
      </p:sp>
    </p:spTree>
  </p:cSld>
</p:sldLayout>
</file>

<file path=ppt/slideLayouts/slideLayout14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A1D34E7A-F9BF-4E9C-BF94-826CFE7602E1}" type="slidenum">
              <a:t>&lt;#&gt;</a:t>
            </a:fld>
          </a:p>
        </p:txBody>
      </p:sp>
    </p:spTree>
  </p:cSld>
</p:sldLayout>
</file>

<file path=ppt/slideLayouts/slideLayout14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9461AC7D-FCA9-4262-ADF9-FD17491032EC}" type="slidenum">
              <a:t>&lt;#&gt;</a:t>
            </a:fld>
          </a:p>
        </p:txBody>
      </p:sp>
    </p:spTree>
  </p:cSld>
</p:sldLayout>
</file>

<file path=ppt/slideLayouts/slideLayout14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3D640692-2718-44EB-A44D-BC38943B1E1E}" type="slidenum">
              <a:t>&lt;#&gt;</a:t>
            </a:fld>
          </a:p>
        </p:txBody>
      </p:sp>
    </p:spTree>
  </p:cSld>
</p:sldLayout>
</file>

<file path=ppt/slideLayouts/slideLayout14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0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2524C369-DC06-4377-A8D8-FC164858E354}" type="slidenum">
              <a:t>&lt;#&gt;</a:t>
            </a:fld>
          </a:p>
        </p:txBody>
      </p:sp>
    </p:spTree>
  </p:cSld>
</p:sldLayout>
</file>

<file path=ppt/slideLayouts/slideLayout14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1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89C646E7-5CA0-4F19-8B03-3835195C555A}" type="slidenum">
              <a:t>&lt;#&gt;</a:t>
            </a:fld>
          </a:p>
        </p:txBody>
      </p:sp>
    </p:spTree>
  </p:cSld>
</p:sldLayout>
</file>

<file path=ppt/slideLayouts/slideLayout14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1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C53A5412-5587-4510-8BC0-79CC80375A54}" type="slidenum">
              <a:t>&lt;#&gt;</a:t>
            </a:fld>
          </a:p>
        </p:txBody>
      </p:sp>
    </p:spTree>
  </p:cSld>
</p:sldLayout>
</file>

<file path=ppt/slideLayouts/slideLayout14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2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D84079DE-17DE-4E35-99F7-4E601DED66B6}" type="slidenum">
              <a:t>&lt;#&gt;</a:t>
            </a:fld>
          </a:p>
        </p:txBody>
      </p:sp>
    </p:spTree>
  </p:cSld>
</p:sldLayout>
</file>

<file path=ppt/slideLayouts/slideLayout14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2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2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339EF739-6725-40F2-9384-0C32D9E13EBB}" type="slidenum">
              <a:t>&lt;#&gt;</a:t>
            </a:fld>
          </a:p>
        </p:txBody>
      </p:sp>
    </p:spTree>
  </p:cSld>
</p:sldLayout>
</file>

<file path=ppt/slideLayouts/slideLayout14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2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2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3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3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3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72"/>
          </p:nvPr>
        </p:nvSpPr>
        <p:spPr/>
        <p:txBody>
          <a:bodyPr/>
          <a:p>
            <a:fld id="{50B2443A-3F5F-43FE-992F-6AD57542AB6D}" type="slidenum">
              <a:t>&lt;#&gt;</a:t>
            </a:fld>
          </a:p>
        </p:txBody>
      </p:sp>
    </p:spTree>
  </p:cSld>
</p:sldLayout>
</file>

<file path=ppt/slideLayouts/slideLayout14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1743B61C-D8E3-48B0-A19A-A0037FBE9160}" type="slidenum">
              <a:t>&lt;#&gt;</a:t>
            </a:fld>
          </a:p>
        </p:txBody>
      </p:sp>
    </p:spTree>
  </p:cSld>
</p:sldLayout>
</file>

<file path=ppt/slideLayouts/slideLayout14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4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18514ABA-CE37-414C-8041-23A4D3C0B9CF}" type="slidenum">
              <a:t>&lt;#&gt;</a:t>
            </a:fld>
          </a:p>
        </p:txBody>
      </p:sp>
    </p:spTree>
  </p:cSld>
</p:sldLayout>
</file>

<file path=ppt/slideLayouts/slideLayout14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C97DE1EB-2852-4A03-B158-0676C52082D6}" type="slidenum">
              <a:t>&lt;#&gt;</a:t>
            </a:fld>
          </a:p>
        </p:txBody>
      </p:sp>
    </p:spTree>
  </p:cSld>
</p:sldLayout>
</file>

<file path=ppt/slideLayouts/slideLayout14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133BD9F6-8BBA-4371-B4E4-DED9D16E9381}" type="slidenum">
              <a:t>&lt;#&gt;</a:t>
            </a:fld>
          </a:p>
        </p:txBody>
      </p:sp>
    </p:spTree>
  </p:cSld>
</p:sldLayout>
</file>

<file path=ppt/slideLayouts/slideLayout14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59AA0B69-B325-4DBE-BCFF-758A290DBF66}" type="slidenum">
              <a:t>&lt;#&gt;</a:t>
            </a:fld>
          </a:p>
        </p:txBody>
      </p:sp>
    </p:spTree>
  </p:cSld>
</p:sldLayout>
</file>

<file path=ppt/slideLayouts/slideLayout14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2D904162-8C8D-4F0C-818D-78A7F5768A6B}" type="slidenum">
              <a:t>&lt;#&gt;</a:t>
            </a:fld>
          </a:p>
        </p:txBody>
      </p:sp>
    </p:spTree>
  </p:cSld>
</p:sldLayout>
</file>

<file path=ppt/slideLayouts/slideLayout14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5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E5C5DECF-34B7-4668-BFDF-BA23C639D51E}" type="slidenum">
              <a:t>&lt;#&gt;</a:t>
            </a:fld>
          </a:p>
        </p:txBody>
      </p:sp>
    </p:spTree>
  </p:cSld>
</p:sldLayout>
</file>

<file path=ppt/slideLayouts/slideLayout14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5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5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BD033BD8-6A6F-4E40-BBBE-DD5DB7F67E8F}" type="slidenum">
              <a:t>&lt;#&gt;</a:t>
            </a:fld>
          </a:p>
        </p:txBody>
      </p:sp>
    </p:spTree>
  </p:cSld>
</p:sldLayout>
</file>

<file path=ppt/slideLayouts/slideLayout14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5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7D8D011A-0E79-468E-8DDA-69A94E1B30BA}" type="slidenum">
              <a:t>&lt;#&gt;</a:t>
            </a:fld>
          </a:p>
        </p:txBody>
      </p:sp>
    </p:spTree>
  </p:cSld>
</p:sldLayout>
</file>

<file path=ppt/slideLayouts/slideLayout14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6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B67ED39D-4BCF-42E6-8C25-B3B0685E1562}" type="slidenum">
              <a:t>&lt;#&gt;</a:t>
            </a:fld>
          </a:p>
        </p:txBody>
      </p:sp>
    </p:spTree>
  </p:cSld>
</p:sldLayout>
</file>

<file path=ppt/slideLayouts/slideLayout14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6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5285ABCA-4C48-4D6D-832B-0266E571FABE}" type="slidenum">
              <a:t>&lt;#&gt;</a:t>
            </a:fld>
          </a:p>
        </p:txBody>
      </p:sp>
    </p:spTree>
  </p:cSld>
</p:sldLayout>
</file>

<file path=ppt/slideLayouts/slideLayout14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7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7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7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7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7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73"/>
          </p:nvPr>
        </p:nvSpPr>
        <p:spPr/>
        <p:txBody>
          <a:bodyPr/>
          <a:p>
            <a:fld id="{64AFFE2A-52C4-4A81-BF7E-66F83630EDFF}" type="slidenum">
              <a:t>&lt;#&gt;</a:t>
            </a:fld>
          </a:p>
        </p:txBody>
      </p:sp>
    </p:spTree>
  </p:cSld>
</p:sldLayout>
</file>

<file path=ppt/slideLayouts/slideLayout14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EC78D6CF-7FAD-463C-8D30-4F6819A07DE3}" type="slidenum">
              <a:t>&lt;#&gt;</a:t>
            </a:fld>
          </a:p>
        </p:txBody>
      </p:sp>
    </p:spTree>
  </p:cSld>
</p:sldLayout>
</file>

<file path=ppt/slideLayouts/slideLayout14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8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ADBAAF5C-9ACD-4EC2-B304-0111AE9FEA3A}" type="slidenum">
              <a:t>&lt;#&gt;</a:t>
            </a:fld>
          </a:p>
        </p:txBody>
      </p:sp>
    </p:spTree>
  </p:cSld>
</p:sldLayout>
</file>

<file path=ppt/slideLayouts/slideLayout14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1B812B83-A932-48FA-A103-8EEA8F8440A1}" type="slidenum">
              <a:t>&lt;#&gt;</a:t>
            </a:fld>
          </a:p>
        </p:txBody>
      </p:sp>
    </p:spTree>
  </p:cSld>
</p:sldLayout>
</file>

<file path=ppt/slideLayouts/slideLayout14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109CF7E6-253F-49AA-9861-9DC36B8F1255}" type="slidenum">
              <a:t>&lt;#&gt;</a:t>
            </a:fld>
          </a:p>
        </p:txBody>
      </p:sp>
    </p:spTree>
  </p:cSld>
</p:sldLayout>
</file>

<file path=ppt/slideLayouts/slideLayout14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D950A5D6-E62E-4DDD-A86E-FDC3296E8517}" type="slidenum">
              <a:t>&lt;#&gt;</a:t>
            </a:fld>
          </a:p>
        </p:txBody>
      </p:sp>
    </p:spTree>
  </p:cSld>
</p:sldLayout>
</file>

<file path=ppt/slideLayouts/slideLayout14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F45350D1-6037-4F35-94C3-4E3CF6EC6C86}" type="slidenum">
              <a:t>&lt;#&gt;</a:t>
            </a:fld>
          </a:p>
        </p:txBody>
      </p:sp>
    </p:spTree>
  </p:cSld>
</p:sldLayout>
</file>

<file path=ppt/slideLayouts/slideLayout14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9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7E35F5AB-520A-42C3-BC63-F8C2C2DC42C6}" type="slidenum">
              <a:t>&lt;#&gt;</a:t>
            </a:fld>
          </a:p>
        </p:txBody>
      </p:sp>
    </p:spTree>
  </p:cSld>
</p:sldLayout>
</file>

<file path=ppt/slideLayouts/slideLayout14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9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F74D153D-934D-4A45-8134-BB371141678E}" type="slidenum">
              <a:t>&lt;#&gt;</a:t>
            </a:fld>
          </a:p>
        </p:txBody>
      </p:sp>
    </p:spTree>
  </p:cSld>
</p:sldLayout>
</file>

<file path=ppt/slideLayouts/slideLayout14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0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61E75E55-D82E-4730-9302-46D7D67EE710}" type="slidenum">
              <a:t>&lt;#&gt;</a:t>
            </a:fld>
          </a:p>
        </p:txBody>
      </p:sp>
    </p:spTree>
  </p:cSld>
</p:sldLayout>
</file>

<file path=ppt/slideLayouts/slideLayout14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0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B2DB92A7-6537-4285-985A-04C6ACE56CD3}" type="slidenum">
              <a:t>&lt;#&gt;</a:t>
            </a:fld>
          </a:p>
        </p:txBody>
      </p:sp>
    </p:spTree>
  </p:cSld>
</p:sldLayout>
</file>

<file path=ppt/slideLayouts/slideLayout14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0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0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2DE6B24F-B90E-4F98-89FF-9406E7F7E099}" type="slidenum">
              <a:t>&lt;#&gt;</a:t>
            </a:fld>
          </a:p>
        </p:txBody>
      </p:sp>
    </p:spTree>
  </p:cSld>
</p:sldLayout>
</file>

<file path=ppt/slideLayouts/slideLayout14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74"/>
          </p:nvPr>
        </p:nvSpPr>
        <p:spPr/>
        <p:txBody>
          <a:bodyPr/>
          <a:p>
            <a:fld id="{A548043D-1328-402E-A1E5-479CD1B1F6CC}" type="slidenum">
              <a:t>&lt;#&gt;</a:t>
            </a:fld>
          </a:p>
        </p:txBody>
      </p:sp>
    </p:spTree>
  </p:cSld>
</p:sldLayout>
</file>

<file path=ppt/slideLayouts/slideLayout14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C5EC0977-CC19-4533-8E38-F0CF56CB5569}" type="slidenum">
              <a:t>&lt;#&gt;</a:t>
            </a:fld>
          </a:p>
        </p:txBody>
      </p:sp>
    </p:spTree>
  </p:cSld>
</p:sldLayout>
</file>

<file path=ppt/slideLayouts/slideLayout14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2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BD3ACFDE-7E3E-4372-A134-6AF81AEA134F}" type="slidenum">
              <a:t>&lt;#&gt;</a:t>
            </a:fld>
          </a:p>
        </p:txBody>
      </p:sp>
    </p:spTree>
  </p:cSld>
</p:sldLayout>
</file>

<file path=ppt/slideLayouts/slideLayout14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B4D03FE3-B526-4044-9DB9-5C08A511D4B6}" type="slidenum">
              <a:t>&lt;#&gt;</a:t>
            </a:fld>
          </a:p>
        </p:txBody>
      </p:sp>
    </p:spTree>
  </p:cSld>
</p:sldLayout>
</file>

<file path=ppt/slideLayouts/slideLayout14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3A9B7E7D-D4E3-4601-A573-15601BDAC3B9}" type="slidenum">
              <a:t>&lt;#&gt;</a:t>
            </a:fld>
          </a:p>
        </p:txBody>
      </p:sp>
    </p:spTree>
  </p:cSld>
</p:sldLayout>
</file>

<file path=ppt/slideLayouts/slideLayout14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4BC47E9E-1689-4B58-A641-5F8CFAFA2D43}" type="slidenum">
              <a:t>&lt;#&gt;</a:t>
            </a:fld>
          </a:p>
        </p:txBody>
      </p:sp>
    </p:spTree>
  </p:cSld>
</p:sldLayout>
</file>

<file path=ppt/slideLayouts/slideLayout14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22C32310-FCD0-4C92-892E-33A9F0C2955A}" type="slidenum">
              <a:t>&lt;#&gt;</a:t>
            </a:fld>
          </a:p>
        </p:txBody>
      </p:sp>
    </p:spTree>
  </p:cSld>
</p:sldLayout>
</file>

<file path=ppt/slideLayouts/slideLayout14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3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86C84B51-79AF-4BF5-9B2C-F00599D89D9A}" type="slidenum">
              <a:t>&lt;#&gt;</a:t>
            </a:fld>
          </a:p>
        </p:txBody>
      </p:sp>
    </p:spTree>
  </p:cSld>
</p:sldLayout>
</file>

<file path=ppt/slideLayouts/slideLayout14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3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4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AF65C021-5060-4B4C-B020-0F75EBE8EAB3}" type="slidenum">
              <a:t>&lt;#&gt;</a:t>
            </a:fld>
          </a:p>
        </p:txBody>
      </p:sp>
    </p:spTree>
  </p:cSld>
</p:sldLayout>
</file>

<file path=ppt/slideLayouts/slideLayout14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4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7595ED62-EEA3-4977-B744-8DE58A75EB07}" type="slidenum">
              <a:t>&lt;#&gt;</a:t>
            </a:fld>
          </a:p>
        </p:txBody>
      </p:sp>
    </p:spTree>
  </p:cSld>
</p:sldLayout>
</file>

<file path=ppt/slideLayouts/slideLayout14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4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7B19EB43-ADA2-4201-9CE2-3A0016EB4BCB}" type="slidenum">
              <a:t>&lt;#&gt;</a:t>
            </a:fld>
          </a:p>
        </p:txBody>
      </p:sp>
    </p:spTree>
  </p:cSld>
</p:sldLayout>
</file>

<file path=ppt/slideLayouts/slideLayout14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5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5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93C90FB6-912B-4FD5-A92E-19E2CB693C81}" type="slidenum">
              <a:t>&lt;#&gt;</a:t>
            </a:fld>
          </a:p>
        </p:txBody>
      </p:sp>
    </p:spTree>
  </p:cSld>
</p:sldLayout>
</file>

<file path=ppt/slideLayouts/slideLayout14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5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5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5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5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5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7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76"/>
          </p:nvPr>
        </p:nvSpPr>
        <p:spPr/>
        <p:txBody>
          <a:bodyPr/>
          <a:p>
            <a:fld id="{D87CBD1C-A3D3-496D-B7E5-586A90C72C65}" type="slidenum">
              <a:t>&lt;#&gt;</a:t>
            </a:fld>
          </a:p>
        </p:txBody>
      </p:sp>
    </p:spTree>
  </p:cSld>
</p:sldLayout>
</file>

<file path=ppt/slideLayouts/slideLayout14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A20A7AF4-9109-4331-AE4A-3A713663051B}" type="slidenum">
              <a:t>&lt;#&gt;</a:t>
            </a:fld>
          </a:p>
        </p:txBody>
      </p:sp>
    </p:spTree>
  </p:cSld>
</p:sldLayout>
</file>

<file path=ppt/slideLayouts/slideLayout14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6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F920C324-7E2C-4AA2-A991-10F0373CA725}" type="slidenum">
              <a:t>&lt;#&gt;</a:t>
            </a:fld>
          </a:p>
        </p:txBody>
      </p:sp>
    </p:spTree>
  </p:cSld>
</p:sldLayout>
</file>

<file path=ppt/slideLayouts/slideLayout14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02F8B9B8-814B-4078-9773-B9ADDDC3B863}" type="slidenum">
              <a:t>&lt;#&gt;</a:t>
            </a:fld>
          </a:p>
        </p:txBody>
      </p:sp>
    </p:spTree>
  </p:cSld>
</p:sldLayout>
</file>

<file path=ppt/slideLayouts/slideLayout14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76198F33-AE4B-4515-A03C-4C581138C3D6}" type="slidenum">
              <a:t>&lt;#&gt;</a:t>
            </a:fld>
          </a:p>
        </p:txBody>
      </p:sp>
    </p:spTree>
  </p:cSld>
</p:sldLayout>
</file>

<file path=ppt/slideLayouts/slideLayout14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422721C7-21C4-409B-B140-3AE1D85E5734}" type="slidenum">
              <a:t>&lt;#&gt;</a:t>
            </a:fld>
          </a:p>
        </p:txBody>
      </p:sp>
    </p:spTree>
  </p:cSld>
</p:sldLayout>
</file>

<file path=ppt/slideLayouts/slideLayout14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85F2A775-3703-4722-9236-5D579DCBF205}" type="slidenum">
              <a:t>&lt;#&gt;</a:t>
            </a:fld>
          </a:p>
        </p:txBody>
      </p:sp>
    </p:spTree>
  </p:cSld>
</p:sldLayout>
</file>

<file path=ppt/slideLayouts/slideLayout14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50326003-5738-4D1C-BAB8-43A600F8FFA9}" type="slidenum">
              <a:t>&lt;#&gt;</a:t>
            </a:fld>
          </a:p>
        </p:txBody>
      </p:sp>
    </p:spTree>
  </p:cSld>
</p:sldLayout>
</file>

<file path=ppt/slideLayouts/slideLayout14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8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75B24C19-3EC0-4576-BB4B-B43184E360A5}" type="slidenum">
              <a:t>&lt;#&gt;</a:t>
            </a:fld>
          </a:p>
        </p:txBody>
      </p:sp>
    </p:spTree>
  </p:cSld>
</p:sldLayout>
</file>

<file path=ppt/slideLayouts/slideLayout14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E4499723-2DD5-493A-A85C-50644AB283E1}" type="slidenum">
              <a:t>&lt;#&gt;</a:t>
            </a:fld>
          </a:p>
        </p:txBody>
      </p:sp>
    </p:spTree>
  </p:cSld>
</p:sldLayout>
</file>

<file path=ppt/slideLayouts/slideLayout14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8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548831CD-C658-4028-9EA5-44B8FD5BD6EB}" type="slidenum">
              <a:t>&lt;#&gt;</a:t>
            </a:fld>
          </a:p>
        </p:txBody>
      </p:sp>
    </p:spTree>
  </p:cSld>
</p:sldLayout>
</file>

<file path=ppt/slideLayouts/slideLayout14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9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F8A86BF1-30F5-41FE-97B6-9A84D9150DE0}" type="slidenum">
              <a:t>&lt;#&gt;</a:t>
            </a:fld>
          </a:p>
        </p:txBody>
      </p:sp>
    </p:spTree>
  </p:cSld>
</p:sldLayout>
</file>

<file path=ppt/slideLayouts/slideLayout14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9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9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9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9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9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77"/>
          </p:nvPr>
        </p:nvSpPr>
        <p:spPr/>
        <p:txBody>
          <a:bodyPr/>
          <a:p>
            <a:fld id="{8D20E9F7-D9A5-49B9-B76F-8061E5CCC0CE}" type="slidenum">
              <a:t>&lt;#&gt;</a:t>
            </a:fld>
          </a:p>
        </p:txBody>
      </p:sp>
    </p:spTree>
  </p:cSld>
</p:sldLayout>
</file>

<file path=ppt/slideLayouts/slideLayout14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4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0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4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4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4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4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4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1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4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2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4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2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4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2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4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3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3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4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3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3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3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3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4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4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D190A016-DD4E-484B-8395-7AAA26AAB106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5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2612D848-F72A-4C60-A2B5-FDC98EBD0506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C56671F8-0FFC-4055-8AF3-F6935E10FD0E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5B3FA3C7-FFE4-4F39-BF2C-414B13D7580A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097099FF-1B0B-4866-9F90-30224759C9FE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EF382CF4-19C7-453C-8DDF-2B52B44CDDF8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170CA44E-0FBA-4D01-9D2E-36CB108C366B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6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04083F05-B4B9-4F80-9CE6-F8CD5C2CCD69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7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E12185D0-7EC4-4192-A746-B56BB5AD110B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7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8FC0CEB5-5EA7-4657-96A5-AA1BA4D934B6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4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7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7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63F772A8-180F-4CCC-951B-3F55AD5F9619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8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8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8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8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8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7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80"/>
          </p:nvPr>
        </p:nvSpPr>
        <p:spPr/>
        <p:txBody>
          <a:bodyPr/>
          <a:p>
            <a:fld id="{6E2598C8-D558-42B7-9FD2-C9DA84E7351E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78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9C27E558-7B26-405F-9FC2-C12E1B800B5B}" type="slidenum">
              <a:t>&lt;#&gt;</a:t>
            </a:fld>
          </a:p>
        </p:txBody>
      </p:sp>
    </p:spTree>
  </p:cSld>
</p:sldLayout>
</file>

<file path=ppt/slideLayouts/slideLayout15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9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0191BDBD-E46E-4271-8313-3636B2C04ED9}" type="slidenum">
              <a:t>&lt;#&gt;</a:t>
            </a:fld>
          </a:p>
        </p:txBody>
      </p:sp>
    </p:spTree>
  </p:cSld>
</p:sldLayout>
</file>

<file path=ppt/slideLayouts/slideLayout15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1447E4A9-6AF0-467C-9F54-36C2615ED923}" type="slidenum">
              <a:t>&lt;#&gt;</a:t>
            </a:fld>
          </a:p>
        </p:txBody>
      </p:sp>
    </p:spTree>
  </p:cSld>
</p:sldLayout>
</file>

<file path=ppt/slideLayouts/slideLayout15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E9EAF9F6-1700-4625-B9F2-F8828B8E141A}" type="slidenum">
              <a:t>&lt;#&gt;</a:t>
            </a:fld>
          </a:p>
        </p:txBody>
      </p:sp>
    </p:spTree>
  </p:cSld>
</p:sldLayout>
</file>

<file path=ppt/slideLayouts/slideLayout15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BCDA97BD-BFEE-41EC-B6C0-8BCBA85CB184}" type="slidenum">
              <a:t>&lt;#&gt;</a:t>
            </a:fld>
          </a:p>
        </p:txBody>
      </p:sp>
    </p:spTree>
  </p:cSld>
</p:sldLayout>
</file>

<file path=ppt/slideLayouts/slideLayout15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59EC85E8-4058-4985-B73D-C2BE77E57AAA}" type="slidenum">
              <a:t>&lt;#&gt;</a:t>
            </a:fld>
          </a:p>
        </p:txBody>
      </p:sp>
    </p:spTree>
  </p:cSld>
</p:sldLayout>
</file>

<file path=ppt/slideLayouts/slideLayout15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3E34D754-4EC5-47E0-B83C-6C34A4591505}" type="slidenum">
              <a:t>&lt;#&gt;</a:t>
            </a:fld>
          </a:p>
        </p:txBody>
      </p:sp>
    </p:spTree>
  </p:cSld>
</p:sldLayout>
</file>

<file path=ppt/slideLayouts/slideLayout15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0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7AF50772-70B6-45C6-97E7-09E521E73344}" type="slidenum">
              <a:t>&lt;#&gt;</a:t>
            </a:fld>
          </a:p>
        </p:txBody>
      </p:sp>
    </p:spTree>
  </p:cSld>
</p:sldLayout>
</file>

<file path=ppt/slideLayouts/slideLayout15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1F24E8DF-4942-4AE4-A9CB-935879FB188F}" type="slidenum">
              <a:t>&lt;#&gt;</a:t>
            </a:fld>
          </a:p>
        </p:txBody>
      </p:sp>
    </p:spTree>
  </p:cSld>
</p:sldLayout>
</file>

<file path=ppt/slideLayouts/slideLayout15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1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6E29FCA3-B206-4AA6-A141-78EFC630349F}" type="slidenum">
              <a:t>&lt;#&gt;</a:t>
            </a:fld>
          </a:p>
        </p:txBody>
      </p:sp>
    </p:spTree>
  </p:cSld>
</p:sldLayout>
</file>

<file path=ppt/slideLayouts/slideLayout15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1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1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2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191A5FBF-5B35-4B94-B8BD-C03DECC15EE4}" type="slidenum">
              <a:t>&lt;#&gt;</a:t>
            </a:fld>
          </a:p>
        </p:txBody>
      </p:sp>
    </p:spTree>
  </p:cSld>
</p:sldLayout>
</file>

<file path=ppt/slideLayouts/slideLayout15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2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2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2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2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2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81"/>
          </p:nvPr>
        </p:nvSpPr>
        <p:spPr/>
        <p:txBody>
          <a:bodyPr/>
          <a:p>
            <a:fld id="{82870743-4E17-44ED-9B16-E60714EC982C}" type="slidenum">
              <a:t>&lt;#&gt;</a:t>
            </a:fld>
          </a:p>
        </p:txBody>
      </p:sp>
    </p:spTree>
  </p:cSld>
</p:sldLayout>
</file>

<file path=ppt/slideLayouts/slideLayout15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4290D623-F059-4BC7-BC7D-DA5A187EE514}" type="slidenum">
              <a:t>&lt;#&gt;</a:t>
            </a:fld>
          </a:p>
        </p:txBody>
      </p:sp>
    </p:spTree>
  </p:cSld>
</p:sldLayout>
</file>

<file path=ppt/slideLayouts/slideLayout15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3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0705C740-C498-4330-BCEF-0AFCFB8FB959}" type="slidenum">
              <a:t>&lt;#&gt;</a:t>
            </a:fld>
          </a:p>
        </p:txBody>
      </p:sp>
    </p:spTree>
  </p:cSld>
</p:sldLayout>
</file>

<file path=ppt/slideLayouts/slideLayout15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821A46A0-C60E-4A41-8DA7-CBE2BF33BBF1}" type="slidenum">
              <a:t>&lt;#&gt;</a:t>
            </a:fld>
          </a:p>
        </p:txBody>
      </p:sp>
    </p:spTree>
  </p:cSld>
</p:sldLayout>
</file>

<file path=ppt/slideLayouts/slideLayout15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5C95CB4A-5F27-46FB-80CD-C22CC8EB2209}" type="slidenum">
              <a:t>&lt;#&gt;</a:t>
            </a:fld>
          </a:p>
        </p:txBody>
      </p:sp>
    </p:spTree>
  </p:cSld>
</p:sldLayout>
</file>

<file path=ppt/slideLayouts/slideLayout15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947D7976-ED23-42FF-9DA7-0756F79FC98A}" type="slidenum">
              <a:t>&lt;#&gt;</a:t>
            </a:fld>
          </a:p>
        </p:txBody>
      </p:sp>
    </p:spTree>
  </p:cSld>
</p:sldLayout>
</file>

<file path=ppt/slideLayouts/slideLayout15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C45D8C5A-9137-41BA-8800-B36554DDE169}" type="slidenum">
              <a:t>&lt;#&gt;</a:t>
            </a:fld>
          </a:p>
        </p:txBody>
      </p:sp>
    </p:spTree>
  </p:cSld>
</p:sldLayout>
</file>

<file path=ppt/slideLayouts/slideLayout15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4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BC9FC311-1069-4822-8F62-80C275D359ED}" type="slidenum">
              <a:t>&lt;#&gt;</a:t>
            </a:fld>
          </a:p>
        </p:txBody>
      </p:sp>
    </p:spTree>
  </p:cSld>
</p:sldLayout>
</file>

<file path=ppt/slideLayouts/slideLayout15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5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667D8D6B-DFD3-457C-9F5B-4D3A9EE979FA}" type="slidenum">
              <a:t>&lt;#&gt;</a:t>
            </a:fld>
          </a:p>
        </p:txBody>
      </p:sp>
    </p:spTree>
  </p:cSld>
</p:sldLayout>
</file>

<file path=ppt/slideLayouts/slideLayout15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6F580837-FB85-4B06-9593-FC385A5B9C3B}" type="slidenum">
              <a:t>&lt;#&gt;</a:t>
            </a:fld>
          </a:p>
        </p:txBody>
      </p:sp>
    </p:spTree>
  </p:cSld>
</p:sldLayout>
</file>

<file path=ppt/slideLayouts/slideLayout15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5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F174E021-C758-4916-9439-D069F9EAE156}" type="slidenum">
              <a:t>&lt;#&gt;</a:t>
            </a:fld>
          </a:p>
        </p:txBody>
      </p:sp>
    </p:spTree>
  </p:cSld>
</p:sldLayout>
</file>

<file path=ppt/slideLayouts/slideLayout15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6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52071829-FFB6-493A-A4E9-8BAE38E24112}" type="slidenum">
              <a:t>&lt;#&gt;</a:t>
            </a:fld>
          </a:p>
        </p:txBody>
      </p:sp>
    </p:spTree>
  </p:cSld>
</p:sldLayout>
</file>

<file path=ppt/slideLayouts/slideLayout15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6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6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6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6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6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82"/>
          </p:nvPr>
        </p:nvSpPr>
        <p:spPr/>
        <p:txBody>
          <a:bodyPr/>
          <a:p>
            <a:fld id="{71CF91DD-7655-4CF7-A850-8DFC9B1688D0}" type="slidenum">
              <a:t>&lt;#&gt;</a:t>
            </a:fld>
          </a:p>
        </p:txBody>
      </p:sp>
    </p:spTree>
  </p:cSld>
</p:sldLayout>
</file>

<file path=ppt/slideLayouts/slideLayout15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9B89B045-BC72-417D-A025-B2125C17E215}" type="slidenum">
              <a:t>&lt;#&gt;</a:t>
            </a:fld>
          </a:p>
        </p:txBody>
      </p:sp>
    </p:spTree>
  </p:cSld>
</p:sldLayout>
</file>

<file path=ppt/slideLayouts/slideLayout15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7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E88C1101-08B8-4C52-BAA1-E1872F142F61}" type="slidenum">
              <a:t>&lt;#&gt;</a:t>
            </a:fld>
          </a:p>
        </p:txBody>
      </p:sp>
    </p:spTree>
  </p:cSld>
</p:sldLayout>
</file>

<file path=ppt/slideLayouts/slideLayout15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D39768C3-87E0-4855-B259-F869597CE4C0}" type="slidenum">
              <a:t>&lt;#&gt;</a:t>
            </a:fld>
          </a:p>
        </p:txBody>
      </p:sp>
    </p:spTree>
  </p:cSld>
</p:sldLayout>
</file>

<file path=ppt/slideLayouts/slideLayout15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F8131C4D-77A7-484E-912A-C4FAB4D1EC40}" type="slidenum">
              <a:t>&lt;#&gt;</a:t>
            </a:fld>
          </a:p>
        </p:txBody>
      </p:sp>
    </p:spTree>
  </p:cSld>
</p:sldLayout>
</file>

<file path=ppt/slideLayouts/slideLayout15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0094C7AC-FE9A-4A6A-824F-F3B57D1CA000}" type="slidenum">
              <a:t>&lt;#&gt;</a:t>
            </a:fld>
          </a:p>
        </p:txBody>
      </p:sp>
    </p:spTree>
  </p:cSld>
</p:sldLayout>
</file>

<file path=ppt/slideLayouts/slideLayout15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6D1F9658-0A58-45ED-8EC2-7F9945C25E83}" type="slidenum">
              <a:t>&lt;#&gt;</a:t>
            </a:fld>
          </a:p>
        </p:txBody>
      </p:sp>
    </p:spTree>
  </p:cSld>
</p:sldLayout>
</file>

<file path=ppt/slideLayouts/slideLayout15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0BBD3CE2-1C15-40CA-9F43-3D4375A90CFF}" type="slidenum">
              <a:t>&lt;#&gt;</a:t>
            </a:fld>
          </a:p>
        </p:txBody>
      </p:sp>
    </p:spTree>
  </p:cSld>
</p:sldLayout>
</file>

<file path=ppt/slideLayouts/slideLayout15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9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C636F27C-E449-4B0F-9DEB-9F282E6C71A3}" type="slidenum">
              <a:t>&lt;#&gt;</a:t>
            </a:fld>
          </a:p>
        </p:txBody>
      </p:sp>
    </p:spTree>
  </p:cSld>
</p:sldLayout>
</file>

<file path=ppt/slideLayouts/slideLayout15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9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BB8EFFEA-B029-474C-9DAA-36CCC49DCF52}" type="slidenum">
              <a:t>&lt;#&gt;</a:t>
            </a:fld>
          </a:p>
        </p:txBody>
      </p:sp>
    </p:spTree>
  </p:cSld>
</p:sldLayout>
</file>

<file path=ppt/slideLayouts/slideLayout15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9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33A44417-B3F7-403E-8F78-7F876214569F}" type="slidenum">
              <a:t>&lt;#&gt;</a:t>
            </a:fld>
          </a:p>
        </p:txBody>
      </p:sp>
    </p:spTree>
  </p:cSld>
</p:sldLayout>
</file>

<file path=ppt/slideLayouts/slideLayout15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0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0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330D2E12-271C-48EE-BEB2-8340A2B1EDB3}" type="slidenum">
              <a:t>&lt;#&gt;</a:t>
            </a:fld>
          </a:p>
        </p:txBody>
      </p:sp>
    </p:spTree>
  </p:cSld>
</p:sldLayout>
</file>

<file path=ppt/slideLayouts/slideLayout15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0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0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0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1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1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83"/>
          </p:nvPr>
        </p:nvSpPr>
        <p:spPr/>
        <p:txBody>
          <a:bodyPr/>
          <a:p>
            <a:fld id="{890F8471-EC1D-4A7B-8DAF-7B7B849FBFDF}" type="slidenum">
              <a:t>&lt;#&gt;</a:t>
            </a:fld>
          </a:p>
        </p:txBody>
      </p:sp>
    </p:spTree>
  </p:cSld>
</p:sldLayout>
</file>

<file path=ppt/slideLayouts/slideLayout15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A78E9102-5CAA-4C78-BC58-D03D33ADAC2A}" type="slidenum">
              <a:t>&lt;#&gt;</a:t>
            </a:fld>
          </a:p>
        </p:txBody>
      </p:sp>
    </p:spTree>
  </p:cSld>
</p:sldLayout>
</file>

<file path=ppt/slideLayouts/slideLayout15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2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1ECA066D-1C16-4929-B096-D427C6A3D5E2}" type="slidenum">
              <a:t>&lt;#&gt;</a:t>
            </a:fld>
          </a:p>
        </p:txBody>
      </p:sp>
    </p:spTree>
  </p:cSld>
</p:sldLayout>
</file>

<file path=ppt/slideLayouts/slideLayout15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BFA92ADC-74D0-4F07-8BF2-F6FDC5E4FFCD}" type="slidenum">
              <a:t>&lt;#&gt;</a:t>
            </a:fld>
          </a:p>
        </p:txBody>
      </p:sp>
    </p:spTree>
  </p:cSld>
</p:sldLayout>
</file>

<file path=ppt/slideLayouts/slideLayout15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CBD858ED-35B6-41D4-91DA-1C3C0C2B7739}" type="slidenum">
              <a:t>&lt;#&gt;</a:t>
            </a:fld>
          </a:p>
        </p:txBody>
      </p:sp>
    </p:spTree>
  </p:cSld>
</p:sldLayout>
</file>

<file path=ppt/slideLayouts/slideLayout15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68EF3B65-94EE-4C37-BD91-B4AD02DF9870}" type="slidenum">
              <a:t>&lt;#&gt;</a:t>
            </a:fld>
          </a:p>
        </p:txBody>
      </p:sp>
    </p:spTree>
  </p:cSld>
</p:sldLayout>
</file>

<file path=ppt/slideLayouts/slideLayout15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DADDB592-FE28-4E5E-A3EE-941D97B4B1E0}" type="slidenum">
              <a:t>&lt;#&gt;</a:t>
            </a:fld>
          </a:p>
        </p:txBody>
      </p:sp>
    </p:spTree>
  </p:cSld>
</p:sldLayout>
</file>

<file path=ppt/slideLayouts/slideLayout15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314FB8F7-9341-4E0E-9984-54C8B576943F}" type="slidenum">
              <a:t>&lt;#&gt;</a:t>
            </a:fld>
          </a:p>
        </p:txBody>
      </p:sp>
    </p:spTree>
  </p:cSld>
</p:sldLayout>
</file>

<file path=ppt/slideLayouts/slideLayout15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3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1C637FA0-326A-4A05-ADCF-B5D893023C36}" type="slidenum">
              <a:t>&lt;#&gt;</a:t>
            </a:fld>
          </a:p>
        </p:txBody>
      </p:sp>
    </p:spTree>
  </p:cSld>
</p:sldLayout>
</file>

<file path=ppt/slideLayouts/slideLayout15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3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3782E8AD-790D-427B-8DAE-8238C9670171}" type="slidenum">
              <a:t>&lt;#&gt;</a:t>
            </a:fld>
          </a:p>
        </p:txBody>
      </p:sp>
    </p:spTree>
  </p:cSld>
</p:sldLayout>
</file>

<file path=ppt/slideLayouts/slideLayout15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4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5553D834-A890-448A-99F5-381494F59F35}" type="slidenum">
              <a:t>&lt;#&gt;</a:t>
            </a:fld>
          </a:p>
        </p:txBody>
      </p:sp>
    </p:spTree>
  </p:cSld>
</p:sldLayout>
</file>

<file path=ppt/slideLayouts/slideLayout15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4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4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D749CA72-B7C1-44E9-9F44-1A72D396A602}" type="slidenum">
              <a:t>&lt;#&gt;</a:t>
            </a:fld>
          </a:p>
        </p:txBody>
      </p:sp>
    </p:spTree>
  </p:cSld>
</p:sldLayout>
</file>

<file path=ppt/slideLayouts/slideLayout15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5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5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5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5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5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8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85"/>
          </p:nvPr>
        </p:nvSpPr>
        <p:spPr/>
        <p:txBody>
          <a:bodyPr/>
          <a:p>
            <a:fld id="{54DF5643-7CA0-428D-9858-A9DAD75680EE}" type="slidenum">
              <a:t>&lt;#&gt;</a:t>
            </a:fld>
          </a:p>
        </p:txBody>
      </p:sp>
    </p:spTree>
  </p:cSld>
</p:sldLayout>
</file>

<file path=ppt/slideLayouts/slideLayout15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87F00AB5-04BE-4173-BC7A-7E9DFA9DE483}" type="slidenum">
              <a:t>&lt;#&gt;</a:t>
            </a:fld>
          </a:p>
        </p:txBody>
      </p:sp>
    </p:spTree>
  </p:cSld>
</p:sldLayout>
</file>

<file path=ppt/slideLayouts/slideLayout15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6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CA196D6E-94E4-448C-BF41-E13033DFD608}" type="slidenum">
              <a:t>&lt;#&gt;</a:t>
            </a:fld>
          </a:p>
        </p:txBody>
      </p:sp>
    </p:spTree>
  </p:cSld>
</p:sldLayout>
</file>

<file path=ppt/slideLayouts/slideLayout15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C4EB7B0A-15BB-41B9-B2C8-975B0B2C24AF}" type="slidenum">
              <a:t>&lt;#&gt;</a:t>
            </a:fld>
          </a:p>
        </p:txBody>
      </p:sp>
    </p:spTree>
  </p:cSld>
</p:sldLayout>
</file>

<file path=ppt/slideLayouts/slideLayout15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27EA8660-B657-43F8-A3AA-87A8C04F1A3D}" type="slidenum">
              <a:t>&lt;#&gt;</a:t>
            </a:fld>
          </a:p>
        </p:txBody>
      </p:sp>
    </p:spTree>
  </p:cSld>
</p:sldLayout>
</file>

<file path=ppt/slideLayouts/slideLayout15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B03F06A9-68D4-4FBF-8840-72EEC200D102}" type="slidenum">
              <a:t>&lt;#&gt;</a:t>
            </a:fld>
          </a:p>
        </p:txBody>
      </p:sp>
    </p:spTree>
  </p:cSld>
</p:sldLayout>
</file>

<file path=ppt/slideLayouts/slideLayout15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67096BD4-F4BD-43A4-A147-C976849734A9}" type="slidenum">
              <a:t>&lt;#&gt;</a:t>
            </a:fld>
          </a:p>
        </p:txBody>
      </p:sp>
    </p:spTree>
  </p:cSld>
</p:sldLayout>
</file>

<file path=ppt/slideLayouts/slideLayout15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E09BDE36-A21C-4C23-A1A6-77F855F6F561}" type="slidenum">
              <a:t>&lt;#&gt;</a:t>
            </a:fld>
          </a:p>
        </p:txBody>
      </p:sp>
    </p:spTree>
  </p:cSld>
</p:sldLayout>
</file>

<file path=ppt/slideLayouts/slideLayout15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7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CE99A37F-70DA-4A2A-A16F-6FB6324C5C5B}" type="slidenum">
              <a:t>&lt;#&gt;</a:t>
            </a:fld>
          </a:p>
        </p:txBody>
      </p:sp>
    </p:spTree>
  </p:cSld>
</p:sldLayout>
</file>

<file path=ppt/slideLayouts/slideLayout15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FA11730E-793F-4D89-AC48-4BD34F79A800}" type="slidenum">
              <a:t>&lt;#&gt;</a:t>
            </a:fld>
          </a:p>
        </p:txBody>
      </p:sp>
    </p:spTree>
  </p:cSld>
</p:sldLayout>
</file>

<file path=ppt/slideLayouts/slideLayout15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8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E7D4138D-54F2-42A0-8567-2F8FB9205EA8}" type="slidenum">
              <a:t>&lt;#&gt;</a:t>
            </a:fld>
          </a:p>
        </p:txBody>
      </p:sp>
    </p:spTree>
  </p:cSld>
</p:sldLayout>
</file>

<file path=ppt/slideLayouts/slideLayout15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8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48867CBD-11F1-4B2B-98A7-ABCCEB19230A}" type="slidenum">
              <a:t>&lt;#&gt;</a:t>
            </a:fld>
          </a:p>
        </p:txBody>
      </p:sp>
    </p:spTree>
  </p:cSld>
</p:sldLayout>
</file>

<file path=ppt/slideLayouts/slideLayout15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9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9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9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9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9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86"/>
          </p:nvPr>
        </p:nvSpPr>
        <p:spPr/>
        <p:txBody>
          <a:bodyPr/>
          <a:p>
            <a:fld id="{54249D3C-4D47-4281-9924-22DBC120C4A1}" type="slidenum">
              <a:t>&lt;#&gt;</a:t>
            </a:fld>
          </a:p>
        </p:txBody>
      </p:sp>
    </p:spTree>
  </p:cSld>
</p:sldLayout>
</file>

<file path=ppt/slideLayouts/slideLayout15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5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0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5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5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5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5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5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5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1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5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5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2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5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2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2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5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3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3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3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3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3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5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9514B43A-1F45-4ABB-9E95-5FDBC87A81F1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4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4C30E76D-5395-4460-820B-226AED7F590E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80DEDE55-0ADE-4579-808A-370EDFBA7EBD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33A308E0-9740-4C15-B593-5D26C75600CA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61C83913-CBA6-4728-9DCD-29A7AE68AD5F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4A546AA7-CA8A-4414-8929-29D1F32BAE57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2F562CE1-D05F-41D3-9C53-77D2FDE1792D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6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EC18C1F1-8FFC-4B8E-9F14-72EF93DC8ABF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6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FE39502E-1B46-4501-BABA-3143938A855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6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E612F64A-1A38-43C5-A3A6-3AA16106DD2E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7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7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2C98491B-5521-4563-AAC5-B9367BDDF815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7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7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7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7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8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8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89"/>
          </p:nvPr>
        </p:nvSpPr>
        <p:spPr/>
        <p:txBody>
          <a:bodyPr/>
          <a:p>
            <a:fld id="{A417CFF9-7444-4321-AFD2-37A32AB37EEA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8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5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CBC459FD-C39B-47DF-90A6-2AF6B17B2709}" type="slidenum">
              <a:t>&lt;#&gt;</a:t>
            </a:fld>
          </a:p>
        </p:txBody>
      </p:sp>
    </p:spTree>
  </p:cSld>
</p:sldLayout>
</file>

<file path=ppt/slideLayouts/slideLayout15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8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6EB53E45-1F53-464F-852C-35D818CACDA9}" type="slidenum">
              <a:t>&lt;#&gt;</a:t>
            </a:fld>
          </a:p>
        </p:txBody>
      </p:sp>
    </p:spTree>
  </p:cSld>
</p:sldLayout>
</file>

<file path=ppt/slideLayouts/slideLayout15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54442433-409A-41BC-B85A-306425267EF4}" type="slidenum">
              <a:t>&lt;#&gt;</a:t>
            </a:fld>
          </a:p>
        </p:txBody>
      </p:sp>
    </p:spTree>
  </p:cSld>
</p:sldLayout>
</file>

<file path=ppt/slideLayouts/slideLayout15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83097828-A523-4437-9F8E-240B5B0479BC}" type="slidenum">
              <a:t>&lt;#&gt;</a:t>
            </a:fld>
          </a:p>
        </p:txBody>
      </p:sp>
    </p:spTree>
  </p:cSld>
</p:sldLayout>
</file>

<file path=ppt/slideLayouts/slideLayout15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9E690C8D-4FB1-49CE-8B15-9EC35F6E5B2A}" type="slidenum">
              <a:t>&lt;#&gt;</a:t>
            </a:fld>
          </a:p>
        </p:txBody>
      </p:sp>
    </p:spTree>
  </p:cSld>
</p:sldLayout>
</file>

<file path=ppt/slideLayouts/slideLayout15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1E445A43-75FE-45CD-9F85-8917B7C61B03}" type="slidenum">
              <a:t>&lt;#&gt;</a:t>
            </a:fld>
          </a:p>
        </p:txBody>
      </p:sp>
    </p:spTree>
  </p:cSld>
</p:sldLayout>
</file>

<file path=ppt/slideLayouts/slideLayout15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9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FC673A60-8656-4D27-B3BB-1D0D35030E22}" type="slidenum">
              <a:t>&lt;#&gt;</a:t>
            </a:fld>
          </a:p>
        </p:txBody>
      </p:sp>
    </p:spTree>
  </p:cSld>
</p:sldLayout>
</file>

<file path=ppt/slideLayouts/slideLayout15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0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C0619AEC-902F-4A5F-B483-BE0B0B9199D8}" type="slidenum">
              <a:t>&lt;#&gt;</a:t>
            </a:fld>
          </a:p>
        </p:txBody>
      </p:sp>
    </p:spTree>
  </p:cSld>
</p:sldLayout>
</file>

<file path=ppt/slideLayouts/slideLayout15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8ABDF011-EA68-4CDF-97F7-EF6CBCD25C6F}" type="slidenum">
              <a:t>&lt;#&gt;</a:t>
            </a:fld>
          </a:p>
        </p:txBody>
      </p:sp>
    </p:spTree>
  </p:cSld>
</p:sldLayout>
</file>

<file path=ppt/slideLayouts/slideLayout15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1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04991755-CFF5-4C03-8BAE-E672D8ED4AA8}" type="slidenum">
              <a:t>&lt;#&gt;</a:t>
            </a:fld>
          </a:p>
        </p:txBody>
      </p:sp>
    </p:spTree>
  </p:cSld>
</p:sldLayout>
</file>

<file path=ppt/slideLayouts/slideLayout15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1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1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B634BD1F-340E-4D0D-9873-6E939B6B683E}" type="slidenum">
              <a:t>&lt;#&gt;</a:t>
            </a:fld>
          </a:p>
        </p:txBody>
      </p:sp>
    </p:spTree>
  </p:cSld>
</p:sldLayout>
</file>

<file path=ppt/slideLayouts/slideLayout15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1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1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2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2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2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90"/>
          </p:nvPr>
        </p:nvSpPr>
        <p:spPr/>
        <p:txBody>
          <a:bodyPr/>
          <a:p>
            <a:fld id="{798ACA18-AFE7-4FDE-863F-F0FCAD787BF7}" type="slidenum">
              <a:t>&lt;#&gt;</a:t>
            </a:fld>
          </a:p>
        </p:txBody>
      </p:sp>
    </p:spTree>
  </p:cSld>
</p:sldLayout>
</file>

<file path=ppt/slideLayouts/slideLayout15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E4BE39FE-C22C-4EB6-B688-D7FD91E21171}" type="slidenum">
              <a:t>&lt;#&gt;</a:t>
            </a:fld>
          </a:p>
        </p:txBody>
      </p:sp>
    </p:spTree>
  </p:cSld>
</p:sldLayout>
</file>

<file path=ppt/slideLayouts/slideLayout15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3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269B6436-BDBA-42D2-9F34-931D173ACF4C}" type="slidenum">
              <a:t>&lt;#&gt;</a:t>
            </a:fld>
          </a:p>
        </p:txBody>
      </p:sp>
    </p:spTree>
  </p:cSld>
</p:sldLayout>
</file>

<file path=ppt/slideLayouts/slideLayout15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815A232B-0DE8-4C35-9DDE-CA13117DCF20}" type="slidenum">
              <a:t>&lt;#&gt;</a:t>
            </a:fld>
          </a:p>
        </p:txBody>
      </p:sp>
    </p:spTree>
  </p:cSld>
</p:sldLayout>
</file>

<file path=ppt/slideLayouts/slideLayout16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20B111C0-55DC-4481-9191-8B2770E7D715}" type="slidenum">
              <a:t>&lt;#&gt;</a:t>
            </a:fld>
          </a:p>
        </p:txBody>
      </p:sp>
    </p:spTree>
  </p:cSld>
</p:sldLayout>
</file>

<file path=ppt/slideLayouts/slideLayout16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B4AD2846-AF6D-440E-9C14-A1E75362E670}" type="slidenum">
              <a:t>&lt;#&gt;</a:t>
            </a:fld>
          </a:p>
        </p:txBody>
      </p:sp>
    </p:spTree>
  </p:cSld>
</p:sldLayout>
</file>

<file path=ppt/slideLayouts/slideLayout16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477DF03D-9283-43EC-B628-B46188184DAC}" type="slidenum">
              <a:t>&lt;#&gt;</a:t>
            </a:fld>
          </a:p>
        </p:txBody>
      </p:sp>
    </p:spTree>
  </p:cSld>
</p:sldLayout>
</file>

<file path=ppt/slideLayouts/slideLayout16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E950AD70-701F-4D36-8216-D035AA4AAB01}" type="slidenum">
              <a:t>&lt;#&gt;</a:t>
            </a:fld>
          </a:p>
        </p:txBody>
      </p:sp>
    </p:spTree>
  </p:cSld>
</p:sldLayout>
</file>

<file path=ppt/slideLayouts/slideLayout16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4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4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44D43485-DAD5-4F21-B6EC-72DC4F13FE89}" type="slidenum">
              <a:t>&lt;#&gt;</a:t>
            </a:fld>
          </a:p>
        </p:txBody>
      </p:sp>
    </p:spTree>
  </p:cSld>
</p:sldLayout>
</file>

<file path=ppt/slideLayouts/slideLayout16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A4D76198-03F9-49B1-8E24-A032A12DEA6E}" type="slidenum">
              <a:t>&lt;#&gt;</a:t>
            </a:fld>
          </a:p>
        </p:txBody>
      </p:sp>
    </p:spTree>
  </p:cSld>
</p:sldLayout>
</file>

<file path=ppt/slideLayouts/slideLayout16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5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2CA5BC0D-17AA-483F-95A8-5C65CCDE2CD2}" type="slidenum">
              <a:t>&lt;#&gt;</a:t>
            </a:fld>
          </a:p>
        </p:txBody>
      </p:sp>
    </p:spTree>
  </p:cSld>
</p:sldLayout>
</file>

<file path=ppt/slideLayouts/slideLayout16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5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C67FB129-1508-46C8-8A89-BDC8A784E1C0}" type="slidenum">
              <a:t>&lt;#&gt;</a:t>
            </a:fld>
          </a:p>
        </p:txBody>
      </p:sp>
    </p:spTree>
  </p:cSld>
</p:sldLayout>
</file>

<file path=ppt/slideLayouts/slideLayout16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6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6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6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6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6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91"/>
          </p:nvPr>
        </p:nvSpPr>
        <p:spPr/>
        <p:txBody>
          <a:bodyPr/>
          <a:p>
            <a:fld id="{5069E29C-AB15-4F0D-B335-BD8FD4F48EEA}" type="slidenum">
              <a:t>&lt;#&gt;</a:t>
            </a:fld>
          </a:p>
        </p:txBody>
      </p:sp>
    </p:spTree>
  </p:cSld>
</p:sldLayout>
</file>

<file path=ppt/slideLayouts/slideLayout16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DF1FD357-67C9-4E7D-BD75-41883F8BC204}" type="slidenum">
              <a:t>&lt;#&gt;</a:t>
            </a:fld>
          </a:p>
        </p:txBody>
      </p:sp>
    </p:spTree>
  </p:cSld>
</p:sldLayout>
</file>

<file path=ppt/slideLayouts/slideLayout16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7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A86ED1FF-8C39-4BC5-B2B2-6FB9A7A75E56}" type="slidenum">
              <a:t>&lt;#&gt;</a:t>
            </a:fld>
          </a:p>
        </p:txBody>
      </p:sp>
    </p:spTree>
  </p:cSld>
</p:sldLayout>
</file>

<file path=ppt/slideLayouts/slideLayout16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18DAA3FD-5C84-4B9F-9503-54418BB33F99}" type="slidenum">
              <a:t>&lt;#&gt;</a:t>
            </a:fld>
          </a:p>
        </p:txBody>
      </p:sp>
    </p:spTree>
  </p:cSld>
</p:sldLayout>
</file>

<file path=ppt/slideLayouts/slideLayout16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EB3D2FF5-DD3A-4C17-8943-CF39EFA28DD0}" type="slidenum">
              <a:t>&lt;#&gt;</a:t>
            </a:fld>
          </a:p>
        </p:txBody>
      </p:sp>
    </p:spTree>
  </p:cSld>
</p:sldLayout>
</file>

<file path=ppt/slideLayouts/slideLayout16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6A7C3193-3DEA-48C5-B93C-7D37EEB6BB56}" type="slidenum">
              <a:t>&lt;#&gt;</a:t>
            </a:fld>
          </a:p>
        </p:txBody>
      </p:sp>
    </p:spTree>
  </p:cSld>
</p:sldLayout>
</file>

<file path=ppt/slideLayouts/slideLayout16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5CDE702F-2822-4923-92F2-5A0AF99B3D81}" type="slidenum">
              <a:t>&lt;#&gt;</a:t>
            </a:fld>
          </a:p>
        </p:txBody>
      </p:sp>
    </p:spTree>
  </p:cSld>
</p:sldLayout>
</file>

<file path=ppt/slideLayouts/slideLayout16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8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7A19F299-C6FC-438A-970B-8AC54FC21797}" type="slidenum">
              <a:t>&lt;#&gt;</a:t>
            </a:fld>
          </a:p>
        </p:txBody>
      </p:sp>
    </p:spTree>
  </p:cSld>
</p:sldLayout>
</file>

<file path=ppt/slideLayouts/slideLayout16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8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1D5B5D38-8BD5-4AF2-AFC9-D29D5F88F8A4}" type="slidenum">
              <a:t>&lt;#&gt;</a:t>
            </a:fld>
          </a:p>
        </p:txBody>
      </p:sp>
    </p:spTree>
  </p:cSld>
</p:sldLayout>
</file>

<file path=ppt/slideLayouts/slideLayout16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624A0CB2-9635-4405-9A53-90938D6CF599}" type="slidenum">
              <a:t>&lt;#&gt;</a:t>
            </a:fld>
          </a:p>
        </p:txBody>
      </p:sp>
    </p:spTree>
  </p:cSld>
</p:sldLayout>
</file>

<file path=ppt/slideLayouts/slideLayout16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9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674AE0E6-9936-4046-912C-9B84D6013448}" type="slidenum">
              <a:t>&lt;#&gt;</a:t>
            </a:fld>
          </a:p>
        </p:txBody>
      </p:sp>
    </p:spTree>
  </p:cSld>
</p:sldLayout>
</file>

<file path=ppt/slideLayouts/slideLayout16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9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9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FEBCFF13-1703-471C-B955-F777D2036DB1}" type="slidenum">
              <a:t>&lt;#&gt;</a:t>
            </a:fld>
          </a:p>
        </p:txBody>
      </p:sp>
    </p:spTree>
  </p:cSld>
</p:sldLayout>
</file>

<file path=ppt/slideLayouts/slideLayout16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0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0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0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0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0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92"/>
          </p:nvPr>
        </p:nvSpPr>
        <p:spPr/>
        <p:txBody>
          <a:bodyPr/>
          <a:p>
            <a:fld id="{B78751C8-049F-4B60-B733-F6A1A0A169F9}" type="slidenum">
              <a:t>&lt;#&gt;</a:t>
            </a:fld>
          </a:p>
        </p:txBody>
      </p:sp>
    </p:spTree>
  </p:cSld>
</p:sldLayout>
</file>

<file path=ppt/slideLayouts/slideLayout16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C58F7E7A-ED0E-466B-9AFE-E78BA8C5617F}" type="slidenum">
              <a:t>&lt;#&gt;</a:t>
            </a:fld>
          </a:p>
        </p:txBody>
      </p:sp>
    </p:spTree>
  </p:cSld>
</p:sldLayout>
</file>

<file path=ppt/slideLayouts/slideLayout16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1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F1201877-270F-49FA-B844-42E95D50D60F}" type="slidenum">
              <a:t>&lt;#&gt;</a:t>
            </a:fld>
          </a:p>
        </p:txBody>
      </p:sp>
    </p:spTree>
  </p:cSld>
</p:sldLayout>
</file>

<file path=ppt/slideLayouts/slideLayout16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B22CB17A-D3DA-4C0C-A020-ACE5B50CCD60}" type="slidenum">
              <a:t>&lt;#&gt;</a:t>
            </a:fld>
          </a:p>
        </p:txBody>
      </p:sp>
    </p:spTree>
  </p:cSld>
</p:sldLayout>
</file>

<file path=ppt/slideLayouts/slideLayout16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37812C4A-F83E-4122-AFF3-DF1827A6102D}" type="slidenum">
              <a:t>&lt;#&gt;</a:t>
            </a:fld>
          </a:p>
        </p:txBody>
      </p:sp>
    </p:spTree>
  </p:cSld>
</p:sldLayout>
</file>

<file path=ppt/slideLayouts/slideLayout16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C595D439-05DF-478A-9404-516CD97039E8}" type="slidenum">
              <a:t>&lt;#&gt;</a:t>
            </a:fld>
          </a:p>
        </p:txBody>
      </p:sp>
    </p:spTree>
  </p:cSld>
</p:sldLayout>
</file>

<file path=ppt/slideLayouts/slideLayout16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DA5F9EB7-CA33-4E5A-9CAD-CD97BB109324}" type="slidenum">
              <a:t>&lt;#&gt;</a:t>
            </a:fld>
          </a:p>
        </p:txBody>
      </p:sp>
    </p:spTree>
  </p:cSld>
</p:sldLayout>
</file>

<file path=ppt/slideLayouts/slideLayout16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65CFA852-10FC-4733-ACE8-8DF9BBA59E72}" type="slidenum">
              <a:t>&lt;#&gt;</a:t>
            </a:fld>
          </a:p>
        </p:txBody>
      </p:sp>
    </p:spTree>
  </p:cSld>
</p:sldLayout>
</file>

<file path=ppt/slideLayouts/slideLayout16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3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73BB85A6-350A-450C-9E94-A23B928954A7}" type="slidenum">
              <a:t>&lt;#&gt;</a:t>
            </a:fld>
          </a:p>
        </p:txBody>
      </p:sp>
    </p:spTree>
  </p:cSld>
</p:sldLayout>
</file>

<file path=ppt/slideLayouts/slideLayout16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288868C4-E7E3-4411-9765-6B5CB1056020}" type="slidenum">
              <a:t>&lt;#&gt;</a:t>
            </a:fld>
          </a:p>
        </p:txBody>
      </p:sp>
    </p:spTree>
  </p:cSld>
</p:sldLayout>
</file>

<file path=ppt/slideLayouts/slideLayout16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3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4C009366-B592-49FD-82CE-A1BC6FE11293}" type="slidenum">
              <a:t>&lt;#&gt;</a:t>
            </a:fld>
          </a:p>
        </p:txBody>
      </p:sp>
    </p:spTree>
  </p:cSld>
</p:sldLayout>
</file>

<file path=ppt/slideLayouts/slideLayout16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4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586DAAAC-5AEF-47E0-8FCC-3EEF9E9E0ED9}" type="slidenum">
              <a:t>&lt;#&gt;</a:t>
            </a:fld>
          </a:p>
        </p:txBody>
      </p:sp>
    </p:spTree>
  </p:cSld>
</p:sldLayout>
</file>

<file path=ppt/slideLayouts/slideLayout16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4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4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4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4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4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9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94"/>
          </p:nvPr>
        </p:nvSpPr>
        <p:spPr/>
        <p:txBody>
          <a:bodyPr/>
          <a:p>
            <a:fld id="{A1870394-5017-4A16-8C20-B0CA899D271C}" type="slidenum">
              <a:t>&lt;#&gt;</a:t>
            </a:fld>
          </a:p>
        </p:txBody>
      </p:sp>
    </p:spTree>
  </p:cSld>
</p:sldLayout>
</file>

<file path=ppt/slideLayouts/slideLayout16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04131886-D11E-4B02-9BD2-35C4C7B56DCB}" type="slidenum">
              <a:t>&lt;#&gt;</a:t>
            </a:fld>
          </a:p>
        </p:txBody>
      </p:sp>
    </p:spTree>
  </p:cSld>
</p:sldLayout>
</file>

<file path=ppt/slideLayouts/slideLayout16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5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B3D6B5A1-735A-48D0-955A-2ADD6DAEDC34}" type="slidenum">
              <a:t>&lt;#&gt;</a:t>
            </a:fld>
          </a:p>
        </p:txBody>
      </p:sp>
    </p:spTree>
  </p:cSld>
</p:sldLayout>
</file>

<file path=ppt/slideLayouts/slideLayout16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D0F2969C-20D0-425D-BD57-4A9F66ADDC61}" type="slidenum">
              <a:t>&lt;#&gt;</a:t>
            </a:fld>
          </a:p>
        </p:txBody>
      </p:sp>
    </p:spTree>
  </p:cSld>
</p:sldLayout>
</file>

<file path=ppt/slideLayouts/slideLayout16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50CB41F2-64DF-49B4-815D-A6E80DAB2E40}" type="slidenum">
              <a:t>&lt;#&gt;</a:t>
            </a:fld>
          </a:p>
        </p:txBody>
      </p:sp>
    </p:spTree>
  </p:cSld>
</p:sldLayout>
</file>

<file path=ppt/slideLayouts/slideLayout16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3F8D626D-636D-419F-BA39-C457923D2056}" type="slidenum">
              <a:t>&lt;#&gt;</a:t>
            </a:fld>
          </a:p>
        </p:txBody>
      </p:sp>
    </p:spTree>
  </p:cSld>
</p:sldLayout>
</file>

<file path=ppt/slideLayouts/slideLayout16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D5F1151A-55D6-4682-AE70-50D6D90BFCCC}" type="slidenum">
              <a:t>&lt;#&gt;</a:t>
            </a:fld>
          </a:p>
        </p:txBody>
      </p:sp>
    </p:spTree>
  </p:cSld>
</p:sldLayout>
</file>

<file path=ppt/slideLayouts/slideLayout16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3917DA82-17A6-4C0D-A739-76E21C212116}" type="slidenum">
              <a:t>&lt;#&gt;</a:t>
            </a:fld>
          </a:p>
        </p:txBody>
      </p:sp>
    </p:spTree>
  </p:cSld>
</p:sldLayout>
</file>

<file path=ppt/slideLayouts/slideLayout16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7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54C09103-6CF4-4B55-BE6A-1D6D39E9983F}" type="slidenum">
              <a:t>&lt;#&gt;</a:t>
            </a:fld>
          </a:p>
        </p:txBody>
      </p:sp>
    </p:spTree>
  </p:cSld>
</p:sldLayout>
</file>

<file path=ppt/slideLayouts/slideLayout16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7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9B1837F5-ABE0-4864-87D0-75D48B29DAA2}" type="slidenum">
              <a:t>&lt;#&gt;</a:t>
            </a:fld>
          </a:p>
        </p:txBody>
      </p:sp>
    </p:spTree>
  </p:cSld>
</p:sldLayout>
</file>

<file path=ppt/slideLayouts/slideLayout16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7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B2B3E697-3E78-4FA0-B3C0-7059D7CC770A}" type="slidenum">
              <a:t>&lt;#&gt;</a:t>
            </a:fld>
          </a:p>
        </p:txBody>
      </p:sp>
    </p:spTree>
  </p:cSld>
</p:sldLayout>
</file>

<file path=ppt/slideLayouts/slideLayout16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8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9FE17D10-71B5-404A-8055-D7763A04096F}" type="slidenum">
              <a:t>&lt;#&gt;</a:t>
            </a:fld>
          </a:p>
        </p:txBody>
      </p:sp>
    </p:spTree>
  </p:cSld>
</p:sldLayout>
</file>

<file path=ppt/slideLayouts/slideLayout16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8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8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8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8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8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95"/>
          </p:nvPr>
        </p:nvSpPr>
        <p:spPr/>
        <p:txBody>
          <a:bodyPr/>
          <a:p>
            <a:fld id="{B95ACA6F-1C5E-42C3-B95E-24E7B43C98D1}" type="slidenum">
              <a:t>&lt;#&gt;</a:t>
            </a:fld>
          </a:p>
        </p:txBody>
      </p:sp>
    </p:spTree>
  </p:cSld>
</p:sldLayout>
</file>

<file path=ppt/slideLayouts/slideLayout16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6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9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6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6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6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6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6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6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1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6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1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6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1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6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2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6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2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2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2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2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3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6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936CF2D4-1FBE-41E1-AD55-DDA58D75E879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4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6C39F9CA-3A04-46D3-BBF8-986072F6478B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267348BB-F157-4D6B-9321-4E8A3F0E49D7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54AA1830-A936-4860-9792-8895AB8D0399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5BE04F03-723E-404A-9CCB-9A3B2BDDCB66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7F87836B-6FA2-4A1C-AD1A-FCB91CD1EF7B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EA57CA1E-5B39-41B5-8FD8-F8930549AF49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5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11E8898F-F0A5-4A3A-B296-E024CE59B59E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6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BFDD94FD-7196-449E-B696-7FDADE3EFF5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6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9B063B3F-C766-43DE-B16E-003B9E048B50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6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6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05B2A656-5640-4255-8301-66707309BFDE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7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7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7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7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7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19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198"/>
          </p:nvPr>
        </p:nvSpPr>
        <p:spPr/>
        <p:txBody>
          <a:bodyPr/>
          <a:p>
            <a:fld id="{6B9552E6-F7E5-4DDB-A698-C863CCAB381E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196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6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B2766216-179E-4709-8CA2-97C14F9AD902}" type="slidenum">
              <a:t>&lt;#&gt;</a:t>
            </a:fld>
          </a:p>
        </p:txBody>
      </p:sp>
    </p:spTree>
  </p:cSld>
</p:sldLayout>
</file>

<file path=ppt/slideLayouts/slideLayout16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8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346F8587-5146-4760-9342-EC92A7E0C6D1}" type="slidenum">
              <a:t>&lt;#&gt;</a:t>
            </a:fld>
          </a:p>
        </p:txBody>
      </p:sp>
    </p:spTree>
  </p:cSld>
</p:sldLayout>
</file>

<file path=ppt/slideLayouts/slideLayout16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1F7CDAC6-174D-42D1-9FAB-D52A7191D139}" type="slidenum">
              <a:t>&lt;#&gt;</a:t>
            </a:fld>
          </a:p>
        </p:txBody>
      </p:sp>
    </p:spTree>
  </p:cSld>
</p:sldLayout>
</file>

<file path=ppt/slideLayouts/slideLayout16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BA2EF960-305C-4850-8E29-3FB3CA8ADBCB}" type="slidenum">
              <a:t>&lt;#&gt;</a:t>
            </a:fld>
          </a:p>
        </p:txBody>
      </p:sp>
    </p:spTree>
  </p:cSld>
</p:sldLayout>
</file>

<file path=ppt/slideLayouts/slideLayout16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822F8709-9E05-4D9B-A634-B114C46F0787}" type="slidenum">
              <a:t>&lt;#&gt;</a:t>
            </a:fld>
          </a:p>
        </p:txBody>
      </p:sp>
    </p:spTree>
  </p:cSld>
</p:sldLayout>
</file>

<file path=ppt/slideLayouts/slideLayout16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7C3F53DB-083F-4DA7-A1CB-A0836ECAD0C7}" type="slidenum">
              <a:t>&lt;#&gt;</a:t>
            </a:fld>
          </a:p>
        </p:txBody>
      </p:sp>
    </p:spTree>
  </p:cSld>
</p:sldLayout>
</file>

<file path=ppt/slideLayouts/slideLayout16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9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7DF8FB46-79D1-44E6-AFDA-DBF72F6E7604}" type="slidenum">
              <a:t>&lt;#&gt;</a:t>
            </a:fld>
          </a:p>
        </p:txBody>
      </p:sp>
    </p:spTree>
  </p:cSld>
</p:sldLayout>
</file>

<file path=ppt/slideLayouts/slideLayout16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9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895D32EC-3D8F-4A75-AB25-460C1B21DB90}" type="slidenum">
              <a:t>&lt;#&gt;</a:t>
            </a:fld>
          </a:p>
        </p:txBody>
      </p:sp>
    </p:spTree>
  </p:cSld>
</p:sldLayout>
</file>

<file path=ppt/slideLayouts/slideLayout16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0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0ADF5ED8-EED8-4EF0-9DE2-696EAD37E680}" type="slidenum">
              <a:t>&lt;#&gt;</a:t>
            </a:fld>
          </a:p>
        </p:txBody>
      </p:sp>
    </p:spTree>
  </p:cSld>
</p:sldLayout>
</file>

<file path=ppt/slideLayouts/slideLayout16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0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3E1831DF-18E3-4446-BB46-328463C92D48}" type="slidenum">
              <a:t>&lt;#&gt;</a:t>
            </a:fld>
          </a:p>
        </p:txBody>
      </p:sp>
    </p:spTree>
  </p:cSld>
</p:sldLayout>
</file>

<file path=ppt/slideLayouts/slideLayout16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0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1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14BD408A-FD52-40DE-938A-7327A93BE059}" type="slidenum">
              <a:t>&lt;#&gt;</a:t>
            </a:fld>
          </a:p>
        </p:txBody>
      </p:sp>
    </p:spTree>
  </p:cSld>
</p:sldLayout>
</file>

<file path=ppt/slideLayouts/slideLayout16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1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1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1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1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1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199"/>
          </p:nvPr>
        </p:nvSpPr>
        <p:spPr/>
        <p:txBody>
          <a:bodyPr/>
          <a:p>
            <a:fld id="{2E7B9749-7CB1-4718-BE4F-CD7225C0CABF}" type="slidenum">
              <a:t>&lt;#&gt;</a:t>
            </a:fld>
          </a:p>
        </p:txBody>
      </p:sp>
    </p:spTree>
  </p:cSld>
</p:sldLayout>
</file>

<file path=ppt/slideLayouts/slideLayout16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13892226-43B4-4DFE-BCCB-0C5B74CE6A16}" type="slidenum">
              <a:t>&lt;#&gt;</a:t>
            </a:fld>
          </a:p>
        </p:txBody>
      </p:sp>
    </p:spTree>
  </p:cSld>
</p:sldLayout>
</file>

<file path=ppt/slideLayouts/slideLayout16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2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9E9EA667-5F49-439B-81CF-46094A78BAD8}" type="slidenum">
              <a:t>&lt;#&gt;</a:t>
            </a:fld>
          </a:p>
        </p:txBody>
      </p:sp>
    </p:spTree>
  </p:cSld>
</p:sldLayout>
</file>

<file path=ppt/slideLayouts/slideLayout16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9DF92C84-ED22-44F5-9ABC-8EF6C1A81CB1}" type="slidenum">
              <a:t>&lt;#&gt;</a:t>
            </a:fld>
          </a:p>
        </p:txBody>
      </p:sp>
    </p:spTree>
  </p:cSld>
</p:sldLayout>
</file>

<file path=ppt/slideLayouts/slideLayout16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729C0B41-0CEE-494E-A250-D97BECFF19D4}" type="slidenum">
              <a:t>&lt;#&gt;</a:t>
            </a:fld>
          </a:p>
        </p:txBody>
      </p:sp>
    </p:spTree>
  </p:cSld>
</p:sldLayout>
</file>

<file path=ppt/slideLayouts/slideLayout16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718DCA7D-F3C5-4500-A780-AEA8A30E850D}" type="slidenum">
              <a:t>&lt;#&gt;</a:t>
            </a:fld>
          </a:p>
        </p:txBody>
      </p:sp>
    </p:spTree>
  </p:cSld>
</p:sldLayout>
</file>

<file path=ppt/slideLayouts/slideLayout16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571A2C65-F507-460B-943D-D897CFF04102}" type="slidenum">
              <a:t>&lt;#&gt;</a:t>
            </a:fld>
          </a:p>
        </p:txBody>
      </p:sp>
    </p:spTree>
  </p:cSld>
</p:sldLayout>
</file>

<file path=ppt/slideLayouts/slideLayout16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3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36D20DDA-0AE1-4D91-9AFF-C9D7E4323827}" type="slidenum">
              <a:t>&lt;#&gt;</a:t>
            </a:fld>
          </a:p>
        </p:txBody>
      </p:sp>
    </p:spTree>
  </p:cSld>
</p:sldLayout>
</file>

<file path=ppt/slideLayouts/slideLayout16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3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4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BEF9D7CE-90AE-4012-9A80-BC1E72751059}" type="slidenum">
              <a:t>&lt;#&gt;</a:t>
            </a:fld>
          </a:p>
        </p:txBody>
      </p:sp>
    </p:spTree>
  </p:cSld>
</p:sldLayout>
</file>

<file path=ppt/slideLayouts/slideLayout16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4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66D90B75-79D1-4CFF-9021-1FC701B72A5B}" type="slidenum">
              <a:t>&lt;#&gt;</a:t>
            </a:fld>
          </a:p>
        </p:txBody>
      </p:sp>
    </p:spTree>
  </p:cSld>
</p:sldLayout>
</file>

<file path=ppt/slideLayouts/slideLayout16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4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C1E219A8-1C33-4277-9134-B72DDEE92F53}" type="slidenum">
              <a:t>&lt;#&gt;</a:t>
            </a:fld>
          </a:p>
        </p:txBody>
      </p:sp>
    </p:spTree>
  </p:cSld>
</p:sldLayout>
</file>

<file path=ppt/slideLayouts/slideLayout16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5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5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5D5FC840-F2FA-486A-998C-FAD17716326B}" type="slidenum">
              <a:t>&lt;#&gt;</a:t>
            </a:fld>
          </a:p>
        </p:txBody>
      </p:sp>
    </p:spTree>
  </p:cSld>
</p:sldLayout>
</file>

<file path=ppt/slideLayouts/slideLayout16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5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5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5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5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5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00"/>
          </p:nvPr>
        </p:nvSpPr>
        <p:spPr/>
        <p:txBody>
          <a:bodyPr/>
          <a:p>
            <a:fld id="{2CA2636B-D9BE-4910-845D-A3BE5BD4E158}" type="slidenum">
              <a:t>&lt;#&gt;</a:t>
            </a:fld>
          </a:p>
        </p:txBody>
      </p:sp>
    </p:spTree>
  </p:cSld>
</p:sldLayout>
</file>

<file path=ppt/slideLayouts/slideLayout16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4E54A84E-9393-4E8A-8328-07A849576A7D}" type="slidenum">
              <a:t>&lt;#&gt;</a:t>
            </a:fld>
          </a:p>
        </p:txBody>
      </p:sp>
    </p:spTree>
  </p:cSld>
</p:sldLayout>
</file>

<file path=ppt/slideLayouts/slideLayout16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6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400700BA-5304-4FAD-8B6C-4902AF443541}" type="slidenum">
              <a:t>&lt;#&gt;</a:t>
            </a:fld>
          </a:p>
        </p:txBody>
      </p:sp>
    </p:spTree>
  </p:cSld>
</p:sldLayout>
</file>

<file path=ppt/slideLayouts/slideLayout16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EE03C69E-5151-4C7A-AA3B-D5E96AB3AAFF}" type="slidenum">
              <a:t>&lt;#&gt;</a:t>
            </a:fld>
          </a:p>
        </p:txBody>
      </p:sp>
    </p:spTree>
  </p:cSld>
</p:sldLayout>
</file>

<file path=ppt/slideLayouts/slideLayout16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7F2FCE2C-339E-4E59-819B-79CDF2762843}" type="slidenum">
              <a:t>&lt;#&gt;</a:t>
            </a:fld>
          </a:p>
        </p:txBody>
      </p:sp>
    </p:spTree>
  </p:cSld>
</p:sldLayout>
</file>

<file path=ppt/slideLayouts/slideLayout16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0E9E9A47-86A9-4AB9-B895-F0ADA033999F}" type="slidenum">
              <a:t>&lt;#&gt;</a:t>
            </a:fld>
          </a:p>
        </p:txBody>
      </p:sp>
    </p:spTree>
  </p:cSld>
</p:sldLayout>
</file>

<file path=ppt/slideLayouts/slideLayout16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30502FEB-AF44-4ED2-AF31-A5914674AF23}" type="slidenum">
              <a:t>&lt;#&gt;</a:t>
            </a:fld>
          </a:p>
        </p:txBody>
      </p:sp>
    </p:spTree>
  </p:cSld>
</p:sldLayout>
</file>

<file path=ppt/slideLayouts/slideLayout16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7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B6AA5B8D-89E1-401C-8C1B-8A6B023F724A}" type="slidenum">
              <a:t>&lt;#&gt;</a:t>
            </a:fld>
          </a:p>
        </p:txBody>
      </p:sp>
    </p:spTree>
  </p:cSld>
</p:sldLayout>
</file>

<file path=ppt/slideLayouts/slideLayout17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8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8AC7DCF1-030E-42B8-B4A0-3637BDF9D233}" type="slidenum">
              <a:t>&lt;#&gt;</a:t>
            </a:fld>
          </a:p>
        </p:txBody>
      </p:sp>
    </p:spTree>
  </p:cSld>
</p:sldLayout>
</file>

<file path=ppt/slideLayouts/slideLayout17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3312AD4E-4EAC-4F49-AED0-87A181B326FC}" type="slidenum">
              <a:t>&lt;#&gt;</a:t>
            </a:fld>
          </a:p>
        </p:txBody>
      </p:sp>
    </p:spTree>
  </p:cSld>
</p:sldLayout>
</file>

<file path=ppt/slideLayouts/slideLayout17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8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CFD0F5CB-302E-4A0B-996E-902AE0AD14C9}" type="slidenum">
              <a:t>&lt;#&gt;</a:t>
            </a:fld>
          </a:p>
        </p:txBody>
      </p:sp>
    </p:spTree>
  </p:cSld>
</p:sldLayout>
</file>

<file path=ppt/slideLayouts/slideLayout17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9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9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CCCD6FC4-A6B2-4C4A-A019-DD2E5DEA5F73}" type="slidenum">
              <a:t>&lt;#&gt;</a:t>
            </a:fld>
          </a:p>
        </p:txBody>
      </p:sp>
    </p:spTree>
  </p:cSld>
</p:sldLayout>
</file>

<file path=ppt/slideLayouts/slideLayout17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9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9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9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0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0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01"/>
          </p:nvPr>
        </p:nvSpPr>
        <p:spPr/>
        <p:txBody>
          <a:bodyPr/>
          <a:p>
            <a:fld id="{764ADD4B-CEE6-4544-A53E-246A1E370D91}" type="slidenum">
              <a:t>&lt;#&gt;</a:t>
            </a:fld>
          </a:p>
        </p:txBody>
      </p:sp>
    </p:spTree>
  </p:cSld>
</p:sldLayout>
</file>

<file path=ppt/slideLayouts/slideLayout17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788A2128-4663-4B6C-A5ED-2015F3AAD09D}" type="slidenum">
              <a:t>&lt;#&gt;</a:t>
            </a:fld>
          </a:p>
        </p:txBody>
      </p:sp>
    </p:spTree>
  </p:cSld>
</p:sldLayout>
</file>

<file path=ppt/slideLayouts/slideLayout17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1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BB421FEA-846A-481D-805C-58A6AF416DA5}" type="slidenum">
              <a:t>&lt;#&gt;</a:t>
            </a:fld>
          </a:p>
        </p:txBody>
      </p:sp>
    </p:spTree>
  </p:cSld>
</p:sldLayout>
</file>

<file path=ppt/slideLayouts/slideLayout17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23549202-ED59-43A6-9256-B40C0EF4F130}" type="slidenum">
              <a:t>&lt;#&gt;</a:t>
            </a:fld>
          </a:p>
        </p:txBody>
      </p:sp>
    </p:spTree>
  </p:cSld>
</p:sldLayout>
</file>

<file path=ppt/slideLayouts/slideLayout17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0FF47FAF-D327-4C33-A4FA-784A71E6616B}" type="slidenum">
              <a:t>&lt;#&gt;</a:t>
            </a:fld>
          </a:p>
        </p:txBody>
      </p:sp>
    </p:spTree>
  </p:cSld>
</p:sldLayout>
</file>

<file path=ppt/slideLayouts/slideLayout17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5CD9BBC1-580C-4576-8DAB-FC218DD8E114}" type="slidenum">
              <a:t>&lt;#&gt;</a:t>
            </a:fld>
          </a:p>
        </p:txBody>
      </p:sp>
    </p:spTree>
  </p:cSld>
</p:sldLayout>
</file>

<file path=ppt/slideLayouts/slideLayout17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6785BCFE-FAD7-4647-8313-25F631DEE503}" type="slidenum">
              <a:t>&lt;#&gt;</a:t>
            </a:fld>
          </a:p>
        </p:txBody>
      </p:sp>
    </p:spTree>
  </p:cSld>
</p:sldLayout>
</file>

<file path=ppt/slideLayouts/slideLayout17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2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31DFD874-F118-4F39-935F-B1DFB5EB06A7}" type="slidenum">
              <a:t>&lt;#&gt;</a:t>
            </a:fld>
          </a:p>
        </p:txBody>
      </p:sp>
    </p:spTree>
  </p:cSld>
</p:sldLayout>
</file>

<file path=ppt/slideLayouts/slideLayout17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2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C7CCE3B9-018E-47A6-8374-91A07C1DE7BB}" type="slidenum">
              <a:t>&lt;#&gt;</a:t>
            </a:fld>
          </a:p>
        </p:txBody>
      </p:sp>
    </p:spTree>
  </p:cSld>
</p:sldLayout>
</file>

<file path=ppt/slideLayouts/slideLayout17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2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08E897F0-2D01-42C4-86FF-69570DD0574F}" type="slidenum">
              <a:t>&lt;#&gt;</a:t>
            </a:fld>
          </a:p>
        </p:txBody>
      </p:sp>
    </p:spTree>
  </p:cSld>
</p:sldLayout>
</file>

<file path=ppt/slideLayouts/slideLayout17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3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67DD0DCA-10EC-46E7-B318-6D057FAC31B8}" type="slidenum">
              <a:t>&lt;#&gt;</a:t>
            </a:fld>
          </a:p>
        </p:txBody>
      </p:sp>
    </p:spTree>
  </p:cSld>
</p:sldLayout>
</file>

<file path=ppt/slideLayouts/slideLayout17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3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3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A67003A3-446C-4164-B657-2537A235409F}" type="slidenum">
              <a:t>&lt;#&gt;</a:t>
            </a:fld>
          </a:p>
        </p:txBody>
      </p:sp>
    </p:spTree>
  </p:cSld>
</p:sldLayout>
</file>

<file path=ppt/slideLayouts/slideLayout17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4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4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4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4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4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0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03"/>
          </p:nvPr>
        </p:nvSpPr>
        <p:spPr/>
        <p:txBody>
          <a:bodyPr/>
          <a:p>
            <a:fld id="{62923B6A-8815-400E-AF90-34CD54EC7A86}" type="slidenum">
              <a:t>&lt;#&gt;</a:t>
            </a:fld>
          </a:p>
        </p:txBody>
      </p:sp>
    </p:spTree>
  </p:cSld>
</p:sldLayout>
</file>

<file path=ppt/slideLayouts/slideLayout17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6FB3F964-F23C-42F4-80BD-30210056523D}" type="slidenum">
              <a:t>&lt;#&gt;</a:t>
            </a:fld>
          </a:p>
        </p:txBody>
      </p:sp>
    </p:spTree>
  </p:cSld>
</p:sldLayout>
</file>

<file path=ppt/slideLayouts/slideLayout17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5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D729F0E0-69B8-4AA3-87F0-40AC8907432F}" type="slidenum">
              <a:t>&lt;#&gt;</a:t>
            </a:fld>
          </a:p>
        </p:txBody>
      </p:sp>
    </p:spTree>
  </p:cSld>
</p:sldLayout>
</file>

<file path=ppt/slideLayouts/slideLayout17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7AFBB7A5-E30E-404F-A084-69DB2FBEE2B4}" type="slidenum">
              <a:t>&lt;#&gt;</a:t>
            </a:fld>
          </a:p>
        </p:txBody>
      </p:sp>
    </p:spTree>
  </p:cSld>
</p:sldLayout>
</file>

<file path=ppt/slideLayouts/slideLayout17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B243F452-887F-4BE6-B0A3-845735E14C51}" type="slidenum">
              <a:t>&lt;#&gt;</a:t>
            </a:fld>
          </a:p>
        </p:txBody>
      </p:sp>
    </p:spTree>
  </p:cSld>
</p:sldLayout>
</file>

<file path=ppt/slideLayouts/slideLayout17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7770D5F0-A276-4881-8507-281E4791CC65}" type="slidenum">
              <a:t>&lt;#&gt;</a:t>
            </a:fld>
          </a:p>
        </p:txBody>
      </p:sp>
    </p:spTree>
  </p:cSld>
</p:sldLayout>
</file>

<file path=ppt/slideLayouts/slideLayout17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5D9F9D56-8011-458C-BA88-2B706431D75A}" type="slidenum">
              <a:t>&lt;#&gt;</a:t>
            </a:fld>
          </a:p>
        </p:txBody>
      </p:sp>
    </p:spTree>
  </p:cSld>
</p:sldLayout>
</file>

<file path=ppt/slideLayouts/slideLayout17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579B95D4-F215-4C64-935F-7EF425774C81}" type="slidenum">
              <a:t>&lt;#&gt;</a:t>
            </a:fld>
          </a:p>
        </p:txBody>
      </p:sp>
    </p:spTree>
  </p:cSld>
</p:sldLayout>
</file>

<file path=ppt/slideLayouts/slideLayout17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6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5786011F-148E-4307-ABB8-B14D60666963}" type="slidenum">
              <a:t>&lt;#&gt;</a:t>
            </a:fld>
          </a:p>
        </p:txBody>
      </p:sp>
    </p:spTree>
  </p:cSld>
</p:sldLayout>
</file>

<file path=ppt/slideLayouts/slideLayout17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B6A621B7-EF13-4E40-AF51-3DDFF58D19FC}" type="slidenum">
              <a:t>&lt;#&gt;</a:t>
            </a:fld>
          </a:p>
        </p:txBody>
      </p:sp>
    </p:spTree>
  </p:cSld>
</p:sldLayout>
</file>

<file path=ppt/slideLayouts/slideLayout17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7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2B8B4BAD-F761-4195-A5E5-E7F551A8EFD9}" type="slidenum">
              <a:t>&lt;#&gt;</a:t>
            </a:fld>
          </a:p>
        </p:txBody>
      </p:sp>
    </p:spTree>
  </p:cSld>
</p:sldLayout>
</file>

<file path=ppt/slideLayouts/slideLayout17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7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BC6E61C3-8C58-413F-A0F4-8510A5BCCA4C}" type="slidenum">
              <a:t>&lt;#&gt;</a:t>
            </a:fld>
          </a:p>
        </p:txBody>
      </p:sp>
    </p:spTree>
  </p:cSld>
</p:sldLayout>
</file>

<file path=ppt/slideLayouts/slideLayout17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8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8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8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8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8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04"/>
          </p:nvPr>
        </p:nvSpPr>
        <p:spPr/>
        <p:txBody>
          <a:bodyPr/>
          <a:p>
            <a:fld id="{6640FDC6-FCC0-4692-BB94-CB2B19F43A5A}" type="slidenum">
              <a:t>&lt;#&gt;</a:t>
            </a:fld>
          </a:p>
        </p:txBody>
      </p:sp>
    </p:spTree>
  </p:cSld>
</p:sldLayout>
</file>

<file path=ppt/slideLayouts/slideLayout17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7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9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7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7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7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7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7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0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7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0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7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0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1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7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1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7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1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1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7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2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2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2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2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2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7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97E8F85D-AB27-41E4-B27D-B1E2A84DCAE8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3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EEAF6794-AB96-4606-9D66-64A1806BE046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58C52F6C-B58C-4842-B3B2-2C7750EA3A7E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ACA2CF72-1105-4A48-9271-A945F6930BA5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4967ED4A-C1E1-487E-AB17-8B46A7543B44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2F8B5D24-7C2A-4F26-A386-1F0BA26489F2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09CA6191-452A-49E9-9F27-D869A9ECE8E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5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55AAF032-D92C-4795-A619-787E112321A2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5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5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AB4DF9D5-9656-40E3-BDD1-D379F9601F56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5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ADF698BC-928C-430F-A7CF-702247D7B551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6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5FAC3C61-50C3-4D34-9335-1B47DAF4AFA9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6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6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6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6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7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07"/>
          </p:nvPr>
        </p:nvSpPr>
        <p:spPr/>
        <p:txBody>
          <a:bodyPr/>
          <a:p>
            <a:fld id="{DA81EB7E-997C-4E98-86AB-4CB382AA0889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205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7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FAF87D40-1185-419A-A1F5-028C640309DE}" type="slidenum">
              <a:t>&lt;#&gt;</a:t>
            </a:fld>
          </a:p>
        </p:txBody>
      </p:sp>
    </p:spTree>
  </p:cSld>
</p:sldLayout>
</file>

<file path=ppt/slideLayouts/slideLayout17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7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878D53A4-52C5-455D-A5EC-06AA5BF2648E}" type="slidenum">
              <a:t>&lt;#&gt;</a:t>
            </a:fld>
          </a:p>
        </p:txBody>
      </p:sp>
    </p:spTree>
  </p:cSld>
</p:sldLayout>
</file>

<file path=ppt/slideLayouts/slideLayout17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138D2C89-B695-4CB2-9388-D26A7C567FCF}" type="slidenum">
              <a:t>&lt;#&gt;</a:t>
            </a:fld>
          </a:p>
        </p:txBody>
      </p:sp>
    </p:spTree>
  </p:cSld>
</p:sldLayout>
</file>

<file path=ppt/slideLayouts/slideLayout17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880B150D-7164-4BD4-9559-1EBF1508F518}" type="slidenum">
              <a:t>&lt;#&gt;</a:t>
            </a:fld>
          </a:p>
        </p:txBody>
      </p:sp>
    </p:spTree>
  </p:cSld>
</p:sldLayout>
</file>

<file path=ppt/slideLayouts/slideLayout17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C3CDFF04-6BC7-4640-996D-E33BC21AA52F}" type="slidenum">
              <a:t>&lt;#&gt;</a:t>
            </a:fld>
          </a:p>
        </p:txBody>
      </p:sp>
    </p:spTree>
  </p:cSld>
</p:sldLayout>
</file>

<file path=ppt/slideLayouts/slideLayout17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D50B35BB-F7B7-4155-AD82-8FB60A2FB50E}" type="slidenum">
              <a:t>&lt;#&gt;</a:t>
            </a:fld>
          </a:p>
        </p:txBody>
      </p:sp>
    </p:spTree>
  </p:cSld>
</p:sldLayout>
</file>

<file path=ppt/slideLayouts/slideLayout17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F6367CE6-1673-4D54-86FA-9351BDFF5768}" type="slidenum">
              <a:t>&lt;#&gt;</a:t>
            </a:fld>
          </a:p>
        </p:txBody>
      </p:sp>
    </p:spTree>
  </p:cSld>
</p:sldLayout>
</file>

<file path=ppt/slideLayouts/slideLayout17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9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8183925F-547D-4055-805F-3810727C1D32}" type="slidenum">
              <a:t>&lt;#&gt;</a:t>
            </a:fld>
          </a:p>
        </p:txBody>
      </p:sp>
    </p:spTree>
  </p:cSld>
</p:sldLayout>
</file>

<file path=ppt/slideLayouts/slideLayout17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BE79B20D-CDF7-42CC-8EAE-1CD01EDDA1BF}" type="slidenum">
              <a:t>&lt;#&gt;</a:t>
            </a:fld>
          </a:p>
        </p:txBody>
      </p:sp>
    </p:spTree>
  </p:cSld>
</p:sldLayout>
</file>

<file path=ppt/slideLayouts/slideLayout17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0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BC410A68-93DE-4EEC-A1AE-52684D25D487}" type="slidenum">
              <a:t>&lt;#&gt;</a:t>
            </a:fld>
          </a:p>
        </p:txBody>
      </p:sp>
    </p:spTree>
  </p:cSld>
</p:sldLayout>
</file>

<file path=ppt/slideLayouts/slideLayout17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0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251C7E41-0D7C-4F2A-A38D-F17BE4A510A5}" type="slidenum">
              <a:t>&lt;#&gt;</a:t>
            </a:fld>
          </a:p>
        </p:txBody>
      </p:sp>
    </p:spTree>
  </p:cSld>
</p:sldLayout>
</file>

<file path=ppt/slideLayouts/slideLayout17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0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0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1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1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1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08"/>
          </p:nvPr>
        </p:nvSpPr>
        <p:spPr/>
        <p:txBody>
          <a:bodyPr/>
          <a:p>
            <a:fld id="{95FD4E34-5FD8-4282-82E2-35CBA61DDD2B}" type="slidenum">
              <a:t>&lt;#&gt;</a:t>
            </a:fld>
          </a:p>
        </p:txBody>
      </p:sp>
    </p:spTree>
  </p:cSld>
</p:sldLayout>
</file>

<file path=ppt/slideLayouts/slideLayout17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F3A77B9C-31EF-45FB-899C-67B574DC22A1}" type="slidenum">
              <a:t>&lt;#&gt;</a:t>
            </a:fld>
          </a:p>
        </p:txBody>
      </p:sp>
    </p:spTree>
  </p:cSld>
</p:sldLayout>
</file>

<file path=ppt/slideLayouts/slideLayout17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2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C61C6EC0-1CD4-405C-851D-546A9F5ECABC}" type="slidenum">
              <a:t>&lt;#&gt;</a:t>
            </a:fld>
          </a:p>
        </p:txBody>
      </p:sp>
    </p:spTree>
  </p:cSld>
</p:sldLayout>
</file>

<file path=ppt/slideLayouts/slideLayout17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DD748B7E-7064-44B3-966D-7474951F35E5}" type="slidenum">
              <a:t>&lt;#&gt;</a:t>
            </a:fld>
          </a:p>
        </p:txBody>
      </p:sp>
    </p:spTree>
  </p:cSld>
</p:sldLayout>
</file>

<file path=ppt/slideLayouts/slideLayout17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E642E5C2-7561-452C-9555-3A82B9EB3B1F}" type="slidenum">
              <a:t>&lt;#&gt;</a:t>
            </a:fld>
          </a:p>
        </p:txBody>
      </p:sp>
    </p:spTree>
  </p:cSld>
</p:sldLayout>
</file>

<file path=ppt/slideLayouts/slideLayout17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6D00F7E0-A8AD-490A-9CD4-EF25D7894578}" type="slidenum">
              <a:t>&lt;#&gt;</a:t>
            </a:fld>
          </a:p>
        </p:txBody>
      </p:sp>
    </p:spTree>
  </p:cSld>
</p:sldLayout>
</file>

<file path=ppt/slideLayouts/slideLayout17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5D97EDBF-6BD0-4050-AB9D-CDD6F635FE3D}" type="slidenum">
              <a:t>&lt;#&gt;</a:t>
            </a:fld>
          </a:p>
        </p:txBody>
      </p:sp>
    </p:spTree>
  </p:cSld>
</p:sldLayout>
</file>

<file path=ppt/slideLayouts/slideLayout17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E2F6D847-282C-42A8-BB5D-E410896EE819}" type="slidenum">
              <a:t>&lt;#&gt;</a:t>
            </a:fld>
          </a:p>
        </p:txBody>
      </p:sp>
    </p:spTree>
  </p:cSld>
</p:sldLayout>
</file>

<file path=ppt/slideLayouts/slideLayout17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3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0D920638-0EDB-4698-B3B9-7A2A17422267}" type="slidenum">
              <a:t>&lt;#&gt;</a:t>
            </a:fld>
          </a:p>
        </p:txBody>
      </p:sp>
    </p:spTree>
  </p:cSld>
</p:sldLayout>
</file>

<file path=ppt/slideLayouts/slideLayout17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3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86F8C259-E6A3-4922-9E01-975C983CE6FC}" type="slidenum">
              <a:t>&lt;#&gt;</a:t>
            </a:fld>
          </a:p>
        </p:txBody>
      </p:sp>
    </p:spTree>
  </p:cSld>
</p:sldLayout>
</file>

<file path=ppt/slideLayouts/slideLayout17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4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BE677CFB-E1E7-486E-8C06-B6697DFC5922}" type="slidenum">
              <a:t>&lt;#&gt;</a:t>
            </a:fld>
          </a:p>
        </p:txBody>
      </p:sp>
    </p:spTree>
  </p:cSld>
</p:sldLayout>
</file>

<file path=ppt/slideLayouts/slideLayout17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4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4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DEC925D6-9191-4474-94BB-C3BF451A7FEB}" type="slidenum">
              <a:t>&lt;#&gt;</a:t>
            </a:fld>
          </a:p>
        </p:txBody>
      </p:sp>
    </p:spTree>
  </p:cSld>
</p:sldLayout>
</file>

<file path=ppt/slideLayouts/slideLayout17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5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5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5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5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5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09"/>
          </p:nvPr>
        </p:nvSpPr>
        <p:spPr/>
        <p:txBody>
          <a:bodyPr/>
          <a:p>
            <a:fld id="{7D438EBF-8E39-415F-B0EE-3767B0A57B13}" type="slidenum">
              <a:t>&lt;#&gt;</a:t>
            </a:fld>
          </a:p>
        </p:txBody>
      </p:sp>
    </p:spTree>
  </p:cSld>
</p:sldLayout>
</file>

<file path=ppt/slideLayouts/slideLayout17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C9841307-BEAA-42FC-9AB4-294D94F4C668}" type="slidenum">
              <a:t>&lt;#&gt;</a:t>
            </a:fld>
          </a:p>
        </p:txBody>
      </p:sp>
    </p:spTree>
  </p:cSld>
</p:sldLayout>
</file>

<file path=ppt/slideLayouts/slideLayout17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6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839E22DB-99DA-45D3-897A-544E6B25AD06}" type="slidenum">
              <a:t>&lt;#&gt;</a:t>
            </a:fld>
          </a:p>
        </p:txBody>
      </p:sp>
    </p:spTree>
  </p:cSld>
</p:sldLayout>
</file>

<file path=ppt/slideLayouts/slideLayout17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14FA4321-44E3-4252-A7D0-6AB6709242B7}" type="slidenum">
              <a:t>&lt;#&gt;</a:t>
            </a:fld>
          </a:p>
        </p:txBody>
      </p:sp>
    </p:spTree>
  </p:cSld>
</p:sldLayout>
</file>

<file path=ppt/slideLayouts/slideLayout17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3B30FE92-DFEC-4B5F-9551-38689DD7942C}" type="slidenum">
              <a:t>&lt;#&gt;</a:t>
            </a:fld>
          </a:p>
        </p:txBody>
      </p:sp>
    </p:spTree>
  </p:cSld>
</p:sldLayout>
</file>

<file path=ppt/slideLayouts/slideLayout17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DA2367E6-4F09-4C39-A1BA-0B107176E501}" type="slidenum">
              <a:t>&lt;#&gt;</a:t>
            </a:fld>
          </a:p>
        </p:txBody>
      </p:sp>
    </p:spTree>
  </p:cSld>
</p:sldLayout>
</file>

<file path=ppt/slideLayouts/slideLayout17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09ADC177-6453-4515-AC47-A27DC4012786}" type="slidenum">
              <a:t>&lt;#&gt;</a:t>
            </a:fld>
          </a:p>
        </p:txBody>
      </p:sp>
    </p:spTree>
  </p:cSld>
</p:sldLayout>
</file>

<file path=ppt/slideLayouts/slideLayout17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7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2305EB19-2151-4D5A-B810-C5277CB7160E}" type="slidenum">
              <a:t>&lt;#&gt;</a:t>
            </a:fld>
          </a:p>
        </p:txBody>
      </p:sp>
    </p:spTree>
  </p:cSld>
</p:sldLayout>
</file>

<file path=ppt/slideLayouts/slideLayout17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7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72BA829A-ABDF-4070-BBE5-8E7B6E236B91}" type="slidenum">
              <a:t>&lt;#&gt;</a:t>
            </a:fld>
          </a:p>
        </p:txBody>
      </p:sp>
    </p:spTree>
  </p:cSld>
</p:sldLayout>
</file>

<file path=ppt/slideLayouts/slideLayout17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E6511A61-1C58-4E4F-92A2-54EB050374F7}" type="slidenum">
              <a:t>&lt;#&gt;</a:t>
            </a:fld>
          </a:p>
        </p:txBody>
      </p:sp>
    </p:spTree>
  </p:cSld>
</p:sldLayout>
</file>

<file path=ppt/slideLayouts/slideLayout17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8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01E84AF9-7B65-4BE1-A6A2-27E4D03A0CB7}" type="slidenum">
              <a:t>&lt;#&gt;</a:t>
            </a:fld>
          </a:p>
        </p:txBody>
      </p:sp>
    </p:spTree>
  </p:cSld>
</p:sldLayout>
</file>

<file path=ppt/slideLayouts/slideLayout17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8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2FAF72AF-EEA8-42B6-A6BC-548180EFDFDC}" type="slidenum">
              <a:t>&lt;#&gt;</a:t>
            </a:fld>
          </a:p>
        </p:txBody>
      </p:sp>
    </p:spTree>
  </p:cSld>
</p:sldLayout>
</file>

<file path=ppt/slideLayouts/slideLayout17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9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9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9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9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9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10"/>
          </p:nvPr>
        </p:nvSpPr>
        <p:spPr/>
        <p:txBody>
          <a:bodyPr/>
          <a:p>
            <a:fld id="{F28BEC11-C507-4993-8463-5F127E62A450}" type="slidenum">
              <a:t>&lt;#&gt;</a:t>
            </a:fld>
          </a:p>
        </p:txBody>
      </p:sp>
    </p:spTree>
  </p:cSld>
</p:sldLayout>
</file>

<file path=ppt/slideLayouts/slideLayout17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B8C986A2-DBAD-4249-8236-A3AA5E98227D}" type="slidenum">
              <a:t>&lt;#&gt;</a:t>
            </a:fld>
          </a:p>
        </p:txBody>
      </p:sp>
    </p:spTree>
  </p:cSld>
</p:sldLayout>
</file>

<file path=ppt/slideLayouts/slideLayout17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0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652D38B2-903A-4BB9-8DCF-EC4264B831FC}" type="slidenum">
              <a:t>&lt;#&gt;</a:t>
            </a:fld>
          </a:p>
        </p:txBody>
      </p:sp>
    </p:spTree>
  </p:cSld>
</p:sldLayout>
</file>

<file path=ppt/slideLayouts/slideLayout17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BBFD89B5-8C03-44A7-A859-635C5124D6EF}" type="slidenum">
              <a:t>&lt;#&gt;</a:t>
            </a:fld>
          </a:p>
        </p:txBody>
      </p:sp>
    </p:spTree>
  </p:cSld>
</p:sldLayout>
</file>

<file path=ppt/slideLayouts/slideLayout17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61E74AE2-B235-4BBC-AC29-9F3A82F0DBD7}" type="slidenum">
              <a:t>&lt;#&gt;</a:t>
            </a:fld>
          </a:p>
        </p:txBody>
      </p:sp>
    </p:spTree>
  </p:cSld>
</p:sldLayout>
</file>

<file path=ppt/slideLayouts/slideLayout17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3CD45B9B-6550-471B-B676-932C472AEA68}" type="slidenum">
              <a:t>&lt;#&gt;</a:t>
            </a:fld>
          </a:p>
        </p:txBody>
      </p:sp>
    </p:spTree>
  </p:cSld>
</p:sldLayout>
</file>

<file path=ppt/slideLayouts/slideLayout17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F2CD898E-7798-4A0F-BC95-734E2372C5A9}" type="slidenum">
              <a:t>&lt;#&gt;</a:t>
            </a:fld>
          </a:p>
        </p:txBody>
      </p:sp>
    </p:spTree>
  </p:cSld>
</p:sldLayout>
</file>

<file path=ppt/slideLayouts/slideLayout17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BD81C84C-CEC2-4861-96CE-9B457D833540}" type="slidenum">
              <a:t>&lt;#&gt;</a:t>
            </a:fld>
          </a:p>
        </p:txBody>
      </p:sp>
    </p:spTree>
  </p:cSld>
</p:sldLayout>
</file>

<file path=ppt/slideLayouts/slideLayout17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2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73EA4313-2293-4289-91EB-73E1B14A42EE}" type="slidenum">
              <a:t>&lt;#&gt;</a:t>
            </a:fld>
          </a:p>
        </p:txBody>
      </p:sp>
    </p:spTree>
  </p:cSld>
</p:sldLayout>
</file>

<file path=ppt/slideLayouts/slideLayout17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2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0E18DE2F-3165-4859-9354-D83D35D5BCA4}" type="slidenum">
              <a:t>&lt;#&gt;</a:t>
            </a:fld>
          </a:p>
        </p:txBody>
      </p:sp>
    </p:spTree>
  </p:cSld>
</p:sldLayout>
</file>

<file path=ppt/slideLayouts/slideLayout17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2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14E8C4BB-372E-42E2-B8D7-3C063F260945}" type="slidenum">
              <a:t>&lt;#&gt;</a:t>
            </a:fld>
          </a:p>
        </p:txBody>
      </p:sp>
    </p:spTree>
  </p:cSld>
</p:sldLayout>
</file>

<file path=ppt/slideLayouts/slideLayout17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3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E00EB1EE-A87C-4652-B482-15D4EA3CE06C}" type="slidenum">
              <a:t>&lt;#&gt;</a:t>
            </a:fld>
          </a:p>
        </p:txBody>
      </p:sp>
    </p:spTree>
  </p:cSld>
</p:sldLayout>
</file>

<file path=ppt/slideLayouts/slideLayout18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3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3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3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3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3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1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12"/>
          </p:nvPr>
        </p:nvSpPr>
        <p:spPr/>
        <p:txBody>
          <a:bodyPr/>
          <a:p>
            <a:fld id="{7F951450-4B4A-420F-AB6A-3647A06F87D2}" type="slidenum">
              <a:t>&lt;#&gt;</a:t>
            </a:fld>
          </a:p>
        </p:txBody>
      </p:sp>
    </p:spTree>
  </p:cSld>
</p:sldLayout>
</file>

<file path=ppt/slideLayouts/slideLayout18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4475613A-0209-492E-9E25-6D1FA26B8744}" type="slidenum">
              <a:t>&lt;#&gt;</a:t>
            </a:fld>
          </a:p>
        </p:txBody>
      </p:sp>
    </p:spTree>
  </p:cSld>
</p:sldLayout>
</file>

<file path=ppt/slideLayouts/slideLayout18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4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15C4254F-AE41-479B-96D3-100F1B51A007}" type="slidenum">
              <a:t>&lt;#&gt;</a:t>
            </a:fld>
          </a:p>
        </p:txBody>
      </p:sp>
    </p:spTree>
  </p:cSld>
</p:sldLayout>
</file>

<file path=ppt/slideLayouts/slideLayout18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40A4C2A4-A7BC-4DEA-98C4-15702F8E81F0}" type="slidenum">
              <a:t>&lt;#&gt;</a:t>
            </a:fld>
          </a:p>
        </p:txBody>
      </p:sp>
    </p:spTree>
  </p:cSld>
</p:sldLayout>
</file>

<file path=ppt/slideLayouts/slideLayout18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D6164492-263C-4721-AB9F-E26C1D94B792}" type="slidenum">
              <a:t>&lt;#&gt;</a:t>
            </a:fld>
          </a:p>
        </p:txBody>
      </p:sp>
    </p:spTree>
  </p:cSld>
</p:sldLayout>
</file>

<file path=ppt/slideLayouts/slideLayout18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3747D0CF-F0A4-46FD-89C3-01B9D8129AF9}" type="slidenum">
              <a:t>&lt;#&gt;</a:t>
            </a:fld>
          </a:p>
        </p:txBody>
      </p:sp>
    </p:spTree>
  </p:cSld>
</p:sldLayout>
</file>

<file path=ppt/slideLayouts/slideLayout18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97A74BAC-287A-4252-81E3-A1C668BDB7E3}" type="slidenum">
              <a:t>&lt;#&gt;</a:t>
            </a:fld>
          </a:p>
        </p:txBody>
      </p:sp>
    </p:spTree>
  </p:cSld>
</p:sldLayout>
</file>

<file path=ppt/slideLayouts/slideLayout18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D82F4088-5644-46CB-90C8-4A459D0BBACA}" type="slidenum">
              <a:t>&lt;#&gt;</a:t>
            </a:fld>
          </a:p>
        </p:txBody>
      </p:sp>
    </p:spTree>
  </p:cSld>
</p:sldLayout>
</file>

<file path=ppt/slideLayouts/slideLayout18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6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C23602C2-0C3C-4E20-A577-25E9FCA01986}" type="slidenum">
              <a:t>&lt;#&gt;</a:t>
            </a:fld>
          </a:p>
        </p:txBody>
      </p:sp>
    </p:spTree>
  </p:cSld>
</p:sldLayout>
</file>

<file path=ppt/slideLayouts/slideLayout18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1B44F4E4-6029-4F8A-9F20-F8B3C3220979}" type="slidenum">
              <a:t>&lt;#&gt;</a:t>
            </a:fld>
          </a:p>
        </p:txBody>
      </p:sp>
    </p:spTree>
  </p:cSld>
</p:sldLayout>
</file>

<file path=ppt/slideLayouts/slideLayout18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6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77B99F77-0034-4DD9-8771-DF049F1567CE}" type="slidenum">
              <a:t>&lt;#&gt;</a:t>
            </a:fld>
          </a:p>
        </p:txBody>
      </p:sp>
    </p:spTree>
  </p:cSld>
</p:sldLayout>
</file>

<file path=ppt/slideLayouts/slideLayout18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7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480E3DF8-2037-450C-8067-95732C367BA7}" type="slidenum">
              <a:t>&lt;#&gt;</a:t>
            </a:fld>
          </a:p>
        </p:txBody>
      </p:sp>
    </p:spTree>
  </p:cSld>
</p:sldLayout>
</file>

<file path=ppt/slideLayouts/slideLayout18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7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7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7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7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7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13"/>
          </p:nvPr>
        </p:nvSpPr>
        <p:spPr/>
        <p:txBody>
          <a:bodyPr/>
          <a:p>
            <a:fld id="{61B40E11-8457-4C39-A69F-2D3D5AA33482}" type="slidenum">
              <a:t>&lt;#&gt;</a:t>
            </a:fld>
          </a:p>
        </p:txBody>
      </p:sp>
    </p:spTree>
  </p:cSld>
</p:sldLayout>
</file>

<file path=ppt/slideLayouts/slideLayout18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8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8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8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0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0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0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1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1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1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1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1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2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D0B6FAEC-7FF8-486A-901C-8713F7E070E3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3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402B2F80-6357-4FF0-90C8-67DDD43B866E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6CF19BC9-FEA5-4351-8B32-D1E2B9CFA448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A45495A9-FDE4-4FCD-B165-2B1440FB3B44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288166A3-6A30-4589-B8D2-8847E16CF45B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BF6B26FD-FA19-4B13-85A3-284AA6F75120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BB1832C6-14B1-48D0-BF56-96B6EEB6CCE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4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9DACB939-E84F-4B9F-A7C6-757A2776CA30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5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AC20CC68-2A02-44A1-A082-AFE5FEA1B058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5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7FF44D3B-10C9-4CDF-8085-0AFC6668C364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5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A8DCF661-6204-49B0-9387-6AE90581735D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6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6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6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6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6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16"/>
          </p:nvPr>
        </p:nvSpPr>
        <p:spPr/>
        <p:txBody>
          <a:bodyPr/>
          <a:p>
            <a:fld id="{F0E257B9-1918-494C-BF06-C7EA5DBCFE76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21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8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0FF904DE-6CC4-427C-9F87-FE172E9A038C}" type="slidenum">
              <a:t>&lt;#&gt;</a:t>
            </a:fld>
          </a:p>
        </p:txBody>
      </p:sp>
    </p:spTree>
  </p:cSld>
</p:sldLayout>
</file>

<file path=ppt/slideLayouts/slideLayout18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7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E2D6F0C8-1543-4A01-A353-2629164E66FB}" type="slidenum">
              <a:t>&lt;#&gt;</a:t>
            </a:fld>
          </a:p>
        </p:txBody>
      </p:sp>
    </p:spTree>
  </p:cSld>
</p:sldLayout>
</file>

<file path=ppt/slideLayouts/slideLayout18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955A4134-AF87-4B53-A9AA-D40017C192B6}" type="slidenum">
              <a:t>&lt;#&gt;</a:t>
            </a:fld>
          </a:p>
        </p:txBody>
      </p:sp>
    </p:spTree>
  </p:cSld>
</p:sldLayout>
</file>

<file path=ppt/slideLayouts/slideLayout18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8C8ADC45-8F38-4F21-918F-F50F912457C1}" type="slidenum">
              <a:t>&lt;#&gt;</a:t>
            </a:fld>
          </a:p>
        </p:txBody>
      </p:sp>
    </p:spTree>
  </p:cSld>
</p:sldLayout>
</file>

<file path=ppt/slideLayouts/slideLayout18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38DDEDDB-3147-4124-A8E5-993AC69A3F45}" type="slidenum">
              <a:t>&lt;#&gt;</a:t>
            </a:fld>
          </a:p>
        </p:txBody>
      </p:sp>
    </p:spTree>
  </p:cSld>
</p:sldLayout>
</file>

<file path=ppt/slideLayouts/slideLayout18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48D2564B-79D7-4740-8046-38C26E896757}" type="slidenum">
              <a:t>&lt;#&gt;</a:t>
            </a:fld>
          </a:p>
        </p:txBody>
      </p:sp>
    </p:spTree>
  </p:cSld>
</p:sldLayout>
</file>

<file path=ppt/slideLayouts/slideLayout18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2E98DEBF-C49C-4E09-A136-A7461A9702A9}" type="slidenum">
              <a:t>&lt;#&gt;</a:t>
            </a:fld>
          </a:p>
        </p:txBody>
      </p:sp>
    </p:spTree>
  </p:cSld>
</p:sldLayout>
</file>

<file path=ppt/slideLayouts/slideLayout18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8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AC778991-4330-4287-9E15-173CD5425AA2}" type="slidenum">
              <a:t>&lt;#&gt;</a:t>
            </a:fld>
          </a:p>
        </p:txBody>
      </p:sp>
    </p:spTree>
  </p:cSld>
</p:sldLayout>
</file>

<file path=ppt/slideLayouts/slideLayout18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9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92875D42-47E4-4371-9358-FF7F713AD9D4}" type="slidenum">
              <a:t>&lt;#&gt;</a:t>
            </a:fld>
          </a:p>
        </p:txBody>
      </p:sp>
    </p:spTree>
  </p:cSld>
</p:sldLayout>
</file>

<file path=ppt/slideLayouts/slideLayout18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9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B99EAC41-87BC-432B-A328-852FE4D59A02}" type="slidenum">
              <a:t>&lt;#&gt;</a:t>
            </a:fld>
          </a:p>
        </p:txBody>
      </p:sp>
    </p:spTree>
  </p:cSld>
</p:sldLayout>
</file>

<file path=ppt/slideLayouts/slideLayout18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9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0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D537B53B-676D-423C-A873-D81399DE8DAF}" type="slidenum">
              <a:t>&lt;#&gt;</a:t>
            </a:fld>
          </a:p>
        </p:txBody>
      </p:sp>
    </p:spTree>
  </p:cSld>
</p:sldLayout>
</file>

<file path=ppt/slideLayouts/slideLayout18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0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0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0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0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0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17"/>
          </p:nvPr>
        </p:nvSpPr>
        <p:spPr/>
        <p:txBody>
          <a:bodyPr/>
          <a:p>
            <a:fld id="{B7F1455F-A9A0-45F9-AFB3-90781F1ED1AC}" type="slidenum">
              <a:t>&lt;#&gt;</a:t>
            </a:fld>
          </a:p>
        </p:txBody>
      </p:sp>
    </p:spTree>
  </p:cSld>
</p:sldLayout>
</file>

<file path=ppt/slideLayouts/slideLayout18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18EC2AC4-AAC8-4CE1-B750-88F51144AFAF}" type="slidenum">
              <a:t>&lt;#&gt;</a:t>
            </a:fld>
          </a:p>
        </p:txBody>
      </p:sp>
    </p:spTree>
  </p:cSld>
</p:sldLayout>
</file>

<file path=ppt/slideLayouts/slideLayout18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1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6B79DA09-80B9-438C-BCEE-560A39D03FE0}" type="slidenum">
              <a:t>&lt;#&gt;</a:t>
            </a:fld>
          </a:p>
        </p:txBody>
      </p:sp>
    </p:spTree>
  </p:cSld>
</p:sldLayout>
</file>

<file path=ppt/slideLayouts/slideLayout18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5ABC0F19-D95A-4822-9293-ADA5D8F60940}" type="slidenum">
              <a:t>&lt;#&gt;</a:t>
            </a:fld>
          </a:p>
        </p:txBody>
      </p:sp>
    </p:spTree>
  </p:cSld>
</p:sldLayout>
</file>

<file path=ppt/slideLayouts/slideLayout18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D58DCD3B-7F74-42E7-AAFF-5405E846C715}" type="slidenum">
              <a:t>&lt;#&gt;</a:t>
            </a:fld>
          </a:p>
        </p:txBody>
      </p:sp>
    </p:spTree>
  </p:cSld>
</p:sldLayout>
</file>

<file path=ppt/slideLayouts/slideLayout18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CA74ED36-423A-4BEB-9473-F25D01A7FFC5}" type="slidenum">
              <a:t>&lt;#&gt;</a:t>
            </a:fld>
          </a:p>
        </p:txBody>
      </p:sp>
    </p:spTree>
  </p:cSld>
</p:sldLayout>
</file>

<file path=ppt/slideLayouts/slideLayout18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10797AAC-5D6E-4FC5-8C69-7B1DEDB62BAE}" type="slidenum">
              <a:t>&lt;#&gt;</a:t>
            </a:fld>
          </a:p>
        </p:txBody>
      </p:sp>
    </p:spTree>
  </p:cSld>
</p:sldLayout>
</file>

<file path=ppt/slideLayouts/slideLayout18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0E2B378D-D6F3-48E6-BC8D-FD0EA4D9CECB}" type="slidenum">
              <a:t>&lt;#&gt;</a:t>
            </a:fld>
          </a:p>
        </p:txBody>
      </p:sp>
    </p:spTree>
  </p:cSld>
</p:sldLayout>
</file>

<file path=ppt/slideLayouts/slideLayout18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3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39ECBD51-963E-44FA-8DF3-131E81D3FBD5}" type="slidenum">
              <a:t>&lt;#&gt;</a:t>
            </a:fld>
          </a:p>
        </p:txBody>
      </p:sp>
    </p:spTree>
  </p:cSld>
</p:sldLayout>
</file>

<file path=ppt/slideLayouts/slideLayout18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09DC8B81-E3BC-4A42-9B87-380F386CBD03}" type="slidenum">
              <a:t>&lt;#&gt;</a:t>
            </a:fld>
          </a:p>
        </p:txBody>
      </p:sp>
    </p:spTree>
  </p:cSld>
</p:sldLayout>
</file>

<file path=ppt/slideLayouts/slideLayout18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3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5EB5132C-103E-40DA-917E-F85AC00CCB9D}" type="slidenum">
              <a:t>&lt;#&gt;</a:t>
            </a:fld>
          </a:p>
        </p:txBody>
      </p:sp>
    </p:spTree>
  </p:cSld>
</p:sldLayout>
</file>

<file path=ppt/slideLayouts/slideLayout18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4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B144F082-8958-4AFF-9849-254E51E2DEDF}" type="slidenum">
              <a:t>&lt;#&gt;</a:t>
            </a:fld>
          </a:p>
        </p:txBody>
      </p:sp>
    </p:spTree>
  </p:cSld>
</p:sldLayout>
</file>

<file path=ppt/slideLayouts/slideLayout18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4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4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4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4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4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18"/>
          </p:nvPr>
        </p:nvSpPr>
        <p:spPr/>
        <p:txBody>
          <a:bodyPr/>
          <a:p>
            <a:fld id="{7834A0ED-3B77-4B28-812B-BFB14D3E989F}" type="slidenum">
              <a:t>&lt;#&gt;</a:t>
            </a:fld>
          </a:p>
        </p:txBody>
      </p:sp>
    </p:spTree>
  </p:cSld>
</p:sldLayout>
</file>

<file path=ppt/slideLayouts/slideLayout18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93937990-D8C7-4A82-A7CF-23EFDFBE633B}" type="slidenum">
              <a:t>&lt;#&gt;</a:t>
            </a:fld>
          </a:p>
        </p:txBody>
      </p:sp>
    </p:spTree>
  </p:cSld>
</p:sldLayout>
</file>

<file path=ppt/slideLayouts/slideLayout18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5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04D7DACB-1275-42C9-8D9B-F22F25968929}" type="slidenum">
              <a:t>&lt;#&gt;</a:t>
            </a:fld>
          </a:p>
        </p:txBody>
      </p:sp>
    </p:spTree>
  </p:cSld>
</p:sldLayout>
</file>

<file path=ppt/slideLayouts/slideLayout18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25AC38D8-FFC5-4E42-918C-057064E56F68}" type="slidenum">
              <a:t>&lt;#&gt;</a:t>
            </a:fld>
          </a:p>
        </p:txBody>
      </p:sp>
    </p:spTree>
  </p:cSld>
</p:sldLayout>
</file>

<file path=ppt/slideLayouts/slideLayout18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6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FF32036D-F4BF-45EF-987A-939D9616DCA0}" type="slidenum">
              <a:t>&lt;#&gt;</a:t>
            </a:fld>
          </a:p>
        </p:txBody>
      </p:sp>
    </p:spTree>
  </p:cSld>
</p:sldLayout>
</file>

<file path=ppt/slideLayouts/slideLayout18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24B57461-1FF1-411E-92D1-669DB37476E1}" type="slidenum">
              <a:t>&lt;#&gt;</a:t>
            </a:fld>
          </a:p>
        </p:txBody>
      </p:sp>
    </p:spTree>
  </p:cSld>
</p:sldLayout>
</file>

<file path=ppt/slideLayouts/slideLayout18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AED2AA19-CE64-463D-BD8E-3C45105EFF23}" type="slidenum">
              <a:t>&lt;#&gt;</a:t>
            </a:fld>
          </a:p>
        </p:txBody>
      </p:sp>
    </p:spTree>
  </p:cSld>
</p:sldLayout>
</file>

<file path=ppt/slideLayouts/slideLayout18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6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06CBBF3E-4AB9-4E3C-B2B3-F1165CE6D84A}" type="slidenum">
              <a:t>&lt;#&gt;</a:t>
            </a:fld>
          </a:p>
        </p:txBody>
      </p:sp>
    </p:spTree>
  </p:cSld>
</p:sldLayout>
</file>

<file path=ppt/slideLayouts/slideLayout18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7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BAA3BB5E-841A-40B6-B0A3-71E22D7ED8EC}" type="slidenum">
              <a:t>&lt;#&gt;</a:t>
            </a:fld>
          </a:p>
        </p:txBody>
      </p:sp>
    </p:spTree>
  </p:cSld>
</p:sldLayout>
</file>

<file path=ppt/slideLayouts/slideLayout18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10AC11D1-84BA-41AF-B96B-683C06239F44}" type="slidenum">
              <a:t>&lt;#&gt;</a:t>
            </a:fld>
          </a:p>
        </p:txBody>
      </p:sp>
    </p:spTree>
  </p:cSld>
</p:sldLayout>
</file>

<file path=ppt/slideLayouts/slideLayout18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7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5553BB65-782F-4D18-BDCE-B2958EA7C5DA}" type="slidenum">
              <a:t>&lt;#&gt;</a:t>
            </a:fld>
          </a:p>
        </p:txBody>
      </p:sp>
    </p:spTree>
  </p:cSld>
</p:sldLayout>
</file>

<file path=ppt/slideLayouts/slideLayout18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8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8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75FE3790-935B-48EA-8C60-D4DE6AEF25C7}" type="slidenum">
              <a:t>&lt;#&gt;</a:t>
            </a:fld>
          </a:p>
        </p:txBody>
      </p:sp>
    </p:spTree>
  </p:cSld>
</p:sldLayout>
</file>

<file path=ppt/slideLayouts/slideLayout18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8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8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8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9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9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19"/>
          </p:nvPr>
        </p:nvSpPr>
        <p:spPr/>
        <p:txBody>
          <a:bodyPr/>
          <a:p>
            <a:fld id="{D9DE7CA9-448C-4FE9-98A5-B9BAFD57D18E}" type="slidenum">
              <a:t>&lt;#&gt;</a:t>
            </a:fld>
          </a:p>
        </p:txBody>
      </p:sp>
    </p:spTree>
  </p:cSld>
</p:sldLayout>
</file>

<file path=ppt/slideLayouts/slideLayout18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8D24F567-5F6F-4774-BD4E-776610872C51}" type="slidenum">
              <a:t>&lt;#&gt;</a:t>
            </a:fld>
          </a:p>
        </p:txBody>
      </p:sp>
    </p:spTree>
  </p:cSld>
</p:sldLayout>
</file>

<file path=ppt/slideLayouts/slideLayout18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0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8CEFFB5D-C02A-43AF-9EDE-09346566CB03}" type="slidenum">
              <a:t>&lt;#&gt;</a:t>
            </a:fld>
          </a:p>
        </p:txBody>
      </p:sp>
    </p:spTree>
  </p:cSld>
</p:sldLayout>
</file>

<file path=ppt/slideLayouts/slideLayout18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A11642F8-9A85-4FE1-AA9D-5083D43EC2FA}" type="slidenum">
              <a:t>&lt;#&gt;</a:t>
            </a:fld>
          </a:p>
        </p:txBody>
      </p:sp>
    </p:spTree>
  </p:cSld>
</p:sldLayout>
</file>

<file path=ppt/slideLayouts/slideLayout18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7E10607E-FB46-451B-91BB-239AE1F52CF7}" type="slidenum">
              <a:t>&lt;#&gt;</a:t>
            </a:fld>
          </a:p>
        </p:txBody>
      </p:sp>
    </p:spTree>
  </p:cSld>
</p:sldLayout>
</file>

<file path=ppt/slideLayouts/slideLayout18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ADFCC4E8-0F39-48D5-B587-F35F80E06202}" type="slidenum">
              <a:t>&lt;#&gt;</a:t>
            </a:fld>
          </a:p>
        </p:txBody>
      </p:sp>
    </p:spTree>
  </p:cSld>
</p:sldLayout>
</file>

<file path=ppt/slideLayouts/slideLayout18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569FAE48-1D5B-4846-B418-99CC07A44E9E}" type="slidenum">
              <a:t>&lt;#&gt;</a:t>
            </a:fld>
          </a:p>
        </p:txBody>
      </p:sp>
    </p:spTree>
  </p:cSld>
</p:sldLayout>
</file>

<file path=ppt/slideLayouts/slideLayout18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F96F5C76-3184-40D2-B1BE-C440093727A2}" type="slidenum">
              <a:t>&lt;#&gt;</a:t>
            </a:fld>
          </a:p>
        </p:txBody>
      </p:sp>
    </p:spTree>
  </p:cSld>
</p:sldLayout>
</file>

<file path=ppt/slideLayouts/slideLayout18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1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D849CB5E-0A54-4405-AE64-DC39E47D1A87}" type="slidenum">
              <a:t>&lt;#&gt;</a:t>
            </a:fld>
          </a:p>
        </p:txBody>
      </p:sp>
    </p:spTree>
  </p:cSld>
</p:sldLayout>
</file>

<file path=ppt/slideLayouts/slideLayout18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1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1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C647C986-DA31-4C1E-9859-CA204B11C98B}" type="slidenum">
              <a:t>&lt;#&gt;</a:t>
            </a:fld>
          </a:p>
        </p:txBody>
      </p:sp>
    </p:spTree>
  </p:cSld>
</p:sldLayout>
</file>

<file path=ppt/slideLayouts/slideLayout18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2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AE7AD21D-C8B1-449D-BCB3-B772484F95B1}" type="slidenum">
              <a:t>&lt;#&gt;</a:t>
            </a:fld>
          </a:p>
        </p:txBody>
      </p:sp>
    </p:spTree>
  </p:cSld>
</p:sldLayout>
</file>

<file path=ppt/slideLayouts/slideLayout18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2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08759D0B-6742-4C1A-84B7-92BC53100246}" type="slidenum">
              <a:t>&lt;#&gt;</a:t>
            </a:fld>
          </a:p>
        </p:txBody>
      </p:sp>
    </p:spTree>
  </p:cSld>
</p:sldLayout>
</file>

<file path=ppt/slideLayouts/slideLayout18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3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3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3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3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3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21"/>
          </p:nvPr>
        </p:nvSpPr>
        <p:spPr/>
        <p:txBody>
          <a:bodyPr/>
          <a:p>
            <a:fld id="{A15F0E44-EC42-4E6F-BF91-0E5DE8BE6762}" type="slidenum">
              <a:t>&lt;#&gt;</a:t>
            </a:fld>
          </a:p>
        </p:txBody>
      </p:sp>
    </p:spTree>
  </p:cSld>
</p:sldLayout>
</file>

<file path=ppt/slideLayouts/slideLayout18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D2DD3243-FC4E-462C-BBC2-3CBDCBE4430E}" type="slidenum">
              <a:t>&lt;#&gt;</a:t>
            </a:fld>
          </a:p>
        </p:txBody>
      </p:sp>
    </p:spTree>
  </p:cSld>
</p:sldLayout>
</file>

<file path=ppt/slideLayouts/slideLayout18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4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D05E25D1-1FD4-4167-9F2E-402C17BD7A94}" type="slidenum">
              <a:t>&lt;#&gt;</a:t>
            </a:fld>
          </a:p>
        </p:txBody>
      </p:sp>
    </p:spTree>
  </p:cSld>
</p:sldLayout>
</file>

<file path=ppt/slideLayouts/slideLayout18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3545063B-D32C-48F2-8C9A-8942EAFD98EE}" type="slidenum">
              <a:t>&lt;#&gt;</a:t>
            </a:fld>
          </a:p>
        </p:txBody>
      </p:sp>
    </p:spTree>
  </p:cSld>
</p:sldLayout>
</file>

<file path=ppt/slideLayouts/slideLayout18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F51A1EF2-CE62-4846-B3AC-F1CA002DC2A6}" type="slidenum">
              <a:t>&lt;#&gt;</a:t>
            </a:fld>
          </a:p>
        </p:txBody>
      </p:sp>
    </p:spTree>
  </p:cSld>
</p:sldLayout>
</file>

<file path=ppt/slideLayouts/slideLayout18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D0D18143-E87F-4464-A8F8-2C4E9185066D}" type="slidenum">
              <a:t>&lt;#&gt;</a:t>
            </a:fld>
          </a:p>
        </p:txBody>
      </p:sp>
    </p:spTree>
  </p:cSld>
</p:sldLayout>
</file>

<file path=ppt/slideLayouts/slideLayout18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A88F3A6E-1E6E-4480-921E-5C23D9C71DAC}" type="slidenum">
              <a:t>&lt;#&gt;</a:t>
            </a:fld>
          </a:p>
        </p:txBody>
      </p:sp>
    </p:spTree>
  </p:cSld>
</p:sldLayout>
</file>

<file path=ppt/slideLayouts/slideLayout18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5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9F577286-9357-4A19-AF3A-81708CAFE62A}" type="slidenum">
              <a:t>&lt;#&gt;</a:t>
            </a:fld>
          </a:p>
        </p:txBody>
      </p:sp>
    </p:spTree>
  </p:cSld>
</p:sldLayout>
</file>

<file path=ppt/slideLayouts/slideLayout18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5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5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B4A449DE-918A-43FC-B6C2-4500AD0B19CC}" type="slidenum">
              <a:t>&lt;#&gt;</a:t>
            </a:fld>
          </a:p>
        </p:txBody>
      </p:sp>
    </p:spTree>
  </p:cSld>
</p:sldLayout>
</file>

<file path=ppt/slideLayouts/slideLayout18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5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695F3AB7-9FF8-47FA-80A3-6A0CF73FD714}" type="slidenum">
              <a:t>&lt;#&gt;</a:t>
            </a:fld>
          </a:p>
        </p:txBody>
      </p:sp>
    </p:spTree>
  </p:cSld>
</p:sldLayout>
</file>

<file path=ppt/slideLayouts/slideLayout18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6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809D74A8-108F-42C2-B973-94E3DE354E50}" type="slidenum">
              <a:t>&lt;#&gt;</a:t>
            </a:fld>
          </a:p>
        </p:txBody>
      </p:sp>
    </p:spTree>
  </p:cSld>
</p:sldLayout>
</file>

<file path=ppt/slideLayouts/slideLayout18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6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7A37D203-8634-408B-BDDF-753CE3DD991C}" type="slidenum">
              <a:t>&lt;#&gt;</a:t>
            </a:fld>
          </a:p>
        </p:txBody>
      </p:sp>
    </p:spTree>
  </p:cSld>
</p:sldLayout>
</file>

<file path=ppt/slideLayouts/slideLayout18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7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7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7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7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7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22"/>
          </p:nvPr>
        </p:nvSpPr>
        <p:spPr/>
        <p:txBody>
          <a:bodyPr/>
          <a:p>
            <a:fld id="{42AEC642-9BA1-4C3F-A3F6-219FDD6F0F88}" type="slidenum">
              <a:t>&lt;#&gt;</a:t>
            </a:fld>
          </a:p>
        </p:txBody>
      </p:sp>
    </p:spTree>
  </p:cSld>
</p:sldLayout>
</file>

<file path=ppt/slideLayouts/slideLayout18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8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8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8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9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9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9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0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0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0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1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1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1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1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1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2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3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4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5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5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5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5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5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5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2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19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90839D2E-8151-46AF-9611-03A4F1A96F35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6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62DD5FA2-09E8-494F-9BCD-9DB16530ACF9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F809857E-967B-43CD-A5C9-3BCF31AD72F4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B98EF820-A272-43A8-9D8B-1B887A1EA2D1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B19E1521-F1C2-4FDF-BEC8-0E50B2E734CF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BAF75BCB-E50A-4AA4-A3B9-69E18B44823A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F4A06424-7FD8-4D1B-A69A-70AB9890A7FE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8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DDED3E59-D834-462C-9D37-5C71F5985217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8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7A3850BE-9219-4BDD-8F09-E2A8DD86C31F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9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669CE1FF-A7C6-45E6-AF6B-5CDC579015D7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9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9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D14482CA-9D07-4061-B91E-0587A1B74C35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9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9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0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0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0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26"/>
          </p:nvPr>
        </p:nvSpPr>
        <p:spPr/>
        <p:txBody>
          <a:bodyPr/>
          <a:p>
            <a:fld id="{B575045D-7F45-4464-9DFC-2FF5A3DAEEF3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22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19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2E64BD81-2272-4BEB-AF16-583AF671A220}" type="slidenum">
              <a:t>&lt;#&gt;</a:t>
            </a:fld>
          </a:p>
        </p:txBody>
      </p:sp>
    </p:spTree>
  </p:cSld>
</p:sldLayout>
</file>

<file path=ppt/slideLayouts/slideLayout19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1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9E2E60BB-3566-4EE8-9FB8-C130490050EA}" type="slidenum">
              <a:t>&lt;#&gt;</a:t>
            </a:fld>
          </a:p>
        </p:txBody>
      </p:sp>
    </p:spTree>
  </p:cSld>
</p:sldLayout>
</file>

<file path=ppt/slideLayouts/slideLayout19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854D471A-0611-4130-A236-EFECE7634DC4}" type="slidenum">
              <a:t>&lt;#&gt;</a:t>
            </a:fld>
          </a:p>
        </p:txBody>
      </p:sp>
    </p:spTree>
  </p:cSld>
</p:sldLayout>
</file>

<file path=ppt/slideLayouts/slideLayout19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C12FEB91-EEAC-4861-B225-69DA74D85073}" type="slidenum">
              <a:t>&lt;#&gt;</a:t>
            </a:fld>
          </a:p>
        </p:txBody>
      </p:sp>
    </p:spTree>
  </p:cSld>
</p:sldLayout>
</file>

<file path=ppt/slideLayouts/slideLayout19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A2FBB6E9-EE0F-4FE2-A361-F9D5178118C6}" type="slidenum">
              <a:t>&lt;#&gt;</a:t>
            </a:fld>
          </a:p>
        </p:txBody>
      </p:sp>
    </p:spTree>
  </p:cSld>
</p:sldLayout>
</file>

<file path=ppt/slideLayouts/slideLayout19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5D7F53BF-4AC0-44A4-A76B-5CA38C66DD5D}" type="slidenum">
              <a:t>&lt;#&gt;</a:t>
            </a:fld>
          </a:p>
        </p:txBody>
      </p:sp>
    </p:spTree>
  </p:cSld>
</p:sldLayout>
</file>

<file path=ppt/slideLayouts/slideLayout19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2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84EC4893-8D4F-43B0-8EA5-401B7036B73F}" type="slidenum">
              <a:t>&lt;#&gt;</a:t>
            </a:fld>
          </a:p>
        </p:txBody>
      </p:sp>
    </p:spTree>
  </p:cSld>
</p:sldLayout>
</file>

<file path=ppt/slideLayouts/slideLayout19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2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2801B84F-B234-4AA1-9381-89E8DB7706E4}" type="slidenum">
              <a:t>&lt;#&gt;</a:t>
            </a:fld>
          </a:p>
        </p:txBody>
      </p:sp>
    </p:spTree>
  </p:cSld>
</p:sldLayout>
</file>

<file path=ppt/slideLayouts/slideLayout19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2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36DF3BA8-7DF9-4365-ADDB-4238E9A5A021}" type="slidenum">
              <a:t>&lt;#&gt;</a:t>
            </a:fld>
          </a:p>
        </p:txBody>
      </p:sp>
    </p:spTree>
  </p:cSld>
</p:sldLayout>
</file>

<file path=ppt/slideLayouts/slideLayout19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3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EF98D0D7-B254-473D-B318-C889F66FA925}" type="slidenum">
              <a:t>&lt;#&gt;</a:t>
            </a:fld>
          </a:p>
        </p:txBody>
      </p:sp>
    </p:spTree>
  </p:cSld>
</p:sldLayout>
</file>

<file path=ppt/slideLayouts/slideLayout19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3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3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767FE02E-9E03-4074-BD0D-6DA6772F91AD}" type="slidenum">
              <a:t>&lt;#&gt;</a:t>
            </a:fld>
          </a:p>
        </p:txBody>
      </p:sp>
    </p:spTree>
  </p:cSld>
</p:sldLayout>
</file>

<file path=ppt/slideLayouts/slideLayout19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4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4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4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4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4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27"/>
          </p:nvPr>
        </p:nvSpPr>
        <p:spPr/>
        <p:txBody>
          <a:bodyPr/>
          <a:p>
            <a:fld id="{0E60C4B4-AF84-44FF-89DA-420713AB72AA}" type="slidenum">
              <a:t>&lt;#&gt;</a:t>
            </a:fld>
          </a:p>
        </p:txBody>
      </p:sp>
    </p:spTree>
  </p:cSld>
</p:sldLayout>
</file>

<file path=ppt/slideLayouts/slideLayout19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8E38088C-FB26-4FDA-8E01-5672D2468EB6}" type="slidenum">
              <a:t>&lt;#&gt;</a:t>
            </a:fld>
          </a:p>
        </p:txBody>
      </p:sp>
    </p:spTree>
  </p:cSld>
</p:sldLayout>
</file>

<file path=ppt/slideLayouts/slideLayout19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5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6EAA3F19-8574-481E-8FAC-01B38213795C}" type="slidenum">
              <a:t>&lt;#&gt;</a:t>
            </a:fld>
          </a:p>
        </p:txBody>
      </p:sp>
    </p:spTree>
  </p:cSld>
</p:sldLayout>
</file>

<file path=ppt/slideLayouts/slideLayout19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54C01484-0336-4BB4-91C2-10C30AF65A99}" type="slidenum">
              <a:t>&lt;#&gt;</a:t>
            </a:fld>
          </a:p>
        </p:txBody>
      </p:sp>
    </p:spTree>
  </p:cSld>
</p:sldLayout>
</file>

<file path=ppt/slideLayouts/slideLayout19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5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4BA74167-96D6-4AE8-B47B-1A3FE2CBEDD9}" type="slidenum">
              <a:t>&lt;#&gt;</a:t>
            </a:fld>
          </a:p>
        </p:txBody>
      </p:sp>
    </p:spTree>
  </p:cSld>
</p:sldLayout>
</file>

<file path=ppt/slideLayouts/slideLayout19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0ED70EF0-DEB9-4C94-A1A0-8440A3BD989D}" type="slidenum">
              <a:t>&lt;#&gt;</a:t>
            </a:fld>
          </a:p>
        </p:txBody>
      </p:sp>
    </p:spTree>
  </p:cSld>
</p:sldLayout>
</file>

<file path=ppt/slideLayouts/slideLayout19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B8A61C70-A385-4472-A98A-6E5B31A85BB2}" type="slidenum">
              <a:t>&lt;#&gt;</a:t>
            </a:fld>
          </a:p>
        </p:txBody>
      </p:sp>
    </p:spTree>
  </p:cSld>
</p:sldLayout>
</file>

<file path=ppt/slideLayouts/slideLayout19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6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6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C0FECDB1-6DBE-4032-8A33-ECC632463962}" type="slidenum">
              <a:t>&lt;#&gt;</a:t>
            </a:fld>
          </a:p>
        </p:txBody>
      </p:sp>
    </p:spTree>
  </p:cSld>
</p:sldLayout>
</file>

<file path=ppt/slideLayouts/slideLayout19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6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F857C92C-2865-4A62-9855-0603CC6F5580}" type="slidenum">
              <a:t>&lt;#&gt;</a:t>
            </a:fld>
          </a:p>
        </p:txBody>
      </p:sp>
    </p:spTree>
  </p:cSld>
</p:sldLayout>
</file>

<file path=ppt/slideLayouts/slideLayout19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8CE11347-DF5B-45F3-AB2B-229918B7F6EA}" type="slidenum">
              <a:t>&lt;#&gt;</a:t>
            </a:fld>
          </a:p>
        </p:txBody>
      </p:sp>
    </p:spTree>
  </p:cSld>
</p:sldLayout>
</file>

<file path=ppt/slideLayouts/slideLayout19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7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4C1567FE-B82D-4D2D-BBAC-87947DBE11DE}" type="slidenum">
              <a:t>&lt;#&gt;</a:t>
            </a:fld>
          </a:p>
        </p:txBody>
      </p:sp>
    </p:spTree>
  </p:cSld>
</p:sldLayout>
</file>

<file path=ppt/slideLayouts/slideLayout19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7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7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68539B5D-9133-49F6-88E9-0D5915D067DC}" type="slidenum">
              <a:t>&lt;#&gt;</a:t>
            </a:fld>
          </a:p>
        </p:txBody>
      </p:sp>
    </p:spTree>
  </p:cSld>
</p:sldLayout>
</file>

<file path=ppt/slideLayouts/slideLayout19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8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8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8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8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8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28"/>
          </p:nvPr>
        </p:nvSpPr>
        <p:spPr/>
        <p:txBody>
          <a:bodyPr/>
          <a:p>
            <a:fld id="{1A9C007F-B339-4A5F-8ECA-5B46AB2F0D06}" type="slidenum">
              <a:t>&lt;#&gt;</a:t>
            </a:fld>
          </a:p>
        </p:txBody>
      </p:sp>
    </p:spTree>
  </p:cSld>
</p:sldLayout>
</file>

<file path=ppt/slideLayouts/slideLayout19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8C79BD8B-6812-4724-8739-9B3017092DAE}" type="slidenum">
              <a:t>&lt;#&gt;</a:t>
            </a:fld>
          </a:p>
        </p:txBody>
      </p:sp>
    </p:spTree>
  </p:cSld>
</p:sldLayout>
</file>

<file path=ppt/slideLayouts/slideLayout19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9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6B6A6D34-E2DA-4238-8367-F6440DD60E4A}" type="slidenum">
              <a:t>&lt;#&gt;</a:t>
            </a:fld>
          </a:p>
        </p:txBody>
      </p:sp>
    </p:spTree>
  </p:cSld>
</p:sldLayout>
</file>

<file path=ppt/slideLayouts/slideLayout19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91CCD664-0807-4C62-9120-0158BB10A3DD}" type="slidenum">
              <a:t>&lt;#&gt;</a:t>
            </a:fld>
          </a:p>
        </p:txBody>
      </p:sp>
    </p:spTree>
  </p:cSld>
</p:sldLayout>
</file>

<file path=ppt/slideLayouts/slideLayout19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F40A11DF-DA37-4F14-B098-678EA63F984C}" type="slidenum">
              <a:t>&lt;#&gt;</a:t>
            </a:fld>
          </a:p>
        </p:txBody>
      </p:sp>
    </p:spTree>
  </p:cSld>
</p:sldLayout>
</file>

<file path=ppt/slideLayouts/slideLayout19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977C55C2-26A6-4168-9DBC-5A115B8500F0}" type="slidenum">
              <a:t>&lt;#&gt;</a:t>
            </a:fld>
          </a:p>
        </p:txBody>
      </p:sp>
    </p:spTree>
  </p:cSld>
</p:sldLayout>
</file>

<file path=ppt/slideLayouts/slideLayout19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A12CCF00-56F3-4B8F-82F6-979489E8FBB0}" type="slidenum">
              <a:t>&lt;#&gt;</a:t>
            </a:fld>
          </a:p>
        </p:txBody>
      </p:sp>
    </p:spTree>
  </p:cSld>
</p:sldLayout>
</file>

<file path=ppt/slideLayouts/slideLayout19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0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07B42CD9-B348-4A3C-9009-E0080AE2B027}" type="slidenum">
              <a:t>&lt;#&gt;</a:t>
            </a:fld>
          </a:p>
        </p:txBody>
      </p:sp>
    </p:spTree>
  </p:cSld>
</p:sldLayout>
</file>

<file path=ppt/slideLayouts/slideLayout19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0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C3D783B1-8423-40E3-84CD-4A3E5FEB091E}" type="slidenum">
              <a:t>&lt;#&gt;</a:t>
            </a:fld>
          </a:p>
        </p:txBody>
      </p:sp>
    </p:spTree>
  </p:cSld>
</p:sldLayout>
</file>

<file path=ppt/slideLayouts/slideLayout19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1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2BBB31CD-1775-4C26-AE32-9A8E7D6A3435}" type="slidenum">
              <a:t>&lt;#&gt;</a:t>
            </a:fld>
          </a:p>
        </p:txBody>
      </p:sp>
    </p:spTree>
  </p:cSld>
</p:sldLayout>
</file>

<file path=ppt/slideLayouts/slideLayout19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1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6CFF0C05-B80D-47C5-A63E-FF8D0CF42172}" type="slidenum">
              <a:t>&lt;#&gt;</a:t>
            </a:fld>
          </a:p>
        </p:txBody>
      </p:sp>
    </p:spTree>
  </p:cSld>
</p:sldLayout>
</file>

<file path=ppt/slideLayouts/slideLayout19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2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38257316-BFCB-4AA5-9EC3-ED260FE49458}" type="slidenum">
              <a:t>&lt;#&gt;</a:t>
            </a:fld>
          </a:p>
        </p:txBody>
      </p:sp>
    </p:spTree>
  </p:cSld>
</p:sldLayout>
</file>

<file path=ppt/slideLayouts/slideLayout19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2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2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2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2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2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29"/>
          </p:nvPr>
        </p:nvSpPr>
        <p:spPr/>
        <p:txBody>
          <a:bodyPr/>
          <a:p>
            <a:fld id="{7E50824B-D2F3-402C-8BA9-EFD8828ABC5D}" type="slidenum">
              <a:t>&lt;#&gt;</a:t>
            </a:fld>
          </a:p>
        </p:txBody>
      </p:sp>
    </p:spTree>
  </p:cSld>
</p:sldLayout>
</file>

<file path=ppt/slideLayouts/slideLayout19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4F7FC29E-8A64-44F5-BE9B-DD4BF08FC793}" type="slidenum">
              <a:t>&lt;#&gt;</a:t>
            </a:fld>
          </a:p>
        </p:txBody>
      </p:sp>
    </p:spTree>
  </p:cSld>
</p:sldLayout>
</file>

<file path=ppt/slideLayouts/slideLayout19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3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7EB17D44-32A5-4C04-BAF0-55DFBFA26798}" type="slidenum">
              <a:t>&lt;#&gt;</a:t>
            </a:fld>
          </a:p>
        </p:txBody>
      </p:sp>
    </p:spTree>
  </p:cSld>
</p:sldLayout>
</file>

<file path=ppt/slideLayouts/slideLayout19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3432901F-D422-4D55-A404-AB6F281B6C7E}" type="slidenum">
              <a:t>&lt;#&gt;</a:t>
            </a:fld>
          </a:p>
        </p:txBody>
      </p:sp>
    </p:spTree>
  </p:cSld>
</p:sldLayout>
</file>

<file path=ppt/slideLayouts/slideLayout19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6B828C98-EA09-4D68-BC34-C6291EF163AF}" type="slidenum">
              <a:t>&lt;#&gt;</a:t>
            </a:fld>
          </a:p>
        </p:txBody>
      </p:sp>
    </p:spTree>
  </p:cSld>
</p:sldLayout>
</file>

<file path=ppt/slideLayouts/slideLayout19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F7A6C5C5-E483-4B2F-AB9D-519612863455}" type="slidenum">
              <a:t>&lt;#&gt;</a:t>
            </a:fld>
          </a:p>
        </p:txBody>
      </p:sp>
    </p:spTree>
  </p:cSld>
</p:sldLayout>
</file>

<file path=ppt/slideLayouts/slideLayout19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A441D166-83D0-4104-B2CF-7CB0680EF7E6}" type="slidenum">
              <a:t>&lt;#&gt;</a:t>
            </a:fld>
          </a:p>
        </p:txBody>
      </p:sp>
    </p:spTree>
  </p:cSld>
</p:sldLayout>
</file>

<file path=ppt/slideLayouts/slideLayout19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4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4A2F6536-3D06-49E4-A5C1-58D72EE65AD2}" type="slidenum">
              <a:t>&lt;#&gt;</a:t>
            </a:fld>
          </a:p>
        </p:txBody>
      </p:sp>
    </p:spTree>
  </p:cSld>
</p:sldLayout>
</file>

<file path=ppt/slideLayouts/slideLayout19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5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33374012-6159-47E3-855C-CD5E58F357E2}" type="slidenum">
              <a:t>&lt;#&gt;</a:t>
            </a:fld>
          </a:p>
        </p:txBody>
      </p:sp>
    </p:spTree>
  </p:cSld>
</p:sldLayout>
</file>

<file path=ppt/slideLayouts/slideLayout19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D9FB7F29-2F7E-40F5-9D1A-59B6C6B81D21}" type="slidenum">
              <a:t>&lt;#&gt;</a:t>
            </a:fld>
          </a:p>
        </p:txBody>
      </p:sp>
    </p:spTree>
  </p:cSld>
</p:sldLayout>
</file>

<file path=ppt/slideLayouts/slideLayout19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5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BFEA4045-3076-40ED-9635-83804298AA79}" type="slidenum">
              <a:t>&lt;#&gt;</a:t>
            </a:fld>
          </a:p>
        </p:txBody>
      </p:sp>
    </p:spTree>
  </p:cSld>
</p:sldLayout>
</file>

<file path=ppt/slideLayouts/slideLayout19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6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6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6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F018EB80-2257-4CA3-92E6-A078A1CD27B5}" type="slidenum">
              <a:t>&lt;#&gt;</a:t>
            </a:fld>
          </a:p>
        </p:txBody>
      </p:sp>
    </p:spTree>
  </p:cSld>
</p:sldLayout>
</file>

<file path=ppt/slideLayouts/slideLayout19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6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6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6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7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7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3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31"/>
          </p:nvPr>
        </p:nvSpPr>
        <p:spPr/>
        <p:txBody>
          <a:bodyPr/>
          <a:p>
            <a:fld id="{D786A651-0D99-46C3-8B81-D2CFAD2B06DA}" type="slidenum">
              <a:t>&lt;#&gt;</a:t>
            </a:fld>
          </a:p>
        </p:txBody>
      </p:sp>
    </p:spTree>
  </p:cSld>
</p:sldLayout>
</file>

<file path=ppt/slideLayouts/slideLayout19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7FD20DCF-EEAE-4DFE-9880-8153ADA3642D}" type="slidenum">
              <a:t>&lt;#&gt;</a:t>
            </a:fld>
          </a:p>
        </p:txBody>
      </p:sp>
    </p:spTree>
  </p:cSld>
</p:sldLayout>
</file>

<file path=ppt/slideLayouts/slideLayout19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7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A56DB156-0143-405B-9156-A5668BFD7A84}" type="slidenum">
              <a:t>&lt;#&gt;</a:t>
            </a:fld>
          </a:p>
        </p:txBody>
      </p:sp>
    </p:spTree>
  </p:cSld>
</p:sldLayout>
</file>

<file path=ppt/slideLayouts/slideLayout19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1148D191-DF95-4CDF-B8DF-B6F2896FA431}" type="slidenum">
              <a:t>&lt;#&gt;</a:t>
            </a:fld>
          </a:p>
        </p:txBody>
      </p:sp>
    </p:spTree>
  </p:cSld>
</p:sldLayout>
</file>

<file path=ppt/slideLayouts/slideLayout19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0975354B-6795-4A44-8F88-514CD6671981}" type="slidenum">
              <a:t>&lt;#&gt;</a:t>
            </a:fld>
          </a:p>
        </p:txBody>
      </p:sp>
    </p:spTree>
  </p:cSld>
</p:sldLayout>
</file>

<file path=ppt/slideLayouts/slideLayout19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C23C28A7-6DF5-4897-9993-4B8039E5B30C}" type="slidenum">
              <a:t>&lt;#&gt;</a:t>
            </a:fld>
          </a:p>
        </p:txBody>
      </p:sp>
    </p:spTree>
  </p:cSld>
</p:sldLayout>
</file>

<file path=ppt/slideLayouts/slideLayout19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4DFA15ED-2A9A-4493-BCD1-8C75B6BA7F0F}" type="slidenum">
              <a:t>&lt;#&gt;</a:t>
            </a:fld>
          </a:p>
        </p:txBody>
      </p:sp>
    </p:spTree>
  </p:cSld>
</p:sldLayout>
</file>

<file path=ppt/slideLayouts/slideLayout19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8DF25983-94E9-4273-94C0-B08DA1E102DC}" type="slidenum">
              <a:t>&lt;#&gt;</a:t>
            </a:fld>
          </a:p>
        </p:txBody>
      </p:sp>
    </p:spTree>
  </p:cSld>
</p:sldLayout>
</file>

<file path=ppt/slideLayouts/slideLayout19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9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D15004D6-D51E-4E8F-90F2-3E724A3F20B5}" type="slidenum">
              <a:t>&lt;#&gt;</a:t>
            </a:fld>
          </a:p>
        </p:txBody>
      </p:sp>
    </p:spTree>
  </p:cSld>
</p:sldLayout>
</file>

<file path=ppt/slideLayouts/slideLayout19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9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93684C0D-E9AE-457C-99C7-772F7B36C582}" type="slidenum">
              <a:t>&lt;#&gt;</a:t>
            </a:fld>
          </a:p>
        </p:txBody>
      </p:sp>
    </p:spTree>
  </p:cSld>
</p:sldLayout>
</file>

<file path=ppt/slideLayouts/slideLayout19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9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B487C00E-3E23-4359-9482-764B267FC589}" type="slidenum">
              <a:t>&lt;#&gt;</a:t>
            </a:fld>
          </a:p>
        </p:txBody>
      </p:sp>
    </p:spTree>
  </p:cSld>
</p:sldLayout>
</file>

<file path=ppt/slideLayouts/slideLayout19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0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0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35DB6E04-CDB0-4688-AF40-4A8C9AA5B5D0}" type="slidenum">
              <a:t>&lt;#&gt;</a:t>
            </a:fld>
          </a:p>
        </p:txBody>
      </p:sp>
    </p:spTree>
  </p:cSld>
</p:sldLayout>
</file>

<file path=ppt/slideLayouts/slideLayout19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0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0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0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1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1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32"/>
          </p:nvPr>
        </p:nvSpPr>
        <p:spPr/>
        <p:txBody>
          <a:bodyPr/>
          <a:p>
            <a:fld id="{65B2E0D0-829D-4F25-A80E-B42713385DAD}" type="slidenum">
              <a:t>&lt;#&gt;</a:t>
            </a:fld>
          </a:p>
        </p:txBody>
      </p:sp>
    </p:spTree>
  </p:cSld>
</p:sldLayout>
</file>

<file path=ppt/slideLayouts/slideLayout19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19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1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19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19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2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3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3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4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4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4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4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4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5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5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5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6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7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8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8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9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9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9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9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9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3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0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94EF42D9-1CDF-4A41-A902-50EC71430643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0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ADC9063D-B667-4E10-9426-AA28CAB582D2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33977D2D-7E2C-4422-9CDF-A167FC615594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E7E44876-794A-4CB5-BF58-5AAB70CC6F94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5CBFBF3C-0A97-4AB6-A257-9D20F7F588CB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24421FA3-90AB-439F-AD0B-993DF8CB3B99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F8FEF0CB-9A70-4E34-AEDC-349DEE92C074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2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B9C3FE79-7DF6-42A8-BA68-3140B6A87AED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2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4FF676EA-6F71-4383-9F4C-3340C657B391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2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CD9F2388-18D7-4C24-97D8-4924BF143F5F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3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16692E76-4660-49B6-B6BC-15BA765A5F30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3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3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3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3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3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3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36"/>
          </p:nvPr>
        </p:nvSpPr>
        <p:spPr/>
        <p:txBody>
          <a:bodyPr/>
          <a:p>
            <a:fld id="{31256692-E5A1-49D3-BEFC-BF4A6787199E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234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0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B6C7CD7E-38B9-423E-899F-181C0E50713C}" type="slidenum">
              <a:t>&lt;#&gt;</a:t>
            </a:fld>
          </a:p>
        </p:txBody>
      </p:sp>
    </p:spTree>
  </p:cSld>
</p:sldLayout>
</file>

<file path=ppt/slideLayouts/slideLayout20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4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A590450C-29FF-4AD0-B80A-7E4172E84434}" type="slidenum">
              <a:t>&lt;#&gt;</a:t>
            </a:fld>
          </a:p>
        </p:txBody>
      </p:sp>
    </p:spTree>
  </p:cSld>
</p:sldLayout>
</file>

<file path=ppt/slideLayouts/slideLayout20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665F8DD1-BF0C-4171-9F54-3061EF20D260}" type="slidenum">
              <a:t>&lt;#&gt;</a:t>
            </a:fld>
          </a:p>
        </p:txBody>
      </p:sp>
    </p:spTree>
  </p:cSld>
</p:sldLayout>
</file>

<file path=ppt/slideLayouts/slideLayout20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5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1F2617F8-E1C9-4B07-9186-4508A3D33B42}" type="slidenum">
              <a:t>&lt;#&gt;</a:t>
            </a:fld>
          </a:p>
        </p:txBody>
      </p:sp>
    </p:spTree>
  </p:cSld>
</p:sldLayout>
</file>

<file path=ppt/slideLayouts/slideLayout20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F916A494-0C79-4811-9687-DC4184B34322}" type="slidenum">
              <a:t>&lt;#&gt;</a:t>
            </a:fld>
          </a:p>
        </p:txBody>
      </p:sp>
    </p:spTree>
  </p:cSld>
</p:sldLayout>
</file>

<file path=ppt/slideLayouts/slideLayout20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A39B58A0-ACF4-4633-BE5D-A499147F1821}" type="slidenum">
              <a:t>&lt;#&gt;</a:t>
            </a:fld>
          </a:p>
        </p:txBody>
      </p:sp>
    </p:spTree>
  </p:cSld>
</p:sldLayout>
</file>

<file path=ppt/slideLayouts/slideLayout20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5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5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222D774C-3B53-446C-B9CA-F2FAF3FD3EBB}" type="slidenum">
              <a:t>&lt;#&gt;</a:t>
            </a:fld>
          </a:p>
        </p:txBody>
      </p:sp>
    </p:spTree>
  </p:cSld>
</p:sldLayout>
</file>

<file path=ppt/slideLayouts/slideLayout20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6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1B0811FC-BDEB-4205-BD71-0231602596A3}" type="slidenum">
              <a:t>&lt;#&gt;</a:t>
            </a:fld>
          </a:p>
        </p:txBody>
      </p:sp>
    </p:spTree>
  </p:cSld>
</p:sldLayout>
</file>

<file path=ppt/slideLayouts/slideLayout20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211E8DB5-1DC5-4174-ACFD-455579BBA401}" type="slidenum">
              <a:t>&lt;#&gt;</a:t>
            </a:fld>
          </a:p>
        </p:txBody>
      </p:sp>
    </p:spTree>
  </p:cSld>
</p:sldLayout>
</file>

<file path=ppt/slideLayouts/slideLayout20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6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48D8AB7A-00BD-41AF-8B0C-66BB31B1C406}" type="slidenum">
              <a:t>&lt;#&gt;</a:t>
            </a:fld>
          </a:p>
        </p:txBody>
      </p:sp>
    </p:spTree>
  </p:cSld>
</p:sldLayout>
</file>

<file path=ppt/slideLayouts/slideLayout20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7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7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1814E14D-6D45-4405-AFDC-E4E9679CF327}" type="slidenum">
              <a:t>&lt;#&gt;</a:t>
            </a:fld>
          </a:p>
        </p:txBody>
      </p:sp>
    </p:spTree>
  </p:cSld>
</p:sldLayout>
</file>

<file path=ppt/slideLayouts/slideLayout20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7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7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7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8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8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37"/>
          </p:nvPr>
        </p:nvSpPr>
        <p:spPr/>
        <p:txBody>
          <a:bodyPr/>
          <a:p>
            <a:fld id="{ED530011-25A5-4EF4-90ED-C437B8BCD68E}" type="slidenum">
              <a:t>&lt;#&gt;</a:t>
            </a:fld>
          </a:p>
        </p:txBody>
      </p:sp>
    </p:spTree>
  </p:cSld>
</p:sldLayout>
</file>

<file path=ppt/slideLayouts/slideLayout20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02EEAAA1-6F6D-4B8B-B42D-E3BC30900BD7}" type="slidenum">
              <a:t>&lt;#&gt;</a:t>
            </a:fld>
          </a:p>
        </p:txBody>
      </p:sp>
    </p:spTree>
  </p:cSld>
</p:sldLayout>
</file>

<file path=ppt/slideLayouts/slideLayout20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8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7DAA273C-CB8D-4D19-8109-BD5F5C51D451}" type="slidenum">
              <a:t>&lt;#&gt;</a:t>
            </a:fld>
          </a:p>
        </p:txBody>
      </p:sp>
    </p:spTree>
  </p:cSld>
</p:sldLayout>
</file>

<file path=ppt/slideLayouts/slideLayout20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883C46C5-B3E7-431A-A117-E560AD8349A3}" type="slidenum">
              <a:t>&lt;#&gt;</a:t>
            </a:fld>
          </a:p>
        </p:txBody>
      </p:sp>
    </p:spTree>
  </p:cSld>
</p:sldLayout>
</file>

<file path=ppt/slideLayouts/slideLayout20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143444C9-DE08-49DE-8C60-D7E64A116C2F}" type="slidenum">
              <a:t>&lt;#&gt;</a:t>
            </a:fld>
          </a:p>
        </p:txBody>
      </p:sp>
    </p:spTree>
  </p:cSld>
</p:sldLayout>
</file>

<file path=ppt/slideLayouts/slideLayout20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B189CA2F-69A0-4755-AE21-B73D821E2152}" type="slidenum">
              <a:t>&lt;#&gt;</a:t>
            </a:fld>
          </a:p>
        </p:txBody>
      </p:sp>
    </p:spTree>
  </p:cSld>
</p:sldLayout>
</file>

<file path=ppt/slideLayouts/slideLayout20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26688D8F-D93A-4585-A82A-CACB9D46D727}" type="slidenum">
              <a:t>&lt;#&gt;</a:t>
            </a:fld>
          </a:p>
        </p:txBody>
      </p:sp>
    </p:spTree>
  </p:cSld>
</p:sldLayout>
</file>

<file path=ppt/slideLayouts/slideLayout20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0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E01BE26F-5112-45BF-B731-959ABAB97A3B}" type="slidenum">
              <a:t>&lt;#&gt;</a:t>
            </a:fld>
          </a:p>
        </p:txBody>
      </p:sp>
    </p:spTree>
  </p:cSld>
</p:sldLayout>
</file>

<file path=ppt/slideLayouts/slideLayout20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0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96227B3C-AD88-44FD-8113-0BC316E9F706}" type="slidenum">
              <a:t>&lt;#&gt;</a:t>
            </a:fld>
          </a:p>
        </p:txBody>
      </p:sp>
    </p:spTree>
  </p:cSld>
</p:sldLayout>
</file>

<file path=ppt/slideLayouts/slideLayout20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0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22F9A53A-00D6-4E09-A2A7-81DFC5D2A190}" type="slidenum">
              <a:t>&lt;#&gt;</a:t>
            </a:fld>
          </a:p>
        </p:txBody>
      </p:sp>
    </p:spTree>
  </p:cSld>
</p:sldLayout>
</file>

<file path=ppt/slideLayouts/slideLayout20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1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D39A9CE5-7943-4945-B133-903523E7EE34}" type="slidenum">
              <a:t>&lt;#&gt;</a:t>
            </a:fld>
          </a:p>
        </p:txBody>
      </p:sp>
    </p:spTree>
  </p:cSld>
</p:sldLayout>
</file>

<file path=ppt/slideLayouts/slideLayout20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1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1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BE0AFE31-03C2-4D50-BE58-69D6E144CAD6}" type="slidenum">
              <a:t>&lt;#&gt;</a:t>
            </a:fld>
          </a:p>
        </p:txBody>
      </p:sp>
    </p:spTree>
  </p:cSld>
</p:sldLayout>
</file>

<file path=ppt/slideLayouts/slideLayout20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1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2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2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2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2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38"/>
          </p:nvPr>
        </p:nvSpPr>
        <p:spPr/>
        <p:txBody>
          <a:bodyPr/>
          <a:p>
            <a:fld id="{C35E65E5-0CCE-4E95-89DE-8EAB36FF7052}" type="slidenum">
              <a:t>&lt;#&gt;</a:t>
            </a:fld>
          </a:p>
        </p:txBody>
      </p:sp>
    </p:spTree>
  </p:cSld>
</p:sldLayout>
</file>

<file path=ppt/slideLayouts/slideLayout20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7580EC21-1D9A-4BCC-8B06-1867C118E3B3}" type="slidenum">
              <a:t>&lt;#&gt;</a:t>
            </a:fld>
          </a:p>
        </p:txBody>
      </p:sp>
    </p:spTree>
  </p:cSld>
</p:sldLayout>
</file>

<file path=ppt/slideLayouts/slideLayout20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3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57DAA33A-907C-4C2A-A6AD-1A12B54BD233}" type="slidenum">
              <a:t>&lt;#&gt;</a:t>
            </a:fld>
          </a:p>
        </p:txBody>
      </p:sp>
    </p:spTree>
  </p:cSld>
</p:sldLayout>
</file>

<file path=ppt/slideLayouts/slideLayout20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FE358A9A-426A-4DAF-87E1-FC5BA6BF7E8B}" type="slidenum">
              <a:t>&lt;#&gt;</a:t>
            </a:fld>
          </a:p>
        </p:txBody>
      </p:sp>
    </p:spTree>
  </p:cSld>
</p:sldLayout>
</file>

<file path=ppt/slideLayouts/slideLayout20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623364BA-AD2C-4C40-B368-5FA5672F71D0}" type="slidenum">
              <a:t>&lt;#&gt;</a:t>
            </a:fld>
          </a:p>
        </p:txBody>
      </p:sp>
    </p:spTree>
  </p:cSld>
</p:sldLayout>
</file>

<file path=ppt/slideLayouts/slideLayout20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DA8EA796-0148-4364-8386-46E92EAC9317}" type="slidenum">
              <a:t>&lt;#&gt;</a:t>
            </a:fld>
          </a:p>
        </p:txBody>
      </p:sp>
    </p:spTree>
  </p:cSld>
</p:sldLayout>
</file>

<file path=ppt/slideLayouts/slideLayout20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2B10FAB7-5FD5-4972-BA04-939E3ACFA93E}" type="slidenum">
              <a:t>&lt;#&gt;</a:t>
            </a:fld>
          </a:p>
        </p:txBody>
      </p:sp>
    </p:spTree>
  </p:cSld>
</p:sldLayout>
</file>

<file path=ppt/slideLayouts/slideLayout20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38411CE4-34C6-4FE9-B818-009690EE1A95}" type="slidenum">
              <a:t>&lt;#&gt;</a:t>
            </a:fld>
          </a:p>
        </p:txBody>
      </p:sp>
    </p:spTree>
  </p:cSld>
</p:sldLayout>
</file>

<file path=ppt/slideLayouts/slideLayout20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4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6BC49B8D-0EFD-470F-B636-0C7B0A5E38B9}" type="slidenum">
              <a:t>&lt;#&gt;</a:t>
            </a:fld>
          </a:p>
        </p:txBody>
      </p:sp>
    </p:spTree>
  </p:cSld>
</p:sldLayout>
</file>

<file path=ppt/slideLayouts/slideLayout20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5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00FFD70A-7FFB-46F9-9726-F4B20C0A3402}" type="slidenum">
              <a:t>&lt;#&gt;</a:t>
            </a:fld>
          </a:p>
        </p:txBody>
      </p:sp>
    </p:spTree>
  </p:cSld>
</p:sldLayout>
</file>

<file path=ppt/slideLayouts/slideLayout20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5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6B54C162-3C79-446C-8F0A-A6C74ACCDA97}" type="slidenum">
              <a:t>&lt;#&gt;</a:t>
            </a:fld>
          </a:p>
        </p:txBody>
      </p:sp>
    </p:spTree>
  </p:cSld>
</p:sldLayout>
</file>

<file path=ppt/slideLayouts/slideLayout20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5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386E01EF-6C95-4076-A642-31300668CC45}" type="slidenum">
              <a:t>&lt;#&gt;</a:t>
            </a:fld>
          </a:p>
        </p:txBody>
      </p:sp>
    </p:spTree>
  </p:cSld>
</p:sldLayout>
</file>

<file path=ppt/slideLayouts/slideLayout20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6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6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6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6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6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39"/>
          </p:nvPr>
        </p:nvSpPr>
        <p:spPr/>
        <p:txBody>
          <a:bodyPr/>
          <a:p>
            <a:fld id="{C59C690D-08EA-44C3-8A72-55BB55C79D89}" type="slidenum">
              <a:t>&lt;#&gt;</a:t>
            </a:fld>
          </a:p>
        </p:txBody>
      </p:sp>
    </p:spTree>
  </p:cSld>
</p:sldLayout>
</file>

<file path=ppt/slideLayouts/slideLayout20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86AAB1D9-1D54-4A87-832E-A2760E70439A}" type="slidenum">
              <a:t>&lt;#&gt;</a:t>
            </a:fld>
          </a:p>
        </p:txBody>
      </p:sp>
    </p:spTree>
  </p:cSld>
</p:sldLayout>
</file>

<file path=ppt/slideLayouts/slideLayout20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7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7ED126BD-860D-4885-896F-DB3910CB2CEF}" type="slidenum">
              <a:t>&lt;#&gt;</a:t>
            </a:fld>
          </a:p>
        </p:txBody>
      </p:sp>
    </p:spTree>
  </p:cSld>
</p:sldLayout>
</file>

<file path=ppt/slideLayouts/slideLayout20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3254385D-B998-4860-9349-D7797FA5A43D}" type="slidenum">
              <a:t>&lt;#&gt;</a:t>
            </a:fld>
          </a:p>
        </p:txBody>
      </p:sp>
    </p:spTree>
  </p:cSld>
</p:sldLayout>
</file>

<file path=ppt/slideLayouts/slideLayout20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960F060A-077F-4D76-AC66-0F26349237C4}" type="slidenum">
              <a:t>&lt;#&gt;</a:t>
            </a:fld>
          </a:p>
        </p:txBody>
      </p:sp>
    </p:spTree>
  </p:cSld>
</p:sldLayout>
</file>

<file path=ppt/slideLayouts/slideLayout20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A8DA28C7-C9DC-47E3-B765-9C7CB6CB5ED5}" type="slidenum">
              <a:t>&lt;#&gt;</a:t>
            </a:fld>
          </a:p>
        </p:txBody>
      </p:sp>
    </p:spTree>
  </p:cSld>
</p:sldLayout>
</file>

<file path=ppt/slideLayouts/slideLayout20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8D160791-4643-4247-AAA9-0DA398589A11}" type="slidenum">
              <a:t>&lt;#&gt;</a:t>
            </a:fld>
          </a:p>
        </p:txBody>
      </p:sp>
    </p:spTree>
  </p:cSld>
</p:sldLayout>
</file>

<file path=ppt/slideLayouts/slideLayout20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8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F752B80E-A975-4727-BF01-FA690435FCEB}" type="slidenum">
              <a:t>&lt;#&gt;</a:t>
            </a:fld>
          </a:p>
        </p:txBody>
      </p:sp>
    </p:spTree>
  </p:cSld>
</p:sldLayout>
</file>

<file path=ppt/slideLayouts/slideLayout20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8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25C87576-44AB-41B6-A65F-DAA0D0AA1B91}" type="slidenum">
              <a:t>&lt;#&gt;</a:t>
            </a:fld>
          </a:p>
        </p:txBody>
      </p:sp>
    </p:spTree>
  </p:cSld>
</p:sldLayout>
</file>

<file path=ppt/slideLayouts/slideLayout20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9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E98AE78A-C98A-4E38-944B-D478C66069D0}" type="slidenum">
              <a:t>&lt;#&gt;</a:t>
            </a:fld>
          </a:p>
        </p:txBody>
      </p:sp>
    </p:spTree>
  </p:cSld>
</p:sldLayout>
</file>

<file path=ppt/slideLayouts/slideLayout20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9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4B53814F-C99F-48C1-8A98-392425417B7B}" type="slidenum">
              <a:t>&lt;#&gt;</a:t>
            </a:fld>
          </a:p>
        </p:txBody>
      </p:sp>
    </p:spTree>
  </p:cSld>
</p:sldLayout>
</file>

<file path=ppt/slideLayouts/slideLayout20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0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0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DFDF166E-1C34-41D8-AC04-4068A41C3C88}" type="slidenum">
              <a:t>&lt;#&gt;</a:t>
            </a:fld>
          </a:p>
        </p:txBody>
      </p:sp>
    </p:spTree>
  </p:cSld>
</p:sldLayout>
</file>

<file path=ppt/slideLayouts/slideLayout20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0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0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0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0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0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4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41"/>
          </p:nvPr>
        </p:nvSpPr>
        <p:spPr/>
        <p:txBody>
          <a:bodyPr/>
          <a:p>
            <a:fld id="{C3520733-437F-48B1-A539-F44D0FD6E165}" type="slidenum">
              <a:t>&lt;#&gt;</a:t>
            </a:fld>
          </a:p>
        </p:txBody>
      </p:sp>
    </p:spTree>
  </p:cSld>
</p:sldLayout>
</file>

<file path=ppt/slideLayouts/slideLayout20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1979483D-283B-4132-A682-C8EC1E487905}" type="slidenum">
              <a:t>&lt;#&gt;</a:t>
            </a:fld>
          </a:p>
        </p:txBody>
      </p:sp>
    </p:spTree>
  </p:cSld>
</p:sldLayout>
</file>

<file path=ppt/slideLayouts/slideLayout20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1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9C07FE60-83FD-44DD-B59C-954F7A58DF8F}" type="slidenum">
              <a:t>&lt;#&gt;</a:t>
            </a:fld>
          </a:p>
        </p:txBody>
      </p:sp>
    </p:spTree>
  </p:cSld>
</p:sldLayout>
</file>

<file path=ppt/slideLayouts/slideLayout20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87D063C8-8CB2-4E1B-AC9E-AD984275E0BC}" type="slidenum">
              <a:t>&lt;#&gt;</a:t>
            </a:fld>
          </a:p>
        </p:txBody>
      </p:sp>
    </p:spTree>
  </p:cSld>
</p:sldLayout>
</file>

<file path=ppt/slideLayouts/slideLayout20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6D777065-0BB4-4773-BF8A-E30C34145802}" type="slidenum">
              <a:t>&lt;#&gt;</a:t>
            </a:fld>
          </a:p>
        </p:txBody>
      </p:sp>
    </p:spTree>
  </p:cSld>
</p:sldLayout>
</file>

<file path=ppt/slideLayouts/slideLayout20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F77BA5D8-E70E-4E89-8871-02BE33C93EB2}" type="slidenum">
              <a:t>&lt;#&gt;</a:t>
            </a:fld>
          </a:p>
        </p:txBody>
      </p:sp>
    </p:spTree>
  </p:cSld>
</p:sldLayout>
</file>

<file path=ppt/slideLayouts/slideLayout20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90F7D755-5578-4C19-A36E-2ED99022DC72}" type="slidenum">
              <a:t>&lt;#&gt;</a:t>
            </a:fld>
          </a:p>
        </p:txBody>
      </p:sp>
    </p:spTree>
  </p:cSld>
</p:sldLayout>
</file>

<file path=ppt/slideLayouts/slideLayout20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2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ED439963-B1CF-4361-81EA-CF892487C67E}" type="slidenum">
              <a:t>&lt;#&gt;</a:t>
            </a:fld>
          </a:p>
        </p:txBody>
      </p:sp>
    </p:spTree>
  </p:cSld>
</p:sldLayout>
</file>

<file path=ppt/slideLayouts/slideLayout20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2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96DC76C8-456F-4AC5-A361-D9E33D982D95}" type="slidenum">
              <a:t>&lt;#&gt;</a:t>
            </a:fld>
          </a:p>
        </p:txBody>
      </p:sp>
    </p:spTree>
  </p:cSld>
</p:sldLayout>
</file>

<file path=ppt/slideLayouts/slideLayout20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34D8A176-8065-4B19-A59B-D63FFBC9824D}" type="slidenum">
              <a:t>&lt;#&gt;</a:t>
            </a:fld>
          </a:p>
        </p:txBody>
      </p:sp>
    </p:spTree>
  </p:cSld>
</p:sldLayout>
</file>

<file path=ppt/slideLayouts/slideLayout20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3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E8516A13-70A4-47BB-88D2-F0D0A2BB1407}" type="slidenum">
              <a:t>&lt;#&gt;</a:t>
            </a:fld>
          </a:p>
        </p:txBody>
      </p:sp>
    </p:spTree>
  </p:cSld>
</p:sldLayout>
</file>

<file path=ppt/slideLayouts/slideLayout20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3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4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4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14F02C3E-1DE0-44DF-91E5-FF6B617CAD50}" type="slidenum">
              <a:t>&lt;#&gt;</a:t>
            </a:fld>
          </a:p>
        </p:txBody>
      </p:sp>
    </p:spTree>
  </p:cSld>
</p:sldLayout>
</file>

<file path=ppt/slideLayouts/slideLayout20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4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4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4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4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4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42"/>
          </p:nvPr>
        </p:nvSpPr>
        <p:spPr/>
        <p:txBody>
          <a:bodyPr/>
          <a:p>
            <a:fld id="{429A81D8-D232-44B3-B584-53CF17C65C03}" type="slidenum">
              <a:t>&lt;#&gt;</a:t>
            </a:fld>
          </a:p>
        </p:txBody>
      </p:sp>
    </p:spTree>
  </p:cSld>
</p:sldLayout>
</file>

<file path=ppt/slideLayouts/slideLayout20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0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5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0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7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7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7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0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8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8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8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8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8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8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414D82B9-CFCE-406D-911F-9059D6570E76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0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F80BAE63-B000-481E-82D9-030FFBA45D18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8F270C4E-B917-4C8B-9D26-3AC96F7EFEFE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AFCB8938-0318-4B51-BF5D-1D289CD10576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9FF0BA8B-5B29-4DB1-B0EA-91CE731F56A0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6D449D1A-B4C4-4432-AC40-72E36C2F99F8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9B1149DA-A118-4656-9B63-446571014F4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1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AAD3B200-E816-49AB-9AE6-A79D8769B5D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1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1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25C56C6F-F0AA-46BF-A446-B3FFAD9FBD88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2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D9C38702-713C-4C44-87F4-D6C8A084CD2B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2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DF859580-005C-4470-A6BB-3328A424C47B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3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3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3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3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3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4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45"/>
          </p:nvPr>
        </p:nvSpPr>
        <p:spPr/>
        <p:txBody>
          <a:bodyPr/>
          <a:p>
            <a:fld id="{C75D950B-09E9-471A-BCCA-989AB68DF00E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24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9095FD27-D94B-44CC-8C50-9028479C12B5}" type="slidenum">
              <a:t>&lt;#&gt;</a:t>
            </a:fld>
          </a:p>
        </p:txBody>
      </p:sp>
    </p:spTree>
  </p:cSld>
</p:sldLayout>
</file>

<file path=ppt/slideLayouts/slideLayout21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4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CD083E12-E507-472B-9749-49058A067A15}" type="slidenum">
              <a:t>&lt;#&gt;</a:t>
            </a:fld>
          </a:p>
        </p:txBody>
      </p:sp>
    </p:spTree>
  </p:cSld>
</p:sldLayout>
</file>

<file path=ppt/slideLayouts/slideLayout21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3CF222B8-C677-4797-9075-F3B9B478204D}" type="slidenum">
              <a:t>&lt;#&gt;</a:t>
            </a:fld>
          </a:p>
        </p:txBody>
      </p:sp>
    </p:spTree>
  </p:cSld>
</p:sldLayout>
</file>

<file path=ppt/slideLayouts/slideLayout21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5400680E-8AAC-4114-8C92-FF1C5D2BB5BD}" type="slidenum">
              <a:t>&lt;#&gt;</a:t>
            </a:fld>
          </a:p>
        </p:txBody>
      </p:sp>
    </p:spTree>
  </p:cSld>
</p:sldLayout>
</file>

<file path=ppt/slideLayouts/slideLayout21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9FA35D32-C836-43BA-893D-9D0FA9F13643}" type="slidenum">
              <a:t>&lt;#&gt;</a:t>
            </a:fld>
          </a:p>
        </p:txBody>
      </p:sp>
    </p:spTree>
  </p:cSld>
</p:sldLayout>
</file>

<file path=ppt/slideLayouts/slideLayout21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51FCA425-A799-41C1-B2D4-9ECBE2D06D05}" type="slidenum">
              <a:t>&lt;#&gt;</a:t>
            </a:fld>
          </a:p>
        </p:txBody>
      </p:sp>
    </p:spTree>
  </p:cSld>
</p:sldLayout>
</file>

<file path=ppt/slideLayouts/slideLayout21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5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5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A4C11C83-A172-4005-AF70-1B541604695E}" type="slidenum">
              <a:t>&lt;#&gt;</a:t>
            </a:fld>
          </a:p>
        </p:txBody>
      </p:sp>
    </p:spTree>
  </p:cSld>
</p:sldLayout>
</file>

<file path=ppt/slideLayouts/slideLayout21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5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23EB8AF7-0E40-43EF-9116-EA8870AD4320}" type="slidenum">
              <a:t>&lt;#&gt;</a:t>
            </a:fld>
          </a:p>
        </p:txBody>
      </p:sp>
    </p:spTree>
  </p:cSld>
</p:sldLayout>
</file>

<file path=ppt/slideLayouts/slideLayout21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84FA236B-3725-4890-A713-5607592B70CD}" type="slidenum">
              <a:t>&lt;#&gt;</a:t>
            </a:fld>
          </a:p>
        </p:txBody>
      </p:sp>
    </p:spTree>
  </p:cSld>
</p:sldLayout>
</file>

<file path=ppt/slideLayouts/slideLayout21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6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D6736B04-B73B-4E90-B556-1B4905BDB5D6}" type="slidenum">
              <a:t>&lt;#&gt;</a:t>
            </a:fld>
          </a:p>
        </p:txBody>
      </p:sp>
    </p:spTree>
  </p:cSld>
</p:sldLayout>
</file>

<file path=ppt/slideLayouts/slideLayout21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6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6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BA7D8308-DDAA-4F1A-A563-3114DEF9CB20}" type="slidenum">
              <a:t>&lt;#&gt;</a:t>
            </a:fld>
          </a:p>
        </p:txBody>
      </p:sp>
    </p:spTree>
  </p:cSld>
</p:sldLayout>
</file>

<file path=ppt/slideLayouts/slideLayout21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7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7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7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7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7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46"/>
          </p:nvPr>
        </p:nvSpPr>
        <p:spPr/>
        <p:txBody>
          <a:bodyPr/>
          <a:p>
            <a:fld id="{0923CE8D-722B-4777-89C4-63ABF01AE7D0}" type="slidenum">
              <a:t>&lt;#&gt;</a:t>
            </a:fld>
          </a:p>
        </p:txBody>
      </p:sp>
    </p:spTree>
  </p:cSld>
</p:sldLayout>
</file>

<file path=ppt/slideLayouts/slideLayout21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C91D7AC2-35AA-4D55-AA55-154A35248B06}" type="slidenum">
              <a:t>&lt;#&gt;</a:t>
            </a:fld>
          </a:p>
        </p:txBody>
      </p:sp>
    </p:spTree>
  </p:cSld>
</p:sldLayout>
</file>

<file path=ppt/slideLayouts/slideLayout21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8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C7F97760-CD1F-41C1-BBB0-64C81B679B4A}" type="slidenum">
              <a:t>&lt;#&gt;</a:t>
            </a:fld>
          </a:p>
        </p:txBody>
      </p:sp>
    </p:spTree>
  </p:cSld>
</p:sldLayout>
</file>

<file path=ppt/slideLayouts/slideLayout21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BCA1E232-6E5F-4D0C-AC2B-9963BA1489B8}" type="slidenum">
              <a:t>&lt;#&gt;</a:t>
            </a:fld>
          </a:p>
        </p:txBody>
      </p:sp>
    </p:spTree>
  </p:cSld>
</p:sldLayout>
</file>

<file path=ppt/slideLayouts/slideLayout21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42D08A62-1D68-4A32-B673-DAB95668C05B}" type="slidenum">
              <a:t>&lt;#&gt;</a:t>
            </a:fld>
          </a:p>
        </p:txBody>
      </p:sp>
    </p:spTree>
  </p:cSld>
</p:sldLayout>
</file>

<file path=ppt/slideLayouts/slideLayout21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FA7B9A12-546B-4722-B33D-2225C77B80EF}" type="slidenum">
              <a:t>&lt;#&gt;</a:t>
            </a:fld>
          </a:p>
        </p:txBody>
      </p:sp>
    </p:spTree>
  </p:cSld>
</p:sldLayout>
</file>

<file path=ppt/slideLayouts/slideLayout21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E81BA8D7-94E0-4B27-A625-5A81255F0944}" type="slidenum">
              <a:t>&lt;#&gt;</a:t>
            </a:fld>
          </a:p>
        </p:txBody>
      </p:sp>
    </p:spTree>
  </p:cSld>
</p:sldLayout>
</file>

<file path=ppt/slideLayouts/slideLayout21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9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24E29DAA-30C1-4DB0-8CB6-EF4D0E9FBCB2}" type="slidenum">
              <a:t>&lt;#&gt;</a:t>
            </a:fld>
          </a:p>
        </p:txBody>
      </p:sp>
    </p:spTree>
  </p:cSld>
</p:sldLayout>
</file>

<file path=ppt/slideLayouts/slideLayout21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9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CBCAFDE7-BA78-4D25-915F-BA61092AE180}" type="slidenum">
              <a:t>&lt;#&gt;</a:t>
            </a:fld>
          </a:p>
        </p:txBody>
      </p:sp>
    </p:spTree>
  </p:cSld>
</p:sldLayout>
</file>

<file path=ppt/slideLayouts/slideLayout21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0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9E2CC51D-50C7-4371-A1D8-E48A8AD65341}" type="slidenum">
              <a:t>&lt;#&gt;</a:t>
            </a:fld>
          </a:p>
        </p:txBody>
      </p:sp>
    </p:spTree>
  </p:cSld>
</p:sldLayout>
</file>

<file path=ppt/slideLayouts/slideLayout21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0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CDAB5FAE-57ED-4A67-811A-B41DC737C131}" type="slidenum">
              <a:t>&lt;#&gt;</a:t>
            </a:fld>
          </a:p>
        </p:txBody>
      </p:sp>
    </p:spTree>
  </p:cSld>
</p:sldLayout>
</file>

<file path=ppt/slideLayouts/slideLayout21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0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1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1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07F6F14B-E378-4657-893A-FD3D2F0F933B}" type="slidenum">
              <a:t>&lt;#&gt;</a:t>
            </a:fld>
          </a:p>
        </p:txBody>
      </p:sp>
    </p:spTree>
  </p:cSld>
</p:sldLayout>
</file>

<file path=ppt/slideLayouts/slideLayout21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1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1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1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1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1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47"/>
          </p:nvPr>
        </p:nvSpPr>
        <p:spPr/>
        <p:txBody>
          <a:bodyPr/>
          <a:p>
            <a:fld id="{6F0D74B1-35B9-4FA3-92B8-332BE45BE2AC}" type="slidenum">
              <a:t>&lt;#&gt;</a:t>
            </a:fld>
          </a:p>
        </p:txBody>
      </p:sp>
    </p:spTree>
  </p:cSld>
</p:sldLayout>
</file>

<file path=ppt/slideLayouts/slideLayout21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CC43C336-71FB-474A-A9F3-D43DBC289807}" type="slidenum">
              <a:t>&lt;#&gt;</a:t>
            </a:fld>
          </a:p>
        </p:txBody>
      </p:sp>
    </p:spTree>
  </p:cSld>
</p:sldLayout>
</file>

<file path=ppt/slideLayouts/slideLayout21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2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2ACEE0F4-049F-4D7B-8189-BA8EAAF320FA}" type="slidenum">
              <a:t>&lt;#&gt;</a:t>
            </a:fld>
          </a:p>
        </p:txBody>
      </p:sp>
    </p:spTree>
  </p:cSld>
</p:sldLayout>
</file>

<file path=ppt/slideLayouts/slideLayout21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86205FA6-3E79-4B3B-8EAD-AB027606094F}" type="slidenum">
              <a:t>&lt;#&gt;</a:t>
            </a:fld>
          </a:p>
        </p:txBody>
      </p:sp>
    </p:spTree>
  </p:cSld>
</p:sldLayout>
</file>

<file path=ppt/slideLayouts/slideLayout21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CB543FC1-2A1D-4E5E-A3D6-73226B7D15C0}" type="slidenum">
              <a:t>&lt;#&gt;</a:t>
            </a:fld>
          </a:p>
        </p:txBody>
      </p:sp>
    </p:spTree>
  </p:cSld>
</p:sldLayout>
</file>

<file path=ppt/slideLayouts/slideLayout21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319E60F9-ABF5-4D4C-A3D4-09C02AD39584}" type="slidenum">
              <a:t>&lt;#&gt;</a:t>
            </a:fld>
          </a:p>
        </p:txBody>
      </p:sp>
    </p:spTree>
  </p:cSld>
</p:sldLayout>
</file>

<file path=ppt/slideLayouts/slideLayout21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5E2B6FB3-A799-4894-8D2B-A0C02DED6D5C}" type="slidenum">
              <a:t>&lt;#&gt;</a:t>
            </a:fld>
          </a:p>
        </p:txBody>
      </p:sp>
    </p:spTree>
  </p:cSld>
</p:sldLayout>
</file>

<file path=ppt/slideLayouts/slideLayout21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3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340E3972-7F4F-402F-BA01-D2D8730E8EE8}" type="slidenum">
              <a:t>&lt;#&gt;</a:t>
            </a:fld>
          </a:p>
        </p:txBody>
      </p:sp>
    </p:spTree>
  </p:cSld>
</p:sldLayout>
</file>

<file path=ppt/slideLayouts/slideLayout21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4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D1792325-5A04-4F80-8FAA-F75AFB3AD544}" type="slidenum">
              <a:t>&lt;#&gt;</a:t>
            </a:fld>
          </a:p>
        </p:txBody>
      </p:sp>
    </p:spTree>
  </p:cSld>
</p:sldLayout>
</file>

<file path=ppt/slideLayouts/slideLayout21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4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4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8A6F98C1-D19F-4277-AE69-EA8A56B90B8B}" type="slidenum">
              <a:t>&lt;#&gt;</a:t>
            </a:fld>
          </a:p>
        </p:txBody>
      </p:sp>
    </p:spTree>
  </p:cSld>
</p:sldLayout>
</file>

<file path=ppt/slideLayouts/slideLayout21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4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FBACA92A-21D2-4FBB-8794-65FACBA13334}" type="slidenum">
              <a:t>&lt;#&gt;</a:t>
            </a:fld>
          </a:p>
        </p:txBody>
      </p:sp>
    </p:spTree>
  </p:cSld>
</p:sldLayout>
</file>

<file path=ppt/slideLayouts/slideLayout21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5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730E285C-E57F-4E27-AC7E-05026D0BA6DC}" type="slidenum">
              <a:t>&lt;#&gt;</a:t>
            </a:fld>
          </a:p>
        </p:txBody>
      </p:sp>
    </p:spTree>
  </p:cSld>
</p:sldLayout>
</file>

<file path=ppt/slideLayouts/slideLayout21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5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5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5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5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6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48"/>
          </p:nvPr>
        </p:nvSpPr>
        <p:spPr/>
        <p:txBody>
          <a:bodyPr/>
          <a:p>
            <a:fld id="{8EE76662-574C-484C-B108-A92F0CA90E20}" type="slidenum">
              <a:t>&lt;#&gt;</a:t>
            </a:fld>
          </a:p>
        </p:txBody>
      </p:sp>
    </p:spTree>
  </p:cSld>
</p:sldLayout>
</file>

<file path=ppt/slideLayouts/slideLayout21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541A197C-8A06-45BA-B52C-417AFB928D8A}" type="slidenum">
              <a:t>&lt;#&gt;</a:t>
            </a:fld>
          </a:p>
        </p:txBody>
      </p:sp>
    </p:spTree>
  </p:cSld>
</p:sldLayout>
</file>

<file path=ppt/slideLayouts/slideLayout21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6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90E87B52-61DC-418B-98E7-992912875154}" type="slidenum">
              <a:t>&lt;#&gt;</a:t>
            </a:fld>
          </a:p>
        </p:txBody>
      </p:sp>
    </p:spTree>
  </p:cSld>
</p:sldLayout>
</file>

<file path=ppt/slideLayouts/slideLayout21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C45829D9-B580-4564-A9C1-4905FDD82EFD}" type="slidenum">
              <a:t>&lt;#&gt;</a:t>
            </a:fld>
          </a:p>
        </p:txBody>
      </p:sp>
    </p:spTree>
  </p:cSld>
</p:sldLayout>
</file>

<file path=ppt/slideLayouts/slideLayout21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6D3DC17D-3C25-4503-83AC-D440DA75F0EA}" type="slidenum">
              <a:t>&lt;#&gt;</a:t>
            </a:fld>
          </a:p>
        </p:txBody>
      </p:sp>
    </p:spTree>
  </p:cSld>
</p:sldLayout>
</file>

<file path=ppt/slideLayouts/slideLayout21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71A865E9-8CC8-44A3-917F-B819A2FAF2F4}" type="slidenum">
              <a:t>&lt;#&gt;</a:t>
            </a:fld>
          </a:p>
        </p:txBody>
      </p:sp>
    </p:spTree>
  </p:cSld>
</p:sldLayout>
</file>

<file path=ppt/slideLayouts/slideLayout21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041FDAEB-06D6-4CC4-BDA2-D36574642105}" type="slidenum">
              <a:t>&lt;#&gt;</a:t>
            </a:fld>
          </a:p>
        </p:txBody>
      </p:sp>
    </p:spTree>
  </p:cSld>
</p:sldLayout>
</file>

<file path=ppt/slideLayouts/slideLayout21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8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5E5E5C43-40A1-4EE9-8805-7D2D34D2901E}" type="slidenum">
              <a:t>&lt;#&gt;</a:t>
            </a:fld>
          </a:p>
        </p:txBody>
      </p:sp>
    </p:spTree>
  </p:cSld>
</p:sldLayout>
</file>

<file path=ppt/slideLayouts/slideLayout21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8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FDD0081B-BD76-43DE-A709-610E189E4385}" type="slidenum">
              <a:t>&lt;#&gt;</a:t>
            </a:fld>
          </a:p>
        </p:txBody>
      </p:sp>
    </p:spTree>
  </p:cSld>
</p:sldLayout>
</file>

<file path=ppt/slideLayouts/slideLayout21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1ABF96CF-DEA9-4CFA-8C27-166E8B5EBFD0}" type="slidenum">
              <a:t>&lt;#&gt;</a:t>
            </a:fld>
          </a:p>
        </p:txBody>
      </p:sp>
    </p:spTree>
  </p:cSld>
</p:sldLayout>
</file>

<file path=ppt/slideLayouts/slideLayout21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9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DBD0C756-D3BD-445A-9A8F-5611BA65DC6F}" type="slidenum">
              <a:t>&lt;#&gt;</a:t>
            </a:fld>
          </a:p>
        </p:txBody>
      </p:sp>
    </p:spTree>
  </p:cSld>
</p:sldLayout>
</file>

<file path=ppt/slideLayouts/slideLayout21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9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9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98FFE6D6-BEDE-4E9C-B7E1-1EACAB3DC336}" type="slidenum">
              <a:t>&lt;#&gt;</a:t>
            </a:fld>
          </a:p>
        </p:txBody>
      </p:sp>
    </p:spTree>
  </p:cSld>
</p:sldLayout>
</file>

<file path=ppt/slideLayouts/slideLayout21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9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0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0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0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0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4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50"/>
          </p:nvPr>
        </p:nvSpPr>
        <p:spPr/>
        <p:txBody>
          <a:bodyPr/>
          <a:p>
            <a:fld id="{E8CB3208-8463-43DE-873D-9578CD9BBC7A}" type="slidenum">
              <a:t>&lt;#&gt;</a:t>
            </a:fld>
          </a:p>
        </p:txBody>
      </p:sp>
    </p:spTree>
  </p:cSld>
</p:sldLayout>
</file>

<file path=ppt/slideLayouts/slideLayout21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3537B9EA-DAC2-4FE6-AA62-23E143A26C0A}" type="slidenum">
              <a:t>&lt;#&gt;</a:t>
            </a:fld>
          </a:p>
        </p:txBody>
      </p:sp>
    </p:spTree>
  </p:cSld>
</p:sldLayout>
</file>

<file path=ppt/slideLayouts/slideLayout21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0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FDEC2E69-C44D-493B-997C-1930461CEBE5}" type="slidenum">
              <a:t>&lt;#&gt;</a:t>
            </a:fld>
          </a:p>
        </p:txBody>
      </p:sp>
    </p:spTree>
  </p:cSld>
</p:sldLayout>
</file>

<file path=ppt/slideLayouts/slideLayout21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CCF4B557-B15B-49F0-A6CF-814727FB8410}" type="slidenum">
              <a:t>&lt;#&gt;</a:t>
            </a:fld>
          </a:p>
        </p:txBody>
      </p:sp>
    </p:spTree>
  </p:cSld>
</p:sldLayout>
</file>

<file path=ppt/slideLayouts/slideLayout21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127D9502-CF75-4F53-8F23-4D0B5436AC7E}" type="slidenum">
              <a:t>&lt;#&gt;</a:t>
            </a:fld>
          </a:p>
        </p:txBody>
      </p:sp>
    </p:spTree>
  </p:cSld>
</p:sldLayout>
</file>

<file path=ppt/slideLayouts/slideLayout21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3646AE3B-361E-4372-A8AC-171EBEF2CFAF}" type="slidenum">
              <a:t>&lt;#&gt;</a:t>
            </a:fld>
          </a:p>
        </p:txBody>
      </p:sp>
    </p:spTree>
  </p:cSld>
</p:sldLayout>
</file>

<file path=ppt/slideLayouts/slideLayout21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B416BD16-85AB-444A-BB0A-39991C31DD56}" type="slidenum">
              <a:t>&lt;#&gt;</a:t>
            </a:fld>
          </a:p>
        </p:txBody>
      </p:sp>
    </p:spTree>
  </p:cSld>
</p:sldLayout>
</file>

<file path=ppt/slideLayouts/slideLayout21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C929CF18-26C0-4512-94CE-FAB4A42CC3D4}" type="slidenum">
              <a:t>&lt;#&gt;</a:t>
            </a:fld>
          </a:p>
        </p:txBody>
      </p:sp>
    </p:spTree>
  </p:cSld>
</p:sldLayout>
</file>

<file path=ppt/slideLayouts/slideLayout21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2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D2A96132-1938-427E-8D56-E6BB8782425A}" type="slidenum">
              <a:t>&lt;#&gt;</a:t>
            </a:fld>
          </a:p>
        </p:txBody>
      </p:sp>
    </p:spTree>
  </p:cSld>
</p:sldLayout>
</file>

<file path=ppt/slideLayouts/slideLayout21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2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90025B2F-665D-45B4-A3C6-E7897320A9C7}" type="slidenum">
              <a:t>&lt;#&gt;</a:t>
            </a:fld>
          </a:p>
        </p:txBody>
      </p:sp>
    </p:spTree>
  </p:cSld>
</p:sldLayout>
</file>

<file path=ppt/slideLayouts/slideLayout21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3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BF5D9953-D5C4-407C-B7AD-D53952465054}" type="slidenum">
              <a:t>&lt;#&gt;</a:t>
            </a:fld>
          </a:p>
        </p:txBody>
      </p:sp>
    </p:spTree>
  </p:cSld>
</p:sldLayout>
</file>

<file path=ppt/slideLayouts/slideLayout21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3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3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1CC3366E-D61F-45D0-8380-44FBC3DC5068}" type="slidenum">
              <a:t>&lt;#&gt;</a:t>
            </a:fld>
          </a:p>
        </p:txBody>
      </p:sp>
    </p:spTree>
  </p:cSld>
</p:sldLayout>
</file>

<file path=ppt/slideLayouts/slideLayout21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3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4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4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4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4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51"/>
          </p:nvPr>
        </p:nvSpPr>
        <p:spPr/>
        <p:txBody>
          <a:bodyPr/>
          <a:p>
            <a:fld id="{E9671A7C-25F9-4A6A-9776-D7A3AD6AFFF5}" type="slidenum">
              <a:t>&lt;#&gt;</a:t>
            </a:fld>
          </a:p>
        </p:txBody>
      </p:sp>
    </p:spTree>
  </p:cSld>
</p:sldLayout>
</file>

<file path=ppt/slideLayouts/slideLayout21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1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5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1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6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7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7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8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8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8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8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8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1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9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0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0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1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1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1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2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2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2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2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2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52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1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E7429DAD-B62A-4235-81B9-295828A51B4F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3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9F158ADA-94E0-4662-A951-9A6DA2CE4638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1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2BEA839F-BBC7-48F0-9D74-AA78B2C3962E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4995D4D5-4997-469E-9715-17C87020AF79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8B58F087-FFB5-4504-AC37-5AD7F89BDFD0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B739B811-59B0-413B-B21E-02B69AA71E6D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4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77E73327-B999-49DC-9893-E2135BD2E089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5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945705C5-DD14-4F85-907A-8A1933AA188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DBE272AA-174C-40D3-9673-C993C29D64B2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5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BBA96E87-AD06-4D1E-BEEB-C149F376B1D8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6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6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6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8FEC3C3E-3645-4961-8A6D-4BC149BBB0AD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6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6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6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7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7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54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55"/>
          </p:nvPr>
        </p:nvSpPr>
        <p:spPr/>
        <p:txBody>
          <a:bodyPr/>
          <a:p>
            <a:fld id="{260EA350-AFCD-4394-B466-DEB1901719B6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253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2A00046C-0CE1-4E72-89FB-3477B4AD09B3}" type="slidenum">
              <a:t>&lt;#&gt;</a:t>
            </a:fld>
          </a:p>
        </p:txBody>
      </p:sp>
    </p:spTree>
  </p:cSld>
</p:sldLayout>
</file>

<file path=ppt/slideLayouts/slideLayout22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7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5978AE89-1833-4EA7-84B7-9990C17A088C}" type="slidenum">
              <a:t>&lt;#&gt;</a:t>
            </a:fld>
          </a:p>
        </p:txBody>
      </p:sp>
    </p:spTree>
  </p:cSld>
</p:sldLayout>
</file>

<file path=ppt/slideLayouts/slideLayout22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17E8DEAD-E05F-4F1D-9060-3F3CB1F6212F}" type="slidenum">
              <a:t>&lt;#&gt;</a:t>
            </a:fld>
          </a:p>
        </p:txBody>
      </p:sp>
    </p:spTree>
  </p:cSld>
</p:sldLayout>
</file>

<file path=ppt/slideLayouts/slideLayout22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DC14F1E0-9066-452A-A8E3-541D9E9D4736}" type="slidenum">
              <a:t>&lt;#&gt;</a:t>
            </a:fld>
          </a:p>
        </p:txBody>
      </p:sp>
    </p:spTree>
  </p:cSld>
</p:sldLayout>
</file>

<file path=ppt/slideLayouts/slideLayout22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A45902DB-A257-48C9-B935-F101EF317A93}" type="slidenum">
              <a:t>&lt;#&gt;</a:t>
            </a:fld>
          </a:p>
        </p:txBody>
      </p:sp>
    </p:spTree>
  </p:cSld>
</p:sldLayout>
</file>

<file path=ppt/slideLayouts/slideLayout22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C9242C82-ACC3-4D76-AB31-F63136BC6A2B}" type="slidenum">
              <a:t>&lt;#&gt;</a:t>
            </a:fld>
          </a:p>
        </p:txBody>
      </p:sp>
    </p:spTree>
  </p:cSld>
</p:sldLayout>
</file>

<file path=ppt/slideLayouts/slideLayout22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9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FC538340-5C2B-424F-8F50-E2A5885CE290}" type="slidenum">
              <a:t>&lt;#&gt;</a:t>
            </a:fld>
          </a:p>
        </p:txBody>
      </p:sp>
    </p:spTree>
  </p:cSld>
</p:sldLayout>
</file>

<file path=ppt/slideLayouts/slideLayout22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9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5ECB57EE-2B8F-4E22-97E9-9C4D947D6B0B}" type="slidenum">
              <a:t>&lt;#&gt;</a:t>
            </a:fld>
          </a:p>
        </p:txBody>
      </p:sp>
    </p:spTree>
  </p:cSld>
</p:sldLayout>
</file>

<file path=ppt/slideLayouts/slideLayout22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9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91E65D26-034D-4485-824F-AE1B3CAB0CC7}" type="slidenum">
              <a:t>&lt;#&gt;</a:t>
            </a:fld>
          </a:p>
        </p:txBody>
      </p:sp>
    </p:spTree>
  </p:cSld>
</p:sldLayout>
</file>

<file path=ppt/slideLayouts/slideLayout22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0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6699EDF6-B9F8-40C3-99CB-1BB82842DB8B}" type="slidenum">
              <a:t>&lt;#&gt;</a:t>
            </a:fld>
          </a:p>
        </p:txBody>
      </p:sp>
    </p:spTree>
  </p:cSld>
</p:sldLayout>
</file>

<file path=ppt/slideLayouts/slideLayout22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0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0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AC05B5B5-B277-419A-B3C0-B1B8D9F84663}" type="slidenum">
              <a:t>&lt;#&gt;</a:t>
            </a:fld>
          </a:p>
        </p:txBody>
      </p:sp>
    </p:spTree>
  </p:cSld>
</p:sldLayout>
</file>

<file path=ppt/slideLayouts/slideLayout22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0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1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1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1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1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56"/>
          </p:nvPr>
        </p:nvSpPr>
        <p:spPr/>
        <p:txBody>
          <a:bodyPr/>
          <a:p>
            <a:fld id="{B7C8873B-DEED-41FF-A49C-EE17BC7E8360}" type="slidenum">
              <a:t>&lt;#&gt;</a:t>
            </a:fld>
          </a:p>
        </p:txBody>
      </p:sp>
    </p:spTree>
  </p:cSld>
</p:sldLayout>
</file>

<file path=ppt/slideLayouts/slideLayout22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ADFAC56A-A570-487B-B6C3-BA44B3C8DE99}" type="slidenum">
              <a:t>&lt;#&gt;</a:t>
            </a:fld>
          </a:p>
        </p:txBody>
      </p:sp>
    </p:spTree>
  </p:cSld>
</p:sldLayout>
</file>

<file path=ppt/slideLayouts/slideLayout22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2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44217AE1-85EC-49C2-B662-E1705FAE0960}" type="slidenum">
              <a:t>&lt;#&gt;</a:t>
            </a:fld>
          </a:p>
        </p:txBody>
      </p:sp>
    </p:spTree>
  </p:cSld>
</p:sldLayout>
</file>

<file path=ppt/slideLayouts/slideLayout22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A0BF9FF5-C7CE-46E2-9EAB-9047AF340360}" type="slidenum">
              <a:t>&lt;#&gt;</a:t>
            </a:fld>
          </a:p>
        </p:txBody>
      </p:sp>
    </p:spTree>
  </p:cSld>
</p:sldLayout>
</file>

<file path=ppt/slideLayouts/slideLayout22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2C7743A3-A4A6-4D08-89A0-49C70EE2B720}" type="slidenum">
              <a:t>&lt;#&gt;</a:t>
            </a:fld>
          </a:p>
        </p:txBody>
      </p:sp>
    </p:spTree>
  </p:cSld>
</p:sldLayout>
</file>

<file path=ppt/slideLayouts/slideLayout22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85A9F40C-94A6-47C4-A598-D4F18363211F}" type="slidenum">
              <a:t>&lt;#&gt;</a:t>
            </a:fld>
          </a:p>
        </p:txBody>
      </p:sp>
    </p:spTree>
  </p:cSld>
</p:sldLayout>
</file>

<file path=ppt/slideLayouts/slideLayout22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B7EAC635-E951-489F-B859-7DAE75C23526}" type="slidenum">
              <a:t>&lt;#&gt;</a:t>
            </a:fld>
          </a:p>
        </p:txBody>
      </p:sp>
    </p:spTree>
  </p:cSld>
</p:sldLayout>
</file>

<file path=ppt/slideLayouts/slideLayout22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3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6265F781-6502-4DD1-9DA1-8E3DE4905029}" type="slidenum">
              <a:t>&lt;#&gt;</a:t>
            </a:fld>
          </a:p>
        </p:txBody>
      </p:sp>
    </p:spTree>
  </p:cSld>
</p:sldLayout>
</file>

<file path=ppt/slideLayouts/slideLayout22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3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9BCE3386-8A20-42A1-ABF3-DCC1BB449910}" type="slidenum">
              <a:t>&lt;#&gt;</a:t>
            </a:fld>
          </a:p>
        </p:txBody>
      </p:sp>
    </p:spTree>
  </p:cSld>
</p:sldLayout>
</file>

<file path=ppt/slideLayouts/slideLayout22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3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4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E433E9E3-9352-467C-9DE4-3DBA17D5EBCF}" type="slidenum">
              <a:t>&lt;#&gt;</a:t>
            </a:fld>
          </a:p>
        </p:txBody>
      </p:sp>
    </p:spTree>
  </p:cSld>
</p:sldLayout>
</file>

<file path=ppt/slideLayouts/slideLayout22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4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A41EC3B2-036F-47E8-AF62-994E9ABB8681}" type="slidenum">
              <a:t>&lt;#&gt;</a:t>
            </a:fld>
          </a:p>
        </p:txBody>
      </p:sp>
    </p:spTree>
  </p:cSld>
</p:sldLayout>
</file>

<file path=ppt/slideLayouts/slideLayout22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4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5269A3E1-5C82-4CF0-B638-E9DA78BCDB34}" type="slidenum">
              <a:t>&lt;#&gt;</a:t>
            </a:fld>
          </a:p>
        </p:txBody>
      </p:sp>
    </p:spTree>
  </p:cSld>
</p:sldLayout>
</file>

<file path=ppt/slideLayouts/slideLayout22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5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5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5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5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5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57"/>
          </p:nvPr>
        </p:nvSpPr>
        <p:spPr/>
        <p:txBody>
          <a:bodyPr/>
          <a:p>
            <a:fld id="{C316FB13-5502-419C-B6B0-91711E1CDA98}" type="slidenum">
              <a:t>&lt;#&gt;</a:t>
            </a:fld>
          </a:p>
        </p:txBody>
      </p:sp>
    </p:spTree>
  </p:cSld>
</p:sldLayout>
</file>

<file path=ppt/slideLayouts/slideLayout22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C868037B-7E0B-402F-A1BF-C87D8DBCB29B}" type="slidenum">
              <a:t>&lt;#&gt;</a:t>
            </a:fld>
          </a:p>
        </p:txBody>
      </p:sp>
    </p:spTree>
  </p:cSld>
</p:sldLayout>
</file>

<file path=ppt/slideLayouts/slideLayout22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6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24D2172C-1929-4327-8D13-C4FD121A58EE}" type="slidenum">
              <a:t>&lt;#&gt;</a:t>
            </a:fld>
          </a:p>
        </p:txBody>
      </p:sp>
    </p:spTree>
  </p:cSld>
</p:sldLayout>
</file>

<file path=ppt/slideLayouts/slideLayout22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0D8752F0-DD21-4382-83C4-AF2855678089}" type="slidenum">
              <a:t>&lt;#&gt;</a:t>
            </a:fld>
          </a:p>
        </p:txBody>
      </p:sp>
    </p:spTree>
  </p:cSld>
</p:sldLayout>
</file>

<file path=ppt/slideLayouts/slideLayout22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D8582B5E-BCC3-4959-AF07-2B4BDE23DB94}" type="slidenum">
              <a:t>&lt;#&gt;</a:t>
            </a:fld>
          </a:p>
        </p:txBody>
      </p:sp>
    </p:spTree>
  </p:cSld>
</p:sldLayout>
</file>

<file path=ppt/slideLayouts/slideLayout22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372536F3-E0B3-409E-8ED0-44BE31148E1C}" type="slidenum">
              <a:t>&lt;#&gt;</a:t>
            </a:fld>
          </a:p>
        </p:txBody>
      </p:sp>
    </p:spTree>
  </p:cSld>
</p:sldLayout>
</file>

<file path=ppt/slideLayouts/slideLayout22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5E4C5439-C7F3-47A1-AC91-92EAAA6A1B0A}" type="slidenum">
              <a:t>&lt;#&gt;</a:t>
            </a:fld>
          </a:p>
        </p:txBody>
      </p:sp>
    </p:spTree>
  </p:cSld>
</p:sldLayout>
</file>

<file path=ppt/slideLayouts/slideLayout22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7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922233BE-2A79-4E61-B7BF-CC128177CB4D}" type="slidenum">
              <a:t>&lt;#&gt;</a:t>
            </a:fld>
          </a:p>
        </p:txBody>
      </p:sp>
    </p:spTree>
  </p:cSld>
</p:sldLayout>
</file>

<file path=ppt/slideLayouts/slideLayout22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7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3B8C10A1-6505-40C6-A4BF-2C22B9D77176}" type="slidenum">
              <a:t>&lt;#&gt;</a:t>
            </a:fld>
          </a:p>
        </p:txBody>
      </p:sp>
    </p:spTree>
  </p:cSld>
</p:sldLayout>
</file>

<file path=ppt/slideLayouts/slideLayout22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8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7E5F5D65-485B-4BE1-9129-378FD3C07B0F}" type="slidenum">
              <a:t>&lt;#&gt;</a:t>
            </a:fld>
          </a:p>
        </p:txBody>
      </p:sp>
    </p:spTree>
  </p:cSld>
</p:sldLayout>
</file>

<file path=ppt/slideLayouts/slideLayout22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8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045AB714-36F7-43B7-B4FC-43D40F20DBE3}" type="slidenum">
              <a:t>&lt;#&gt;</a:t>
            </a:fld>
          </a:p>
        </p:txBody>
      </p:sp>
    </p:spTree>
  </p:cSld>
</p:sldLayout>
</file>

<file path=ppt/slideLayouts/slideLayout22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9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6A8794EC-F7A3-42EF-A909-CBA72F940284}" type="slidenum">
              <a:t>&lt;#&gt;</a:t>
            </a:fld>
          </a:p>
        </p:txBody>
      </p:sp>
    </p:spTree>
  </p:cSld>
</p:sldLayout>
</file>

<file path=ppt/slideLayouts/slideLayout22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9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9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9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9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9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58"/>
          </p:nvPr>
        </p:nvSpPr>
        <p:spPr/>
        <p:txBody>
          <a:bodyPr/>
          <a:p>
            <a:fld id="{AEC3D400-6B6A-47D1-ACF3-A8046F5311BE}" type="slidenum">
              <a:t>&lt;#&gt;</a:t>
            </a:fld>
          </a:p>
        </p:txBody>
      </p:sp>
    </p:spTree>
  </p:cSld>
</p:sldLayout>
</file>

<file path=ppt/slideLayouts/slideLayout22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50AB5D9D-E4B5-471D-B805-6F6E9183AE96}" type="slidenum">
              <a:t>&lt;#&gt;</a:t>
            </a:fld>
          </a:p>
        </p:txBody>
      </p:sp>
    </p:spTree>
  </p:cSld>
</p:sldLayout>
</file>

<file path=ppt/slideLayouts/slideLayout22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0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2AF6BA37-15F6-40C9-BE81-85CC00772E7B}" type="slidenum">
              <a:t>&lt;#&gt;</a:t>
            </a:fld>
          </a:p>
        </p:txBody>
      </p:sp>
    </p:spTree>
  </p:cSld>
</p:sldLayout>
</file>

<file path=ppt/slideLayouts/slideLayout22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60656C3A-0F4A-409A-9E72-1A8CA80B59CA}" type="slidenum">
              <a:t>&lt;#&gt;</a:t>
            </a:fld>
          </a:p>
        </p:txBody>
      </p:sp>
    </p:spTree>
  </p:cSld>
</p:sldLayout>
</file>

<file path=ppt/slideLayouts/slideLayout22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39A3E5CB-5AA1-4416-8BBC-56A752EFE514}" type="slidenum">
              <a:t>&lt;#&gt;</a:t>
            </a:fld>
          </a:p>
        </p:txBody>
      </p:sp>
    </p:spTree>
  </p:cSld>
</p:sldLayout>
</file>

<file path=ppt/slideLayouts/slideLayout22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34A3AF69-56D2-49E5-81CB-56F28BBD29DA}" type="slidenum">
              <a:t>&lt;#&gt;</a:t>
            </a:fld>
          </a:p>
        </p:txBody>
      </p:sp>
    </p:spTree>
  </p:cSld>
</p:sldLayout>
</file>

<file path=ppt/slideLayouts/slideLayout22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497CE3FC-CBD1-493E-8CC9-B5237BB00C18}" type="slidenum">
              <a:t>&lt;#&gt;</a:t>
            </a:fld>
          </a:p>
        </p:txBody>
      </p:sp>
    </p:spTree>
  </p:cSld>
</p:sldLayout>
</file>

<file path=ppt/slideLayouts/slideLayout22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1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8B6A649F-6B62-45D7-A70E-EEBBBD9CBA10}" type="slidenum">
              <a:t>&lt;#&gt;</a:t>
            </a:fld>
          </a:p>
        </p:txBody>
      </p:sp>
    </p:spTree>
  </p:cSld>
</p:sldLayout>
</file>

<file path=ppt/slideLayouts/slideLayout22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2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CD3DF2BC-AAAC-49BF-9378-F7F40674FA79}" type="slidenum">
              <a:t>&lt;#&gt;</a:t>
            </a:fld>
          </a:p>
        </p:txBody>
      </p:sp>
    </p:spTree>
  </p:cSld>
</p:sldLayout>
</file>

<file path=ppt/slideLayouts/slideLayout22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2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3A19FE18-092D-45C9-87F0-3431EB218A57}" type="slidenum">
              <a:t>&lt;#&gt;</a:t>
            </a:fld>
          </a:p>
        </p:txBody>
      </p:sp>
    </p:spTree>
  </p:cSld>
</p:sldLayout>
</file>

<file path=ppt/slideLayouts/slideLayout22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2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16406FAB-E1A2-4881-A4E3-AC7882E57137}" type="slidenum">
              <a:t>&lt;#&gt;</a:t>
            </a:fld>
          </a:p>
        </p:txBody>
      </p:sp>
    </p:spTree>
  </p:cSld>
</p:sldLayout>
</file>

<file path=ppt/slideLayouts/slideLayout22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3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3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2A988256-C588-4DB4-A37F-66E895A0EA2F}" type="slidenum">
              <a:t>&lt;#&gt;</a:t>
            </a:fld>
          </a:p>
        </p:txBody>
      </p:sp>
    </p:spTree>
  </p:cSld>
</p:sldLayout>
</file>

<file path=ppt/slideLayouts/slideLayout22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3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3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3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3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4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59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60"/>
          </p:nvPr>
        </p:nvSpPr>
        <p:spPr/>
        <p:txBody>
          <a:bodyPr/>
          <a:p>
            <a:fld id="{0EE87209-2BD4-444F-B464-69F202C3F469}" type="slidenum">
              <a:t>&lt;#&gt;</a:t>
            </a:fld>
          </a:p>
        </p:txBody>
      </p:sp>
    </p:spTree>
  </p:cSld>
</p:sldLayout>
</file>

<file path=ppt/slideLayouts/slideLayout22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46E7DB76-9A05-489C-94ED-ACF67937C257}" type="slidenum">
              <a:t>&lt;#&gt;</a:t>
            </a:fld>
          </a:p>
        </p:txBody>
      </p:sp>
    </p:spTree>
  </p:cSld>
</p:sldLayout>
</file>

<file path=ppt/slideLayouts/slideLayout22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4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A4CDDFB7-0E36-4B92-8EC2-5F93AA9DD700}" type="slidenum">
              <a:t>&lt;#&gt;</a:t>
            </a:fld>
          </a:p>
        </p:txBody>
      </p:sp>
    </p:spTree>
  </p:cSld>
</p:sldLayout>
</file>

<file path=ppt/slideLayouts/slideLayout22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26ECEDBE-D1B4-4971-A97B-F9F10CAE213B}" type="slidenum">
              <a:t>&lt;#&gt;</a:t>
            </a:fld>
          </a:p>
        </p:txBody>
      </p:sp>
    </p:spTree>
  </p:cSld>
</p:sldLayout>
</file>

<file path=ppt/slideLayouts/slideLayout22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B15DB63A-F904-4A28-A7A4-5DAC053F0E33}" type="slidenum">
              <a:t>&lt;#&gt;</a:t>
            </a:fld>
          </a:p>
        </p:txBody>
      </p:sp>
    </p:spTree>
  </p:cSld>
</p:sldLayout>
</file>

<file path=ppt/slideLayouts/slideLayout22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4442073F-5CF5-41D9-8EE7-10D3283203C8}" type="slidenum">
              <a:t>&lt;#&gt;</a:t>
            </a:fld>
          </a:p>
        </p:txBody>
      </p:sp>
    </p:spTree>
  </p:cSld>
</p:sldLayout>
</file>

<file path=ppt/slideLayouts/slideLayout22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41F4E178-7AE4-4915-9552-1AE85221044F}" type="slidenum">
              <a:t>&lt;#&gt;</a:t>
            </a:fld>
          </a:p>
        </p:txBody>
      </p:sp>
    </p:spTree>
  </p:cSld>
</p:sldLayout>
</file>

<file path=ppt/slideLayouts/slideLayout22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D2AA902E-3CCB-4943-8082-82B3ACDC0AC1}" type="slidenum">
              <a:t>&lt;#&gt;</a:t>
            </a:fld>
          </a:p>
        </p:txBody>
      </p:sp>
    </p:spTree>
  </p:cSld>
</p:sldLayout>
</file>

<file path=ppt/slideLayouts/slideLayout22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6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BFD0D604-9F6C-443D-BEDC-737DE17F3C73}" type="slidenum">
              <a:t>&lt;#&gt;</a:t>
            </a:fld>
          </a:p>
        </p:txBody>
      </p:sp>
    </p:spTree>
  </p:cSld>
</p:sldLayout>
</file>

<file path=ppt/slideLayouts/slideLayout22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6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BAFC912B-5E83-4F49-BF57-F84524452455}" type="slidenum">
              <a:t>&lt;#&gt;</a:t>
            </a:fld>
          </a:p>
        </p:txBody>
      </p:sp>
    </p:spTree>
  </p:cSld>
</p:sldLayout>
</file>

<file path=ppt/slideLayouts/slideLayout22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6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827B783B-844F-42C3-9C43-0FD3095BE9FF}" type="slidenum">
              <a:t>&lt;#&gt;</a:t>
            </a:fld>
          </a:p>
        </p:txBody>
      </p:sp>
    </p:spTree>
  </p:cSld>
</p:sldLayout>
</file>

<file path=ppt/slideLayouts/slideLayout22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7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7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5DA1A399-209C-4DEF-B9F3-4FDFC79FF851}" type="slidenum">
              <a:t>&lt;#&gt;</a:t>
            </a:fld>
          </a:p>
        </p:txBody>
      </p:sp>
    </p:spTree>
  </p:cSld>
</p:sldLayout>
</file>

<file path=ppt/slideLayouts/slideLayout22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7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7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7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7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8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61"/>
          </p:nvPr>
        </p:nvSpPr>
        <p:spPr/>
        <p:txBody>
          <a:bodyPr/>
          <a:p>
            <a:fld id="{6BE8F7CF-0BC9-4A23-9054-0E8BE80C50B0}" type="slidenum">
              <a:t>&lt;#&gt;</a:t>
            </a:fld>
          </a:p>
        </p:txBody>
      </p:sp>
    </p:spTree>
  </p:cSld>
</p:sldLayout>
</file>

<file path=ppt/slideLayouts/slideLayout22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2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8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2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2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2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2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2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9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2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0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2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0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2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0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2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1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1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2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1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1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1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2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2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2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59DEFA0F-F0A9-4849-8055-FB5E27CB9811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3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66F39435-6CB0-49CC-BA5B-80A9D1E1A8A8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64EEC8B2-532C-4943-BFA1-11F5DDE8D610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5D246CA6-97A0-4C36-B31F-FD42BE65F27C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048AA479-F94C-42C5-9531-2C68767457AB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DCB54567-BD7B-4269-90CF-678C7A888077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4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8E49C5C4-9E7D-4007-9E23-EC74BE63C342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4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1A06275A-597B-495F-9496-2C1D7156687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5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CB5B711B-68FA-41B9-8A53-35A575A9B101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5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1CF3CC1C-4AC8-4437-966D-3B917584ECE4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5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5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5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CB46364B-6E82-4BC7-8422-12258DFC60ED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6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6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6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6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6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6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64"/>
          </p:nvPr>
        </p:nvSpPr>
        <p:spPr/>
        <p:txBody>
          <a:bodyPr/>
          <a:p>
            <a:fld id="{7690B15A-2A5C-491A-975B-814A387A76E1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26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2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95AE78EE-9F88-4AFB-B9B1-23984406D415}" type="slidenum">
              <a:t>&lt;#&gt;</a:t>
            </a:fld>
          </a:p>
        </p:txBody>
      </p:sp>
    </p:spTree>
  </p:cSld>
</p:sldLayout>
</file>

<file path=ppt/slideLayouts/slideLayout22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7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ACD4003F-8EAB-4B19-AD04-B886987A68D7}" type="slidenum">
              <a:t>&lt;#&gt;</a:t>
            </a:fld>
          </a:p>
        </p:txBody>
      </p:sp>
    </p:spTree>
  </p:cSld>
</p:sldLayout>
</file>

<file path=ppt/slideLayouts/slideLayout22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6416157C-14EC-4BFF-879A-568CF66CB90A}" type="slidenum">
              <a:t>&lt;#&gt;</a:t>
            </a:fld>
          </a:p>
        </p:txBody>
      </p:sp>
    </p:spTree>
  </p:cSld>
</p:sldLayout>
</file>

<file path=ppt/slideLayouts/slideLayout22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B9BD8E4E-21F4-4189-B5A6-B83DCDCCD901}" type="slidenum">
              <a:t>&lt;#&gt;</a:t>
            </a:fld>
          </a:p>
        </p:txBody>
      </p:sp>
    </p:spTree>
  </p:cSld>
</p:sldLayout>
</file>

<file path=ppt/slideLayouts/slideLayout22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72EBD2AA-7658-4026-A690-C14BB3948D36}" type="slidenum">
              <a:t>&lt;#&gt;</a:t>
            </a:fld>
          </a:p>
        </p:txBody>
      </p:sp>
    </p:spTree>
  </p:cSld>
</p:sldLayout>
</file>

<file path=ppt/slideLayouts/slideLayout22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B6CA1641-5FF7-453B-AE88-FB542F4D488E}" type="slidenum">
              <a:t>&lt;#&gt;</a:t>
            </a:fld>
          </a:p>
        </p:txBody>
      </p:sp>
    </p:spTree>
  </p:cSld>
</p:sldLayout>
</file>

<file path=ppt/slideLayouts/slideLayout22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8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EA8EC731-E1B4-428B-97D7-DF4A302323F9}" type="slidenum">
              <a:t>&lt;#&gt;</a:t>
            </a:fld>
          </a:p>
        </p:txBody>
      </p:sp>
    </p:spTree>
  </p:cSld>
</p:sldLayout>
</file>

<file path=ppt/slideLayouts/slideLayout23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8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2121C786-EA43-4591-8312-256C0531990C}" type="slidenum">
              <a:t>&lt;#&gt;</a:t>
            </a:fld>
          </a:p>
        </p:txBody>
      </p:sp>
    </p:spTree>
  </p:cSld>
</p:sldLayout>
</file>

<file path=ppt/slideLayouts/slideLayout23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9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BA10AA07-90A9-4325-BCD7-B65DDAEBF5AB}" type="slidenum">
              <a:t>&lt;#&gt;</a:t>
            </a:fld>
          </a:p>
        </p:txBody>
      </p:sp>
    </p:spTree>
  </p:cSld>
</p:sldLayout>
</file>

<file path=ppt/slideLayouts/slideLayout23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9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2A040601-F2DC-4C1C-8C08-15735DF6156C}" type="slidenum">
              <a:t>&lt;#&gt;</a:t>
            </a:fld>
          </a:p>
        </p:txBody>
      </p:sp>
    </p:spTree>
  </p:cSld>
</p:sldLayout>
</file>

<file path=ppt/slideLayouts/slideLayout23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0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0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C945D484-F29F-4457-BB54-39AB13249C7F}" type="slidenum">
              <a:t>&lt;#&gt;</a:t>
            </a:fld>
          </a:p>
        </p:txBody>
      </p:sp>
    </p:spTree>
  </p:cSld>
</p:sldLayout>
</file>

<file path=ppt/slideLayouts/slideLayout23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0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0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0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0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0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65"/>
          </p:nvPr>
        </p:nvSpPr>
        <p:spPr/>
        <p:txBody>
          <a:bodyPr/>
          <a:p>
            <a:fld id="{929429A6-5394-4002-8E2D-278BEA098B71}" type="slidenum">
              <a:t>&lt;#&gt;</a:t>
            </a:fld>
          </a:p>
        </p:txBody>
      </p:sp>
    </p:spTree>
  </p:cSld>
</p:sldLayout>
</file>

<file path=ppt/slideLayouts/slideLayout23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FFF54CF8-2C10-46EC-8922-280E47DF268B}" type="slidenum">
              <a:t>&lt;#&gt;</a:t>
            </a:fld>
          </a:p>
        </p:txBody>
      </p:sp>
    </p:spTree>
  </p:cSld>
</p:sldLayout>
</file>

<file path=ppt/slideLayouts/slideLayout23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1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305AFB78-3F24-4052-8222-B1C84CBC8DAD}" type="slidenum">
              <a:t>&lt;#&gt;</a:t>
            </a:fld>
          </a:p>
        </p:txBody>
      </p:sp>
    </p:spTree>
  </p:cSld>
</p:sldLayout>
</file>

<file path=ppt/slideLayouts/slideLayout23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3DE05056-26E4-42BF-93D1-8B269EDB5D4A}" type="slidenum">
              <a:t>&lt;#&gt;</a:t>
            </a:fld>
          </a:p>
        </p:txBody>
      </p:sp>
    </p:spTree>
  </p:cSld>
</p:sldLayout>
</file>

<file path=ppt/slideLayouts/slideLayout23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59311DA3-4306-47A2-B690-CD52FBBF4BFB}" type="slidenum">
              <a:t>&lt;#&gt;</a:t>
            </a:fld>
          </a:p>
        </p:txBody>
      </p:sp>
    </p:spTree>
  </p:cSld>
</p:sldLayout>
</file>

<file path=ppt/slideLayouts/slideLayout23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03340631-4954-4AD0-AAD3-2158FB623637}" type="slidenum">
              <a:t>&lt;#&gt;</a:t>
            </a:fld>
          </a:p>
        </p:txBody>
      </p:sp>
    </p:spTree>
  </p:cSld>
</p:sldLayout>
</file>

<file path=ppt/slideLayouts/slideLayout23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FA1009E6-90F9-4DAD-AD92-512E6E05C993}" type="slidenum">
              <a:t>&lt;#&gt;</a:t>
            </a:fld>
          </a:p>
        </p:txBody>
      </p:sp>
    </p:spTree>
  </p:cSld>
</p:sldLayout>
</file>

<file path=ppt/slideLayouts/slideLayout23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2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13091476-7277-4905-9474-E55888491682}" type="slidenum">
              <a:t>&lt;#&gt;</a:t>
            </a:fld>
          </a:p>
        </p:txBody>
      </p:sp>
    </p:spTree>
  </p:cSld>
</p:sldLayout>
</file>

<file path=ppt/slideLayouts/slideLayout23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3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5CAA4F9B-2CBD-4E6B-BBCB-12FCDFE00528}" type="slidenum">
              <a:t>&lt;#&gt;</a:t>
            </a:fld>
          </a:p>
        </p:txBody>
      </p:sp>
    </p:spTree>
  </p:cSld>
</p:sldLayout>
</file>

<file path=ppt/slideLayouts/slideLayout23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3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526A1874-0950-4CBA-886D-31C0C6AC7095}" type="slidenum">
              <a:t>&lt;#&gt;</a:t>
            </a:fld>
          </a:p>
        </p:txBody>
      </p:sp>
    </p:spTree>
  </p:cSld>
</p:sldLayout>
</file>

<file path=ppt/slideLayouts/slideLayout23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3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9CE9A18E-7723-4E15-948E-95E8B3ABE3FF}" type="slidenum">
              <a:t>&lt;#&gt;</a:t>
            </a:fld>
          </a:p>
        </p:txBody>
      </p:sp>
    </p:spTree>
  </p:cSld>
</p:sldLayout>
</file>

<file path=ppt/slideLayouts/slideLayout23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4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AD0B7B1B-991C-41DE-901B-7C841E3B358E}" type="slidenum">
              <a:t>&lt;#&gt;</a:t>
            </a:fld>
          </a:p>
        </p:txBody>
      </p:sp>
    </p:spTree>
  </p:cSld>
</p:sldLayout>
</file>

<file path=ppt/slideLayouts/slideLayout23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4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4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4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4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5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66"/>
          </p:nvPr>
        </p:nvSpPr>
        <p:spPr/>
        <p:txBody>
          <a:bodyPr/>
          <a:p>
            <a:fld id="{7733169F-2C5B-42B4-AA27-C0B292DC18C8}" type="slidenum">
              <a:t>&lt;#&gt;</a:t>
            </a:fld>
          </a:p>
        </p:txBody>
      </p:sp>
    </p:spTree>
  </p:cSld>
</p:sldLayout>
</file>

<file path=ppt/slideLayouts/slideLayout23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24CE8E18-3139-41E7-83C8-DA1726862AAE}" type="slidenum">
              <a:t>&lt;#&gt;</a:t>
            </a:fld>
          </a:p>
        </p:txBody>
      </p:sp>
    </p:spTree>
  </p:cSld>
</p:sldLayout>
</file>

<file path=ppt/slideLayouts/slideLayout23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5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AFD1F01E-2536-44B4-886D-F1616E8E1796}" type="slidenum">
              <a:t>&lt;#&gt;</a:t>
            </a:fld>
          </a:p>
        </p:txBody>
      </p:sp>
    </p:spTree>
  </p:cSld>
</p:sldLayout>
</file>

<file path=ppt/slideLayouts/slideLayout23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37BC87F1-02E5-4FD6-BF95-0130CBB7B615}" type="slidenum">
              <a:t>&lt;#&gt;</a:t>
            </a:fld>
          </a:p>
        </p:txBody>
      </p:sp>
    </p:spTree>
  </p:cSld>
</p:sldLayout>
</file>

<file path=ppt/slideLayouts/slideLayout23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A56DB207-009B-423E-A95F-68C2B6D66E78}" type="slidenum">
              <a:t>&lt;#&gt;</a:t>
            </a:fld>
          </a:p>
        </p:txBody>
      </p:sp>
    </p:spTree>
  </p:cSld>
</p:sldLayout>
</file>

<file path=ppt/slideLayouts/slideLayout23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3595B55A-6A4A-4682-9F81-4AB9F1D4D410}" type="slidenum">
              <a:t>&lt;#&gt;</a:t>
            </a:fld>
          </a:p>
        </p:txBody>
      </p:sp>
    </p:spTree>
  </p:cSld>
</p:sldLayout>
</file>

<file path=ppt/slideLayouts/slideLayout23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71711A22-0581-4404-ADD7-08058E539D44}" type="slidenum">
              <a:t>&lt;#&gt;</a:t>
            </a:fld>
          </a:p>
        </p:txBody>
      </p:sp>
    </p:spTree>
  </p:cSld>
</p:sldLayout>
</file>

<file path=ppt/slideLayouts/slideLayout23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DDEB169E-F373-4DC0-9EFC-B8704F73669F}" type="slidenum">
              <a:t>&lt;#&gt;</a:t>
            </a:fld>
          </a:p>
        </p:txBody>
      </p:sp>
    </p:spTree>
  </p:cSld>
</p:sldLayout>
</file>

<file path=ppt/slideLayouts/slideLayout23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7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295E8EA4-6383-4C67-BF90-1D5D4367BB48}" type="slidenum">
              <a:t>&lt;#&gt;</a:t>
            </a:fld>
          </a:p>
        </p:txBody>
      </p:sp>
    </p:spTree>
  </p:cSld>
</p:sldLayout>
</file>

<file path=ppt/slideLayouts/slideLayout23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7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820E4CDA-565E-4BCD-B962-97657578424F}" type="slidenum">
              <a:t>&lt;#&gt;</a:t>
            </a:fld>
          </a:p>
        </p:txBody>
      </p:sp>
    </p:spTree>
  </p:cSld>
</p:sldLayout>
</file>

<file path=ppt/slideLayouts/slideLayout23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8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820E1458-C032-4F0D-B1DE-FB1BC55FC1AE}" type="slidenum">
              <a:t>&lt;#&gt;</a:t>
            </a:fld>
          </a:p>
        </p:txBody>
      </p:sp>
    </p:spTree>
  </p:cSld>
</p:sldLayout>
</file>

<file path=ppt/slideLayouts/slideLayout23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8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82666FF9-2234-44C1-AA1E-C5620524BD75}" type="slidenum">
              <a:t>&lt;#&gt;</a:t>
            </a:fld>
          </a:p>
        </p:txBody>
      </p:sp>
    </p:spTree>
  </p:cSld>
</p:sldLayout>
</file>

<file path=ppt/slideLayouts/slideLayout23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8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8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9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9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9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67"/>
          </p:nvPr>
        </p:nvSpPr>
        <p:spPr/>
        <p:txBody>
          <a:bodyPr/>
          <a:p>
            <a:fld id="{1B85271E-C2E9-4831-84F4-987D9A947645}" type="slidenum">
              <a:t>&lt;#&gt;</a:t>
            </a:fld>
          </a:p>
        </p:txBody>
      </p:sp>
    </p:spTree>
  </p:cSld>
</p:sldLayout>
</file>

<file path=ppt/slideLayouts/slideLayout23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0E9E4A4B-F342-4BDD-8473-E240C10D96F4}" type="slidenum">
              <a:t>&lt;#&gt;</a:t>
            </a:fld>
          </a:p>
        </p:txBody>
      </p:sp>
    </p:spTree>
  </p:cSld>
</p:sldLayout>
</file>

<file path=ppt/slideLayouts/slideLayout23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0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2510CC4C-84ED-483D-89C3-3F253CDAD363}" type="slidenum">
              <a:t>&lt;#&gt;</a:t>
            </a:fld>
          </a:p>
        </p:txBody>
      </p:sp>
    </p:spTree>
  </p:cSld>
</p:sldLayout>
</file>

<file path=ppt/slideLayouts/slideLayout23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71775C6A-1575-4ED2-816E-44BBE7B1B108}" type="slidenum">
              <a:t>&lt;#&gt;</a:t>
            </a:fld>
          </a:p>
        </p:txBody>
      </p:sp>
    </p:spTree>
  </p:cSld>
</p:sldLayout>
</file>

<file path=ppt/slideLayouts/slideLayout23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2610EDFE-C5FB-4CAD-8F64-F381DC6E7B3C}" type="slidenum">
              <a:t>&lt;#&gt;</a:t>
            </a:fld>
          </a:p>
        </p:txBody>
      </p:sp>
    </p:spTree>
  </p:cSld>
</p:sldLayout>
</file>

<file path=ppt/slideLayouts/slideLayout23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C5B850E1-5F87-4FEC-BEE4-CCF93EF9FE6A}" type="slidenum">
              <a:t>&lt;#&gt;</a:t>
            </a:fld>
          </a:p>
        </p:txBody>
      </p:sp>
    </p:spTree>
  </p:cSld>
</p:sldLayout>
</file>

<file path=ppt/slideLayouts/slideLayout23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11482976-35EB-483A-B357-D15F7F8A9C07}" type="slidenum">
              <a:t>&lt;#&gt;</a:t>
            </a:fld>
          </a:p>
        </p:txBody>
      </p:sp>
    </p:spTree>
  </p:cSld>
</p:sldLayout>
</file>

<file path=ppt/slideLayouts/slideLayout23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C4CED351-B335-43DB-B3BF-F4C5DC0491DD}" type="slidenum">
              <a:t>&lt;#&gt;</a:t>
            </a:fld>
          </a:p>
        </p:txBody>
      </p:sp>
    </p:spTree>
  </p:cSld>
</p:sldLayout>
</file>

<file path=ppt/slideLayouts/slideLayout23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1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4F8B0582-0D66-48DC-B943-0A6251F6C30A}" type="slidenum">
              <a:t>&lt;#&gt;</a:t>
            </a:fld>
          </a:p>
        </p:txBody>
      </p:sp>
    </p:spTree>
  </p:cSld>
</p:sldLayout>
</file>

<file path=ppt/slideLayouts/slideLayout23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D868485F-F8CD-4B8A-B691-7F5D13F4A371}" type="slidenum">
              <a:t>&lt;#&gt;</a:t>
            </a:fld>
          </a:p>
        </p:txBody>
      </p:sp>
    </p:spTree>
  </p:cSld>
</p:sldLayout>
</file>

<file path=ppt/slideLayouts/slideLayout23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2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6115EA8B-C31E-4405-8211-80D9B288893D}" type="slidenum">
              <a:t>&lt;#&gt;</a:t>
            </a:fld>
          </a:p>
        </p:txBody>
      </p:sp>
    </p:spTree>
  </p:cSld>
</p:sldLayout>
</file>

<file path=ppt/slideLayouts/slideLayout23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2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2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A658E960-3BF3-4966-A96A-C024680A0334}" type="slidenum">
              <a:t>&lt;#&gt;</a:t>
            </a:fld>
          </a:p>
        </p:txBody>
      </p:sp>
    </p:spTree>
  </p:cSld>
</p:sldLayout>
</file>

<file path=ppt/slideLayouts/slideLayout23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3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3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3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3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3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6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69"/>
          </p:nvPr>
        </p:nvSpPr>
        <p:spPr/>
        <p:txBody>
          <a:bodyPr/>
          <a:p>
            <a:fld id="{524CB18E-DBFB-4A30-81A3-7966AE5FD754}" type="slidenum">
              <a:t>&lt;#&gt;</a:t>
            </a:fld>
          </a:p>
        </p:txBody>
      </p:sp>
    </p:spTree>
  </p:cSld>
</p:sldLayout>
</file>

<file path=ppt/slideLayouts/slideLayout23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21AC50D8-D765-4D74-9879-D79A491293F1}" type="slidenum">
              <a:t>&lt;#&gt;</a:t>
            </a:fld>
          </a:p>
        </p:txBody>
      </p:sp>
    </p:spTree>
  </p:cSld>
</p:sldLayout>
</file>

<file path=ppt/slideLayouts/slideLayout23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4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FFBFD590-0B37-454A-B5C1-2D96434C61F2}" type="slidenum">
              <a:t>&lt;#&gt;</a:t>
            </a:fld>
          </a:p>
        </p:txBody>
      </p:sp>
    </p:spTree>
  </p:cSld>
</p:sldLayout>
</file>

<file path=ppt/slideLayouts/slideLayout23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4D01DD52-EBCB-4AC1-998C-48DE94E4C3F0}" type="slidenum">
              <a:t>&lt;#&gt;</a:t>
            </a:fld>
          </a:p>
        </p:txBody>
      </p:sp>
    </p:spTree>
  </p:cSld>
</p:sldLayout>
</file>

<file path=ppt/slideLayouts/slideLayout23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15C39B03-8BCE-4A32-A249-F9F30391EEF8}" type="slidenum">
              <a:t>&lt;#&gt;</a:t>
            </a:fld>
          </a:p>
        </p:txBody>
      </p:sp>
    </p:spTree>
  </p:cSld>
</p:sldLayout>
</file>

<file path=ppt/slideLayouts/slideLayout23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2BEA9CB0-B4FA-40FD-967D-22D451A6B9BA}" type="slidenum">
              <a:t>&lt;#&gt;</a:t>
            </a:fld>
          </a:p>
        </p:txBody>
      </p:sp>
    </p:spTree>
  </p:cSld>
</p:sldLayout>
</file>

<file path=ppt/slideLayouts/slideLayout23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47C0382B-716A-4656-820A-6F9E14809845}" type="slidenum">
              <a:t>&lt;#&gt;</a:t>
            </a:fld>
          </a:p>
        </p:txBody>
      </p:sp>
    </p:spTree>
  </p:cSld>
</p:sldLayout>
</file>

<file path=ppt/slideLayouts/slideLayout23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141AAC38-2337-46E2-80FC-1C1EBE1DA486}" type="slidenum">
              <a:t>&lt;#&gt;</a:t>
            </a:fld>
          </a:p>
        </p:txBody>
      </p:sp>
    </p:spTree>
  </p:cSld>
</p:sldLayout>
</file>

<file path=ppt/slideLayouts/slideLayout23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5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8A62696B-19A5-4DA0-9E3D-18C48A32473B}" type="slidenum">
              <a:t>&lt;#&gt;</a:t>
            </a:fld>
          </a:p>
        </p:txBody>
      </p:sp>
    </p:spTree>
  </p:cSld>
</p:sldLayout>
</file>

<file path=ppt/slideLayouts/slideLayout23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6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6F5203C1-8943-45B0-9A41-48D2DCED31A5}" type="slidenum">
              <a:t>&lt;#&gt;</a:t>
            </a:fld>
          </a:p>
        </p:txBody>
      </p:sp>
    </p:spTree>
  </p:cSld>
</p:sldLayout>
</file>

<file path=ppt/slideLayouts/slideLayout23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6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AB23C40E-AE1B-4AE2-BC92-866A1AAD147E}" type="slidenum">
              <a:t>&lt;#&gt;</a:t>
            </a:fld>
          </a:p>
        </p:txBody>
      </p:sp>
    </p:spTree>
  </p:cSld>
</p:sldLayout>
</file>

<file path=ppt/slideLayouts/slideLayout23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6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6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5283F73D-7FD1-4BD3-B57F-A25E4EC834A9}" type="slidenum">
              <a:t>&lt;#&gt;</a:t>
            </a:fld>
          </a:p>
        </p:txBody>
      </p:sp>
    </p:spTree>
  </p:cSld>
</p:sldLayout>
</file>

<file path=ppt/slideLayouts/slideLayout23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7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7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7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7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7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70"/>
          </p:nvPr>
        </p:nvSpPr>
        <p:spPr/>
        <p:txBody>
          <a:bodyPr/>
          <a:p>
            <a:fld id="{E76DEDF9-E870-41B5-BA18-0C1A63D2A6E6}" type="slidenum">
              <a:t>&lt;#&gt;</a:t>
            </a:fld>
          </a:p>
        </p:txBody>
      </p:sp>
    </p:spTree>
  </p:cSld>
</p:sldLayout>
</file>

<file path=ppt/slideLayouts/slideLayout23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3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8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3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3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3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3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3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9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3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9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3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0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3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0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3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0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0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3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1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1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1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1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1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3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2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3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3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4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4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5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5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5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5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5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5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5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71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3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9E57CEF3-7AD5-4C0F-B20A-A9235E3EB6D6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6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C7E2D82B-151D-45FC-A632-933F2E2AAAA3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1092A24C-5237-4EB3-9EC9-26745DF0FC63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D1373B57-0DB8-4F28-94B8-B022A63DA495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2A4322EC-4D96-404C-9A4A-B78FE245C390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6282A529-A04C-4455-BABA-1EE0E5AF8550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8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2C4A767F-9852-4F4B-824C-EAA6E66ED11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8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CD3A6A2A-514A-4459-AA46-3DD519504BE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67E21376-B936-4649-B6E1-9A4FC0AC2D48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9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0331FA63-76D6-437A-8504-0F9036567472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9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9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9F92946D-4C34-4ACE-9B56-67B23AF463CF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9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0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0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0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0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74"/>
          </p:nvPr>
        </p:nvSpPr>
        <p:spPr/>
        <p:txBody>
          <a:bodyPr/>
          <a:p>
            <a:fld id="{2C9F3DD1-8B4D-4342-825F-878EFAFDA2D6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2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3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50734415-A9E7-454B-AD0C-F416D492FB93}" type="slidenum">
              <a:t>&lt;#&gt;</a:t>
            </a:fld>
          </a:p>
        </p:txBody>
      </p:sp>
    </p:spTree>
  </p:cSld>
</p:sldLayout>
</file>

<file path=ppt/slideLayouts/slideLayout23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1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786B2393-9577-4B50-B0C3-E26B8F31A7CD}" type="slidenum">
              <a:t>&lt;#&gt;</a:t>
            </a:fld>
          </a:p>
        </p:txBody>
      </p:sp>
    </p:spTree>
  </p:cSld>
</p:sldLayout>
</file>

<file path=ppt/slideLayouts/slideLayout23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4486450E-3C49-4E93-8D9C-9F3E66266448}" type="slidenum">
              <a:t>&lt;#&gt;</a:t>
            </a:fld>
          </a:p>
        </p:txBody>
      </p:sp>
    </p:spTree>
  </p:cSld>
</p:sldLayout>
</file>

<file path=ppt/slideLayouts/slideLayout23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DB6F369B-6A5B-4670-9B5A-4ABAF7208369}" type="slidenum">
              <a:t>&lt;#&gt;</a:t>
            </a:fld>
          </a:p>
        </p:txBody>
      </p:sp>
    </p:spTree>
  </p:cSld>
</p:sldLayout>
</file>

<file path=ppt/slideLayouts/slideLayout23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322628C1-A209-435A-913A-7A230837E353}" type="slidenum">
              <a:t>&lt;#&gt;</a:t>
            </a:fld>
          </a:p>
        </p:txBody>
      </p:sp>
    </p:spTree>
  </p:cSld>
</p:sldLayout>
</file>

<file path=ppt/slideLayouts/slideLayout23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70F93B3F-EDF0-4C2B-9AA8-9E7AAE0C1933}" type="slidenum">
              <a:t>&lt;#&gt;</a:t>
            </a:fld>
          </a:p>
        </p:txBody>
      </p:sp>
    </p:spTree>
  </p:cSld>
</p:sldLayout>
</file>

<file path=ppt/slideLayouts/slideLayout23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806FCE9E-F92F-4319-9F28-6E78D7D2E189}" type="slidenum">
              <a:t>&lt;#&gt;</a:t>
            </a:fld>
          </a:p>
        </p:txBody>
      </p:sp>
    </p:spTree>
  </p:cSld>
</p:sldLayout>
</file>

<file path=ppt/slideLayouts/slideLayout23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2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0C5F4325-1D41-4D3C-A7CB-856C5A51D0E4}" type="slidenum">
              <a:t>&lt;#&gt;</a:t>
            </a:fld>
          </a:p>
        </p:txBody>
      </p:sp>
    </p:spTree>
  </p:cSld>
</p:sldLayout>
</file>

<file path=ppt/slideLayouts/slideLayout23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3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517E7ABC-9F1F-4E87-843C-3AD461098FE9}" type="slidenum">
              <a:t>&lt;#&gt;</a:t>
            </a:fld>
          </a:p>
        </p:txBody>
      </p:sp>
    </p:spTree>
  </p:cSld>
</p:sldLayout>
</file>

<file path=ppt/slideLayouts/slideLayout23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3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631E1151-C4C1-402C-98B6-49BC81166572}" type="slidenum">
              <a:t>&lt;#&gt;</a:t>
            </a:fld>
          </a:p>
        </p:txBody>
      </p:sp>
    </p:spTree>
  </p:cSld>
</p:sldLayout>
</file>

<file path=ppt/slideLayouts/slideLayout23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3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3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E6BB45AC-9FD6-4BCB-AE12-33EDB141E066}" type="slidenum">
              <a:t>&lt;#&gt;</a:t>
            </a:fld>
          </a:p>
        </p:txBody>
      </p:sp>
    </p:spTree>
  </p:cSld>
</p:sldLayout>
</file>

<file path=ppt/slideLayouts/slideLayout24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4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4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4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4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4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75"/>
          </p:nvPr>
        </p:nvSpPr>
        <p:spPr/>
        <p:txBody>
          <a:bodyPr/>
          <a:p>
            <a:fld id="{766C1B19-8CDB-4383-A903-F72D61FB15CE}" type="slidenum">
              <a:t>&lt;#&gt;</a:t>
            </a:fld>
          </a:p>
        </p:txBody>
      </p:sp>
    </p:spTree>
  </p:cSld>
</p:sldLayout>
</file>

<file path=ppt/slideLayouts/slideLayout24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80DCE868-5EE0-47F6-82A5-585A86401696}" type="slidenum">
              <a:t>&lt;#&gt;</a:t>
            </a:fld>
          </a:p>
        </p:txBody>
      </p:sp>
    </p:spTree>
  </p:cSld>
</p:sldLayout>
</file>

<file path=ppt/slideLayouts/slideLayout24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5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A110D09E-509F-4A70-B9AC-1E69670F8DAC}" type="slidenum">
              <a:t>&lt;#&gt;</a:t>
            </a:fld>
          </a:p>
        </p:txBody>
      </p:sp>
    </p:spTree>
  </p:cSld>
</p:sldLayout>
</file>

<file path=ppt/slideLayouts/slideLayout24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7E441F17-EEB4-4DA2-AA8F-33399EB37AA5}" type="slidenum">
              <a:t>&lt;#&gt;</a:t>
            </a:fld>
          </a:p>
        </p:txBody>
      </p:sp>
    </p:spTree>
  </p:cSld>
</p:sldLayout>
</file>

<file path=ppt/slideLayouts/slideLayout24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AC4C8B38-DD53-46A6-A9E4-06A95D46144C}" type="slidenum">
              <a:t>&lt;#&gt;</a:t>
            </a:fld>
          </a:p>
        </p:txBody>
      </p:sp>
    </p:spTree>
  </p:cSld>
</p:sldLayout>
</file>

<file path=ppt/slideLayouts/slideLayout24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A1721AD6-1D9D-4C26-8701-59D96A1217D1}" type="slidenum">
              <a:t>&lt;#&gt;</a:t>
            </a:fld>
          </a:p>
        </p:txBody>
      </p:sp>
    </p:spTree>
  </p:cSld>
</p:sldLayout>
</file>

<file path=ppt/slideLayouts/slideLayout24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7404200B-20C1-40D3-AAAD-08C8BC01171D}" type="slidenum">
              <a:t>&lt;#&gt;</a:t>
            </a:fld>
          </a:p>
        </p:txBody>
      </p:sp>
    </p:spTree>
  </p:cSld>
</p:sldLayout>
</file>

<file path=ppt/slideLayouts/slideLayout24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C806E80D-F3BC-4F19-85D5-3FCC39C8A664}" type="slidenum">
              <a:t>&lt;#&gt;</a:t>
            </a:fld>
          </a:p>
        </p:txBody>
      </p:sp>
    </p:spTree>
  </p:cSld>
</p:sldLayout>
</file>

<file path=ppt/slideLayouts/slideLayout24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6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A00CDC52-CF78-41EE-BD0C-62B7BB7615BD}" type="slidenum">
              <a:t>&lt;#&gt;</a:t>
            </a:fld>
          </a:p>
        </p:txBody>
      </p:sp>
    </p:spTree>
  </p:cSld>
</p:sldLayout>
</file>

<file path=ppt/slideLayouts/slideLayout24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7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4EE29B77-EA17-45CB-9040-C2D36FF615E1}" type="slidenum">
              <a:t>&lt;#&gt;</a:t>
            </a:fld>
          </a:p>
        </p:txBody>
      </p:sp>
    </p:spTree>
  </p:cSld>
</p:sldLayout>
</file>

<file path=ppt/slideLayouts/slideLayout24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7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03EE54E1-9555-43EA-9F0F-FFCBECDF72A2}" type="slidenum">
              <a:t>&lt;#&gt;</a:t>
            </a:fld>
          </a:p>
        </p:txBody>
      </p:sp>
    </p:spTree>
  </p:cSld>
</p:sldLayout>
</file>

<file path=ppt/slideLayouts/slideLayout24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8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7CEF755B-36F1-4D0E-8EE8-B28C4851F31B}" type="slidenum">
              <a:t>&lt;#&gt;</a:t>
            </a:fld>
          </a:p>
        </p:txBody>
      </p:sp>
    </p:spTree>
  </p:cSld>
</p:sldLayout>
</file>

<file path=ppt/slideLayouts/slideLayout24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8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8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8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8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8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76"/>
          </p:nvPr>
        </p:nvSpPr>
        <p:spPr/>
        <p:txBody>
          <a:bodyPr/>
          <a:p>
            <a:fld id="{F15EB217-B433-4E5F-819C-DDCECCDDAADD}" type="slidenum">
              <a:t>&lt;#&gt;</a:t>
            </a:fld>
          </a:p>
        </p:txBody>
      </p:sp>
    </p:spTree>
  </p:cSld>
</p:sldLayout>
</file>

<file path=ppt/slideLayouts/slideLayout24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28C005AA-59A6-4A51-96D1-7437AFD08964}" type="slidenum">
              <a:t>&lt;#&gt;</a:t>
            </a:fld>
          </a:p>
        </p:txBody>
      </p:sp>
    </p:spTree>
  </p:cSld>
</p:sldLayout>
</file>

<file path=ppt/slideLayouts/slideLayout24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9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F9D2EA96-659D-44E2-94FC-9EC1AE326062}" type="slidenum">
              <a:t>&lt;#&gt;</a:t>
            </a:fld>
          </a:p>
        </p:txBody>
      </p:sp>
    </p:spTree>
  </p:cSld>
</p:sldLayout>
</file>

<file path=ppt/slideLayouts/slideLayout24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59A6325A-46A3-40AE-99FF-968E9AC5AE71}" type="slidenum">
              <a:t>&lt;#&gt;</a:t>
            </a:fld>
          </a:p>
        </p:txBody>
      </p:sp>
    </p:spTree>
  </p:cSld>
</p:sldLayout>
</file>

<file path=ppt/slideLayouts/slideLayout24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1FDE6F21-71FA-423D-AD08-1F96AF54F48B}" type="slidenum">
              <a:t>&lt;#&gt;</a:t>
            </a:fld>
          </a:p>
        </p:txBody>
      </p:sp>
    </p:spTree>
  </p:cSld>
</p:sldLayout>
</file>

<file path=ppt/slideLayouts/slideLayout24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739D6119-40FD-4B3B-81F2-8976DF7974ED}" type="slidenum">
              <a:t>&lt;#&gt;</a:t>
            </a:fld>
          </a:p>
        </p:txBody>
      </p:sp>
    </p:spTree>
  </p:cSld>
</p:sldLayout>
</file>

<file path=ppt/slideLayouts/slideLayout24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9D0117C6-FF35-4C97-922A-D46664F1EFC9}" type="slidenum">
              <a:t>&lt;#&gt;</a:t>
            </a:fld>
          </a:p>
        </p:txBody>
      </p:sp>
    </p:spTree>
  </p:cSld>
</p:sldLayout>
</file>

<file path=ppt/slideLayouts/slideLayout24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0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2986ACFB-3534-4473-8BFF-30F5EDF1CB93}" type="slidenum">
              <a:t>&lt;#&gt;</a:t>
            </a:fld>
          </a:p>
        </p:txBody>
      </p:sp>
    </p:spTree>
  </p:cSld>
</p:sldLayout>
</file>

<file path=ppt/slideLayouts/slideLayout24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0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1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77993DD8-8196-4B08-8E0A-CE32CD3082CA}" type="slidenum">
              <a:t>&lt;#&gt;</a:t>
            </a:fld>
          </a:p>
        </p:txBody>
      </p:sp>
    </p:spTree>
  </p:cSld>
</p:sldLayout>
</file>

<file path=ppt/slideLayouts/slideLayout24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1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CC255578-5543-440E-8AD4-6EE3DD36E4B6}" type="slidenum">
              <a:t>&lt;#&gt;</a:t>
            </a:fld>
          </a:p>
        </p:txBody>
      </p:sp>
    </p:spTree>
  </p:cSld>
</p:sldLayout>
</file>

<file path=ppt/slideLayouts/slideLayout24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1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B2A2CEF4-9898-4AE8-AFB5-79423ED4E3FF}" type="slidenum">
              <a:t>&lt;#&gt;</a:t>
            </a:fld>
          </a:p>
        </p:txBody>
      </p:sp>
    </p:spTree>
  </p:cSld>
</p:sldLayout>
</file>

<file path=ppt/slideLayouts/slideLayout24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2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2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86FFA401-6EEF-4057-A943-F6ED6477E722}" type="slidenum">
              <a:t>&lt;#&gt;</a:t>
            </a:fld>
          </a:p>
        </p:txBody>
      </p:sp>
    </p:spTree>
  </p:cSld>
</p:sldLayout>
</file>

<file path=ppt/slideLayouts/slideLayout24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2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2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2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2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2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77"/>
          </p:nvPr>
        </p:nvSpPr>
        <p:spPr/>
        <p:txBody>
          <a:bodyPr/>
          <a:p>
            <a:fld id="{48C0A06F-3453-4A85-8DB3-C1A727796685}" type="slidenum">
              <a:t>&lt;#&gt;</a:t>
            </a:fld>
          </a:p>
        </p:txBody>
      </p:sp>
    </p:spTree>
  </p:cSld>
</p:sldLayout>
</file>

<file path=ppt/slideLayouts/slideLayout24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4791DE7C-ECAB-4CD8-B4A0-B79B64506B92}" type="slidenum">
              <a:t>&lt;#&gt;</a:t>
            </a:fld>
          </a:p>
        </p:txBody>
      </p:sp>
    </p:spTree>
  </p:cSld>
</p:sldLayout>
</file>

<file path=ppt/slideLayouts/slideLayout24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3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62CAAF58-432F-451D-9E87-B95DDC430186}" type="slidenum">
              <a:t>&lt;#&gt;</a:t>
            </a:fld>
          </a:p>
        </p:txBody>
      </p:sp>
    </p:spTree>
  </p:cSld>
</p:sldLayout>
</file>

<file path=ppt/slideLayouts/slideLayout24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6795E1B9-7692-41CE-A429-6FCC6A152A1B}" type="slidenum">
              <a:t>&lt;#&gt;</a:t>
            </a:fld>
          </a:p>
        </p:txBody>
      </p:sp>
    </p:spTree>
  </p:cSld>
</p:sldLayout>
</file>

<file path=ppt/slideLayouts/slideLayout24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DF5A9074-6386-4032-B665-CE72BA8E0A8D}" type="slidenum">
              <a:t>&lt;#&gt;</a:t>
            </a:fld>
          </a:p>
        </p:txBody>
      </p:sp>
    </p:spTree>
  </p:cSld>
</p:sldLayout>
</file>

<file path=ppt/slideLayouts/slideLayout24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AA124ED7-88EC-4EED-A1DF-60B761B3501E}" type="slidenum">
              <a:t>&lt;#&gt;</a:t>
            </a:fld>
          </a:p>
        </p:txBody>
      </p:sp>
    </p:spTree>
  </p:cSld>
</p:sldLayout>
</file>

<file path=ppt/slideLayouts/slideLayout24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2D2FD372-0FE7-4226-8911-C43FA3D544B7}" type="slidenum">
              <a:t>&lt;#&gt;</a:t>
            </a:fld>
          </a:p>
        </p:txBody>
      </p:sp>
    </p:spTree>
  </p:cSld>
</p:sldLayout>
</file>

<file path=ppt/slideLayouts/slideLayout24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AFD27A38-ED8B-43FA-87FF-27445C22C374}" type="slidenum">
              <a:t>&lt;#&gt;</a:t>
            </a:fld>
          </a:p>
        </p:txBody>
      </p:sp>
    </p:spTree>
  </p:cSld>
</p:sldLayout>
</file>

<file path=ppt/slideLayouts/slideLayout24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5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5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E25A61D4-1975-446D-ACD2-04C7D17E4E6D}" type="slidenum">
              <a:t>&lt;#&gt;</a:t>
            </a:fld>
          </a:p>
        </p:txBody>
      </p:sp>
    </p:spTree>
  </p:cSld>
</p:sldLayout>
</file>

<file path=ppt/slideLayouts/slideLayout24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7634CF6A-D5FF-4A36-800D-5E5145D321DC}" type="slidenum">
              <a:t>&lt;#&gt;</a:t>
            </a:fld>
          </a:p>
        </p:txBody>
      </p:sp>
    </p:spTree>
  </p:cSld>
</p:sldLayout>
</file>

<file path=ppt/slideLayouts/slideLayout24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6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2FA8C966-9933-42A8-AD08-4E5E6E2A3CC9}" type="slidenum">
              <a:t>&lt;#&gt;</a:t>
            </a:fld>
          </a:p>
        </p:txBody>
      </p:sp>
    </p:spTree>
  </p:cSld>
</p:sldLayout>
</file>

<file path=ppt/slideLayouts/slideLayout24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6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FA000ABF-AA63-45BA-A013-038DA0E9363F}" type="slidenum">
              <a:t>&lt;#&gt;</a:t>
            </a:fld>
          </a:p>
        </p:txBody>
      </p:sp>
    </p:spTree>
  </p:cSld>
</p:sldLayout>
</file>

<file path=ppt/slideLayouts/slideLayout24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6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6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7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7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7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79"/>
          </p:nvPr>
        </p:nvSpPr>
        <p:spPr/>
        <p:txBody>
          <a:bodyPr/>
          <a:p>
            <a:fld id="{2E4AF351-C37D-4155-B1A1-E7C8C18F15B1}" type="slidenum">
              <a:t>&lt;#&gt;</a:t>
            </a:fld>
          </a:p>
        </p:txBody>
      </p:sp>
    </p:spTree>
  </p:cSld>
</p:sldLayout>
</file>

<file path=ppt/slideLayouts/slideLayout24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4061A4A3-48CA-42DD-AD90-3A0CAE6A2922}" type="slidenum">
              <a:t>&lt;#&gt;</a:t>
            </a:fld>
          </a:p>
        </p:txBody>
      </p:sp>
    </p:spTree>
  </p:cSld>
</p:sldLayout>
</file>

<file path=ppt/slideLayouts/slideLayout24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7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715C7C8F-ED1B-4D11-A740-4F144B725EA7}" type="slidenum">
              <a:t>&lt;#&gt;</a:t>
            </a:fld>
          </a:p>
        </p:txBody>
      </p:sp>
    </p:spTree>
  </p:cSld>
</p:sldLayout>
</file>

<file path=ppt/slideLayouts/slideLayout24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24F75F2F-ED69-4F80-BC8B-905B3C764029}" type="slidenum">
              <a:t>&lt;#&gt;</a:t>
            </a:fld>
          </a:p>
        </p:txBody>
      </p:sp>
    </p:spTree>
  </p:cSld>
</p:sldLayout>
</file>

<file path=ppt/slideLayouts/slideLayout24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DDD494BF-1B1F-428D-91BF-19C155364DEA}" type="slidenum">
              <a:t>&lt;#&gt;</a:t>
            </a:fld>
          </a:p>
        </p:txBody>
      </p:sp>
    </p:spTree>
  </p:cSld>
</p:sldLayout>
</file>

<file path=ppt/slideLayouts/slideLayout24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6DD7111F-4DBD-4058-914A-BAEF08D8D6E1}" type="slidenum">
              <a:t>&lt;#&gt;</a:t>
            </a:fld>
          </a:p>
        </p:txBody>
      </p:sp>
    </p:spTree>
  </p:cSld>
</p:sldLayout>
</file>

<file path=ppt/slideLayouts/slideLayout24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A2CBFAD5-3FC6-48A7-8B84-80162CA32A3D}" type="slidenum">
              <a:t>&lt;#&gt;</a:t>
            </a:fld>
          </a:p>
        </p:txBody>
      </p:sp>
    </p:spTree>
  </p:cSld>
</p:sldLayout>
</file>

<file path=ppt/slideLayouts/slideLayout24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DAF1FACB-D516-4EA4-A9E8-8F14348AFAEE}" type="slidenum">
              <a:t>&lt;#&gt;</a:t>
            </a:fld>
          </a:p>
        </p:txBody>
      </p:sp>
    </p:spTree>
  </p:cSld>
</p:sldLayout>
</file>

<file path=ppt/slideLayouts/slideLayout24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9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9F6EC413-A036-4004-8865-A57D4CF257D8}" type="slidenum">
              <a:t>&lt;#&gt;</a:t>
            </a:fld>
          </a:p>
        </p:txBody>
      </p:sp>
    </p:spTree>
  </p:cSld>
</p:sldLayout>
</file>

<file path=ppt/slideLayouts/slideLayout24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E074D7CF-A6BD-48FC-BC0B-C76363EF1E20}" type="slidenum">
              <a:t>&lt;#&gt;</a:t>
            </a:fld>
          </a:p>
        </p:txBody>
      </p:sp>
    </p:spTree>
  </p:cSld>
</p:sldLayout>
</file>

<file path=ppt/slideLayouts/slideLayout24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0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29B64255-1B4B-48C7-8F1D-64C83CB97C26}" type="slidenum">
              <a:t>&lt;#&gt;</a:t>
            </a:fld>
          </a:p>
        </p:txBody>
      </p:sp>
    </p:spTree>
  </p:cSld>
</p:sldLayout>
</file>

<file path=ppt/slideLayouts/slideLayout24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0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A95E772C-CDBA-4801-BB8D-C97CCDDE629B}" type="slidenum">
              <a:t>&lt;#&gt;</a:t>
            </a:fld>
          </a:p>
        </p:txBody>
      </p:sp>
    </p:spTree>
  </p:cSld>
</p:sldLayout>
</file>

<file path=ppt/slideLayouts/slideLayout24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0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0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1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1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1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80"/>
          </p:nvPr>
        </p:nvSpPr>
        <p:spPr/>
        <p:txBody>
          <a:bodyPr/>
          <a:p>
            <a:fld id="{D6A69EDA-1229-4169-8AD0-8B0D5E62234A}" type="slidenum">
              <a:t>&lt;#&gt;</a:t>
            </a:fld>
          </a:p>
        </p:txBody>
      </p:sp>
    </p:spTree>
  </p:cSld>
</p:sldLayout>
</file>

<file path=ppt/slideLayouts/slideLayout24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4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1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4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4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4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4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4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3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4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3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4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3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4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4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4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4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4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4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4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4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5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5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5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5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4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A3CDE46C-B44B-45A3-8B5A-409098F070C5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6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96845279-91F9-4835-AC62-0FCFE07F949B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D5086927-32E4-4DBB-A9CC-19583752BC37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C903048E-82C4-4A7E-AC84-01959ABCEF72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2E7C5A49-B8BE-4FE4-BAA6-9467433E34FD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1D912317-06EB-4DF4-89A2-B926394713B5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7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BACA738B-278B-44FC-B7F5-12B4A9BEB44A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7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7F5D0A41-1BC4-47F6-9EEE-1A066B6AF5A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8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73B07493-32A4-422D-8410-C9762287D20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8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09EE8330-7676-4A57-B0D5-CA0694DD605F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9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9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FBBB11B4-E4CB-4AE8-8E33-2F02FF9AEF98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9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9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9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9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9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8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83"/>
          </p:nvPr>
        </p:nvSpPr>
        <p:spPr/>
        <p:txBody>
          <a:bodyPr/>
          <a:p>
            <a:fld id="{FB1F8548-F86F-4532-8097-8A8D00D9D6B6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28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4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3C0906D7-AD85-4DCE-A124-20399F17E6FD}" type="slidenum">
              <a:t>&lt;#&gt;</a:t>
            </a:fld>
          </a:p>
        </p:txBody>
      </p:sp>
    </p:spTree>
  </p:cSld>
</p:sldLayout>
</file>

<file path=ppt/slideLayouts/slideLayout24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0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48D44179-AE3F-4CD8-BEFE-609C3F245AD3}" type="slidenum">
              <a:t>&lt;#&gt;</a:t>
            </a:fld>
          </a:p>
        </p:txBody>
      </p:sp>
    </p:spTree>
  </p:cSld>
</p:sldLayout>
</file>

<file path=ppt/slideLayouts/slideLayout24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14F2DBA0-0808-46E8-8C75-B5A735742C75}" type="slidenum">
              <a:t>&lt;#&gt;</a:t>
            </a:fld>
          </a:p>
        </p:txBody>
      </p:sp>
    </p:spTree>
  </p:cSld>
</p:sldLayout>
</file>

<file path=ppt/slideLayouts/slideLayout24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368EFFDD-60F7-4296-9D0B-C6DBDE8DE4CA}" type="slidenum">
              <a:t>&lt;#&gt;</a:t>
            </a:fld>
          </a:p>
        </p:txBody>
      </p:sp>
    </p:spTree>
  </p:cSld>
</p:sldLayout>
</file>

<file path=ppt/slideLayouts/slideLayout24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3AC7E976-6FDC-4E81-9533-8F36973093F4}" type="slidenum">
              <a:t>&lt;#&gt;</a:t>
            </a:fld>
          </a:p>
        </p:txBody>
      </p:sp>
    </p:spTree>
  </p:cSld>
</p:sldLayout>
</file>

<file path=ppt/slideLayouts/slideLayout24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3A6CE4F9-F908-45EE-9319-59C19DA7175D}" type="slidenum">
              <a:t>&lt;#&gt;</a:t>
            </a:fld>
          </a:p>
        </p:txBody>
      </p:sp>
    </p:spTree>
  </p:cSld>
</p:sldLayout>
</file>

<file path=ppt/slideLayouts/slideLayout24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1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FFCA3E35-08B9-4279-B3F1-EA375E4370A9}" type="slidenum">
              <a:t>&lt;#&gt;</a:t>
            </a:fld>
          </a:p>
        </p:txBody>
      </p:sp>
    </p:spTree>
  </p:cSld>
</p:sldLayout>
</file>

<file path=ppt/slideLayouts/slideLayout24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2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1C2FA30A-DD4F-4D4E-9119-9A391FC8D179}" type="slidenum">
              <a:t>&lt;#&gt;</a:t>
            </a:fld>
          </a:p>
        </p:txBody>
      </p:sp>
    </p:spTree>
  </p:cSld>
</p:sldLayout>
</file>

<file path=ppt/slideLayouts/slideLayout24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2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D2D43A7C-870B-429A-BD2C-5ED9E3B28D88}" type="slidenum">
              <a:t>&lt;#&gt;</a:t>
            </a:fld>
          </a:p>
        </p:txBody>
      </p:sp>
    </p:spTree>
  </p:cSld>
</p:sldLayout>
</file>

<file path=ppt/slideLayouts/slideLayout24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2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2488525A-0D94-4956-B155-1FC80F79BE3C}" type="slidenum">
              <a:t>&lt;#&gt;</a:t>
            </a:fld>
          </a:p>
        </p:txBody>
      </p:sp>
    </p:spTree>
  </p:cSld>
</p:sldLayout>
</file>

<file path=ppt/slideLayouts/slideLayout24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3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3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66EC1678-250D-45BA-827B-A62A75A393CD}" type="slidenum">
              <a:t>&lt;#&gt;</a:t>
            </a:fld>
          </a:p>
        </p:txBody>
      </p:sp>
    </p:spTree>
  </p:cSld>
</p:sldLayout>
</file>

<file path=ppt/slideLayouts/slideLayout24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3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3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3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3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4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84"/>
          </p:nvPr>
        </p:nvSpPr>
        <p:spPr/>
        <p:txBody>
          <a:bodyPr/>
          <a:p>
            <a:fld id="{FBF803FD-C59C-4702-84E3-13660380EEA4}" type="slidenum">
              <a:t>&lt;#&gt;</a:t>
            </a:fld>
          </a:p>
        </p:txBody>
      </p:sp>
    </p:spTree>
  </p:cSld>
</p:sldLayout>
</file>

<file path=ppt/slideLayouts/slideLayout24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61615C6E-2885-483F-9EFD-48E0D18471F7}" type="slidenum">
              <a:t>&lt;#&gt;</a:t>
            </a:fld>
          </a:p>
        </p:txBody>
      </p:sp>
    </p:spTree>
  </p:cSld>
</p:sldLayout>
</file>

<file path=ppt/slideLayouts/slideLayout24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4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3B4E4871-54EC-4C9D-9F3A-3F908F43E236}" type="slidenum">
              <a:t>&lt;#&gt;</a:t>
            </a:fld>
          </a:p>
        </p:txBody>
      </p:sp>
    </p:spTree>
  </p:cSld>
</p:sldLayout>
</file>

<file path=ppt/slideLayouts/slideLayout24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614D524D-0C9A-4F09-B0FE-05034E9DE4C5}" type="slidenum">
              <a:t>&lt;#&gt;</a:t>
            </a:fld>
          </a:p>
        </p:txBody>
      </p:sp>
    </p:spTree>
  </p:cSld>
</p:sldLayout>
</file>

<file path=ppt/slideLayouts/slideLayout24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31CE4E9C-9ED6-4129-8007-C38AD1AB90F4}" type="slidenum">
              <a:t>&lt;#&gt;</a:t>
            </a:fld>
          </a:p>
        </p:txBody>
      </p:sp>
    </p:spTree>
  </p:cSld>
</p:sldLayout>
</file>

<file path=ppt/slideLayouts/slideLayout24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E3B84303-140B-43F7-95F7-11F53DC43FAD}" type="slidenum">
              <a:t>&lt;#&gt;</a:t>
            </a:fld>
          </a:p>
        </p:txBody>
      </p:sp>
    </p:spTree>
  </p:cSld>
</p:sldLayout>
</file>

<file path=ppt/slideLayouts/slideLayout24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EFC1F11B-09DE-4F9C-BF54-356A3640D96F}" type="slidenum">
              <a:t>&lt;#&gt;</a:t>
            </a:fld>
          </a:p>
        </p:txBody>
      </p:sp>
    </p:spTree>
  </p:cSld>
</p:sldLayout>
</file>

<file path=ppt/slideLayouts/slideLayout24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5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54970F7A-20FA-460E-A554-FCF9DB254FBF}" type="slidenum">
              <a:t>&lt;#&gt;</a:t>
            </a:fld>
          </a:p>
        </p:txBody>
      </p:sp>
    </p:spTree>
  </p:cSld>
</p:sldLayout>
</file>

<file path=ppt/slideLayouts/slideLayout24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6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6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A35D094D-C419-4A0E-8DDB-499EF4377942}" type="slidenum">
              <a:t>&lt;#&gt;</a:t>
            </a:fld>
          </a:p>
        </p:txBody>
      </p:sp>
    </p:spTree>
  </p:cSld>
</p:sldLayout>
</file>

<file path=ppt/slideLayouts/slideLayout24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6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9846E60B-A934-4A7F-BBF5-0F4B2F06A55B}" type="slidenum">
              <a:t>&lt;#&gt;</a:t>
            </a:fld>
          </a:p>
        </p:txBody>
      </p:sp>
    </p:spTree>
  </p:cSld>
</p:sldLayout>
</file>

<file path=ppt/slideLayouts/slideLayout24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7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D693DEB0-C952-4BFC-BFC1-74B96F7C6109}" type="slidenum">
              <a:t>&lt;#&gt;</a:t>
            </a:fld>
          </a:p>
        </p:txBody>
      </p:sp>
    </p:spTree>
  </p:cSld>
</p:sldLayout>
</file>

<file path=ppt/slideLayouts/slideLayout24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7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7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28AF02D8-FB12-42D0-9F3C-2C076CEB1D87}" type="slidenum">
              <a:t>&lt;#&gt;</a:t>
            </a:fld>
          </a:p>
        </p:txBody>
      </p:sp>
    </p:spTree>
  </p:cSld>
</p:sldLayout>
</file>

<file path=ppt/slideLayouts/slideLayout24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7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7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8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8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8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85"/>
          </p:nvPr>
        </p:nvSpPr>
        <p:spPr/>
        <p:txBody>
          <a:bodyPr/>
          <a:p>
            <a:fld id="{29D37DFF-6EEF-42C7-A9F1-B37A865C7769}" type="slidenum">
              <a:t>&lt;#&gt;</a:t>
            </a:fld>
          </a:p>
        </p:txBody>
      </p:sp>
    </p:spTree>
  </p:cSld>
</p:sldLayout>
</file>

<file path=ppt/slideLayouts/slideLayout24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C8B85CE0-1EB6-4FB8-82D4-1A38A836ED1C}" type="slidenum">
              <a:t>&lt;#&gt;</a:t>
            </a:fld>
          </a:p>
        </p:txBody>
      </p:sp>
    </p:spTree>
  </p:cSld>
</p:sldLayout>
</file>

<file path=ppt/slideLayouts/slideLayout24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9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9DAC2A40-5D9C-49E2-9A96-CC1A92ACE2C3}" type="slidenum">
              <a:t>&lt;#&gt;</a:t>
            </a:fld>
          </a:p>
        </p:txBody>
      </p:sp>
    </p:spTree>
  </p:cSld>
</p:sldLayout>
</file>

<file path=ppt/slideLayouts/slideLayout24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A7114A47-1D2C-46A3-8B9F-FDEA3B0C0D9A}" type="slidenum">
              <a:t>&lt;#&gt;</a:t>
            </a:fld>
          </a:p>
        </p:txBody>
      </p:sp>
    </p:spTree>
  </p:cSld>
</p:sldLayout>
</file>

<file path=ppt/slideLayouts/slideLayout25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7F0492A0-3B8C-42D5-9477-BB34D7FC1E6A}" type="slidenum">
              <a:t>&lt;#&gt;</a:t>
            </a:fld>
          </a:p>
        </p:txBody>
      </p:sp>
    </p:spTree>
  </p:cSld>
</p:sldLayout>
</file>

<file path=ppt/slideLayouts/slideLayout25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08DCE67E-B8A5-4268-B13E-C232D02FED5F}" type="slidenum">
              <a:t>&lt;#&gt;</a:t>
            </a:fld>
          </a:p>
        </p:txBody>
      </p:sp>
    </p:spTree>
  </p:cSld>
</p:sldLayout>
</file>

<file path=ppt/slideLayouts/slideLayout25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EE3AE0BA-7D0B-400B-95DB-4D83D7D4A73C}" type="slidenum">
              <a:t>&lt;#&gt;</a:t>
            </a:fld>
          </a:p>
        </p:txBody>
      </p:sp>
    </p:spTree>
  </p:cSld>
</p:sldLayout>
</file>

<file path=ppt/slideLayouts/slideLayout25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0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4CBD52AD-5665-43F0-9B38-4AC9D85CA813}" type="slidenum">
              <a:t>&lt;#&gt;</a:t>
            </a:fld>
          </a:p>
        </p:txBody>
      </p:sp>
    </p:spTree>
  </p:cSld>
</p:sldLayout>
</file>

<file path=ppt/slideLayouts/slideLayout25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0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8C3A7324-C654-4D1B-8EDA-1C8CCFABC052}" type="slidenum">
              <a:t>&lt;#&gt;</a:t>
            </a:fld>
          </a:p>
        </p:txBody>
      </p:sp>
    </p:spTree>
  </p:cSld>
</p:sldLayout>
</file>

<file path=ppt/slideLayouts/slideLayout25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0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CE5E5D48-728C-42AC-9D8A-03DC5BDD498F}" type="slidenum">
              <a:t>&lt;#&gt;</a:t>
            </a:fld>
          </a:p>
        </p:txBody>
      </p:sp>
    </p:spTree>
  </p:cSld>
</p:sldLayout>
</file>

<file path=ppt/slideLayouts/slideLayout25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1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AF3129B6-23FE-4D67-85D0-993E2E099120}" type="slidenum">
              <a:t>&lt;#&gt;</a:t>
            </a:fld>
          </a:p>
        </p:txBody>
      </p:sp>
    </p:spTree>
  </p:cSld>
</p:sldLayout>
</file>

<file path=ppt/slideLayouts/slideLayout25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1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2DFA3CC8-0564-47D5-A694-20B7781691C2}" type="slidenum">
              <a:t>&lt;#&gt;</a:t>
            </a:fld>
          </a:p>
        </p:txBody>
      </p:sp>
    </p:spTree>
  </p:cSld>
</p:sldLayout>
</file>

<file path=ppt/slideLayouts/slideLayout25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2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2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2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2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2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86"/>
          </p:nvPr>
        </p:nvSpPr>
        <p:spPr/>
        <p:txBody>
          <a:bodyPr/>
          <a:p>
            <a:fld id="{58BE37E5-93F9-4064-88FF-55FCAEC264F8}" type="slidenum">
              <a:t>&lt;#&gt;</a:t>
            </a:fld>
          </a:p>
        </p:txBody>
      </p:sp>
    </p:spTree>
  </p:cSld>
</p:sldLayout>
</file>

<file path=ppt/slideLayouts/slideLayout25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95A74184-1274-4137-8631-4968065C2E37}" type="slidenum">
              <a:t>&lt;#&gt;</a:t>
            </a:fld>
          </a:p>
        </p:txBody>
      </p:sp>
    </p:spTree>
  </p:cSld>
</p:sldLayout>
</file>

<file path=ppt/slideLayouts/slideLayout25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3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B95D9C7E-F481-407A-BF0E-78A4DAFC9626}" type="slidenum">
              <a:t>&lt;#&gt;</a:t>
            </a:fld>
          </a:p>
        </p:txBody>
      </p:sp>
    </p:spTree>
  </p:cSld>
</p:sldLayout>
</file>

<file path=ppt/slideLayouts/slideLayout25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E4F533B0-9CAF-4177-80C0-24E7A94D8781}" type="slidenum">
              <a:t>&lt;#&gt;</a:t>
            </a:fld>
          </a:p>
        </p:txBody>
      </p:sp>
    </p:spTree>
  </p:cSld>
</p:sldLayout>
</file>

<file path=ppt/slideLayouts/slideLayout25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70B7C2C4-73DB-4230-A793-DE9A40A4E585}" type="slidenum">
              <a:t>&lt;#&gt;</a:t>
            </a:fld>
          </a:p>
        </p:txBody>
      </p:sp>
    </p:spTree>
  </p:cSld>
</p:sldLayout>
</file>

<file path=ppt/slideLayouts/slideLayout25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D066482F-63FD-4BA2-877A-2F59C1585652}" type="slidenum">
              <a:t>&lt;#&gt;</a:t>
            </a:fld>
          </a:p>
        </p:txBody>
      </p:sp>
    </p:spTree>
  </p:cSld>
</p:sldLayout>
</file>

<file path=ppt/slideLayouts/slideLayout25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729FCF39-232A-4AA4-834B-311D06DA1818}" type="slidenum">
              <a:t>&lt;#&gt;</a:t>
            </a:fld>
          </a:p>
        </p:txBody>
      </p:sp>
    </p:spTree>
  </p:cSld>
</p:sldLayout>
</file>

<file path=ppt/slideLayouts/slideLayout25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4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905DADC0-8265-49E1-91E7-1561DD29ABD2}" type="slidenum">
              <a:t>&lt;#&gt;</a:t>
            </a:fld>
          </a:p>
        </p:txBody>
      </p:sp>
    </p:spTree>
  </p:cSld>
</p:sldLayout>
</file>

<file path=ppt/slideLayouts/slideLayout25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4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7E77342F-5D96-4258-BE8E-15DB0221AD64}" type="slidenum">
              <a:t>&lt;#&gt;</a:t>
            </a:fld>
          </a:p>
        </p:txBody>
      </p:sp>
    </p:spTree>
  </p:cSld>
</p:sldLayout>
</file>

<file path=ppt/slideLayouts/slideLayout25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F4419660-1110-4E8B-99FD-A1524A289C23}" type="slidenum">
              <a:t>&lt;#&gt;</a:t>
            </a:fld>
          </a:p>
        </p:txBody>
      </p:sp>
    </p:spTree>
  </p:cSld>
</p:sldLayout>
</file>

<file path=ppt/slideLayouts/slideLayout25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5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6C36E827-B4D7-482B-99A0-F99315F5CDD8}" type="slidenum">
              <a:t>&lt;#&gt;</a:t>
            </a:fld>
          </a:p>
        </p:txBody>
      </p:sp>
    </p:spTree>
  </p:cSld>
</p:sldLayout>
</file>

<file path=ppt/slideLayouts/slideLayout25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5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6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FB4F8EB7-7BE5-4574-ACD3-9F1411F16543}" type="slidenum">
              <a:t>&lt;#&gt;</a:t>
            </a:fld>
          </a:p>
        </p:txBody>
      </p:sp>
    </p:spTree>
  </p:cSld>
</p:sldLayout>
</file>

<file path=ppt/slideLayouts/slideLayout25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6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6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6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6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6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8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88"/>
          </p:nvPr>
        </p:nvSpPr>
        <p:spPr/>
        <p:txBody>
          <a:bodyPr/>
          <a:p>
            <a:fld id="{8D2A49F4-E3E5-42E8-8CF3-C429A5E15B5E}" type="slidenum">
              <a:t>&lt;#&gt;</a:t>
            </a:fld>
          </a:p>
        </p:txBody>
      </p:sp>
    </p:spTree>
  </p:cSld>
</p:sldLayout>
</file>

<file path=ppt/slideLayouts/slideLayout25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DD3F537F-95CF-4ADB-8190-F595E4A70589}" type="slidenum">
              <a:t>&lt;#&gt;</a:t>
            </a:fld>
          </a:p>
        </p:txBody>
      </p:sp>
    </p:spTree>
  </p:cSld>
</p:sldLayout>
</file>

<file path=ppt/slideLayouts/slideLayout25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7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FCA39504-AEC3-4034-81F6-EE7E2DC21A69}" type="slidenum">
              <a:t>&lt;#&gt;</a:t>
            </a:fld>
          </a:p>
        </p:txBody>
      </p:sp>
    </p:spTree>
  </p:cSld>
</p:sldLayout>
</file>

<file path=ppt/slideLayouts/slideLayout25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6229201C-CE59-4895-9153-4D55ACF17BCD}" type="slidenum">
              <a:t>&lt;#&gt;</a:t>
            </a:fld>
          </a:p>
        </p:txBody>
      </p:sp>
    </p:spTree>
  </p:cSld>
</p:sldLayout>
</file>

<file path=ppt/slideLayouts/slideLayout25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F35834F8-42C6-434C-8E07-0C214F125BFA}" type="slidenum">
              <a:t>&lt;#&gt;</a:t>
            </a:fld>
          </a:p>
        </p:txBody>
      </p:sp>
    </p:spTree>
  </p:cSld>
</p:sldLayout>
</file>

<file path=ppt/slideLayouts/slideLayout25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A609943E-24AB-402C-8AFD-80C706EDCE53}" type="slidenum">
              <a:t>&lt;#&gt;</a:t>
            </a:fld>
          </a:p>
        </p:txBody>
      </p:sp>
    </p:spTree>
  </p:cSld>
</p:sldLayout>
</file>

<file path=ppt/slideLayouts/slideLayout25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4B6B4CB2-55EC-41D6-BDC1-B1CAB0BB3588}" type="slidenum">
              <a:t>&lt;#&gt;</a:t>
            </a:fld>
          </a:p>
        </p:txBody>
      </p:sp>
    </p:spTree>
  </p:cSld>
</p:sldLayout>
</file>

<file path=ppt/slideLayouts/slideLayout25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860F625D-C1DF-4DA8-9586-6026FB4C1412}" type="slidenum">
              <a:t>&lt;#&gt;</a:t>
            </a:fld>
          </a:p>
        </p:txBody>
      </p:sp>
    </p:spTree>
  </p:cSld>
</p:sldLayout>
</file>

<file path=ppt/slideLayouts/slideLayout25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8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C8D01E56-B173-4421-885B-704DED68EBE1}" type="slidenum">
              <a:t>&lt;#&gt;</a:t>
            </a:fld>
          </a:p>
        </p:txBody>
      </p:sp>
    </p:spTree>
  </p:cSld>
</p:sldLayout>
</file>

<file path=ppt/slideLayouts/slideLayout25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9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36D25E60-59F8-46DE-AD68-AE1C918841D2}" type="slidenum">
              <a:t>&lt;#&gt;</a:t>
            </a:fld>
          </a:p>
        </p:txBody>
      </p:sp>
    </p:spTree>
  </p:cSld>
</p:sldLayout>
</file>

<file path=ppt/slideLayouts/slideLayout25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9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910C5FDB-0385-425E-8044-EF76D9454C9B}" type="slidenum">
              <a:t>&lt;#&gt;</a:t>
            </a:fld>
          </a:p>
        </p:txBody>
      </p:sp>
    </p:spTree>
  </p:cSld>
</p:sldLayout>
</file>

<file path=ppt/slideLayouts/slideLayout25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9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0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6E389E2F-219B-4D73-8892-DFF9A735FD8E}" type="slidenum">
              <a:t>&lt;#&gt;</a:t>
            </a:fld>
          </a:p>
        </p:txBody>
      </p:sp>
    </p:spTree>
  </p:cSld>
</p:sldLayout>
</file>

<file path=ppt/slideLayouts/slideLayout25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0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0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0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0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0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89"/>
          </p:nvPr>
        </p:nvSpPr>
        <p:spPr/>
        <p:txBody>
          <a:bodyPr/>
          <a:p>
            <a:fld id="{D8FFE25B-05EC-4013-B29E-ED46C6887C85}" type="slidenum">
              <a:t>&lt;#&gt;</a:t>
            </a:fld>
          </a:p>
        </p:txBody>
      </p:sp>
    </p:spTree>
  </p:cSld>
</p:sldLayout>
</file>

<file path=ppt/slideLayouts/slideLayout25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5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1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5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5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5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5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5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2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5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2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5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5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3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5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3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4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4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5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4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4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4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4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4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5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0020729D-A468-4336-9562-16EB413F123B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5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46C91517-3735-4123-9289-72D44E58DD39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23E49409-41F7-4AB4-A950-29A6678D10AD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D7E8F724-AB8B-4B2F-B048-2C7B364C3A03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773A5300-8B03-451D-816A-3F214B57EA5D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BEBDBF4C-F9C1-4688-839F-0B7D97F6CCB4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7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8F7618F1-6B21-43C8-9710-C4BDB75D13A1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7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10D1CEB4-BFC6-4267-9B4F-B1B4A702BF91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7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094D2D35-984F-4D24-B46E-B3D5CF1E2EA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8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36314D51-FF35-42B0-8053-F1602B68B7B2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8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8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AFE943F8-EA97-4F87-A06A-9DBE13D12A29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8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9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9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9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9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9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92"/>
          </p:nvPr>
        </p:nvSpPr>
        <p:spPr/>
        <p:txBody>
          <a:bodyPr/>
          <a:p>
            <a:fld id="{55DC4627-817C-41AE-837D-7219EA5EF78B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29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5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18E28957-95F7-414B-98B3-CEFC5B5CD63C}" type="slidenum">
              <a:t>&lt;#&gt;</a:t>
            </a:fld>
          </a:p>
        </p:txBody>
      </p:sp>
    </p:spTree>
  </p:cSld>
</p:sldLayout>
</file>

<file path=ppt/slideLayouts/slideLayout25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0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3B0410B4-33D6-482B-82D7-5C1EABAFE07A}" type="slidenum">
              <a:t>&lt;#&gt;</a:t>
            </a:fld>
          </a:p>
        </p:txBody>
      </p:sp>
    </p:spTree>
  </p:cSld>
</p:sldLayout>
</file>

<file path=ppt/slideLayouts/slideLayout25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A2178517-22A9-4438-AB54-04D7CD2D04C9}" type="slidenum">
              <a:t>&lt;#&gt;</a:t>
            </a:fld>
          </a:p>
        </p:txBody>
      </p:sp>
    </p:spTree>
  </p:cSld>
</p:sldLayout>
</file>

<file path=ppt/slideLayouts/slideLayout25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A0818534-F4BA-49E5-AC90-EAC8B05F5C98}" type="slidenum">
              <a:t>&lt;#&gt;</a:t>
            </a:fld>
          </a:p>
        </p:txBody>
      </p:sp>
    </p:spTree>
  </p:cSld>
</p:sldLayout>
</file>

<file path=ppt/slideLayouts/slideLayout25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46465106-2BF9-436D-885D-90F5DC98B8DE}" type="slidenum">
              <a:t>&lt;#&gt;</a:t>
            </a:fld>
          </a:p>
        </p:txBody>
      </p:sp>
    </p:spTree>
  </p:cSld>
</p:sldLayout>
</file>

<file path=ppt/slideLayouts/slideLayout25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95D98836-FD79-4D1B-885A-A961DF3E21D8}" type="slidenum">
              <a:t>&lt;#&gt;</a:t>
            </a:fld>
          </a:p>
        </p:txBody>
      </p:sp>
    </p:spTree>
  </p:cSld>
</p:sldLayout>
</file>

<file path=ppt/slideLayouts/slideLayout25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DAC310E3-1C89-4118-9D0F-281737FB8C15}" type="slidenum">
              <a:t>&lt;#&gt;</a:t>
            </a:fld>
          </a:p>
        </p:txBody>
      </p:sp>
    </p:spTree>
  </p:cSld>
</p:sldLayout>
</file>

<file path=ppt/slideLayouts/slideLayout25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1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E7AD92BC-79E0-4071-BB0B-A176EA7E167F}" type="slidenum">
              <a:t>&lt;#&gt;</a:t>
            </a:fld>
          </a:p>
        </p:txBody>
      </p:sp>
    </p:spTree>
  </p:cSld>
</p:sldLayout>
</file>

<file path=ppt/slideLayouts/slideLayout25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7578337C-5A7B-4F92-9C18-93A40AC94234}" type="slidenum">
              <a:t>&lt;#&gt;</a:t>
            </a:fld>
          </a:p>
        </p:txBody>
      </p:sp>
    </p:spTree>
  </p:cSld>
</p:sldLayout>
</file>

<file path=ppt/slideLayouts/slideLayout25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2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1A23D58C-A5EB-4C55-97A1-E70A2501B2A4}" type="slidenum">
              <a:t>&lt;#&gt;</a:t>
            </a:fld>
          </a:p>
        </p:txBody>
      </p:sp>
    </p:spTree>
  </p:cSld>
</p:sldLayout>
</file>

<file path=ppt/slideLayouts/slideLayout25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2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2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594C340C-E217-4286-B8A0-98EC50A00C3D}" type="slidenum">
              <a:t>&lt;#&gt;</a:t>
            </a:fld>
          </a:p>
        </p:txBody>
      </p:sp>
    </p:spTree>
  </p:cSld>
</p:sldLayout>
</file>

<file path=ppt/slideLayouts/slideLayout25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3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3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3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3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3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93"/>
          </p:nvPr>
        </p:nvSpPr>
        <p:spPr/>
        <p:txBody>
          <a:bodyPr/>
          <a:p>
            <a:fld id="{787AD80B-8BAA-4032-A0C9-22C4A0C7CCFE}" type="slidenum">
              <a:t>&lt;#&gt;</a:t>
            </a:fld>
          </a:p>
        </p:txBody>
      </p:sp>
    </p:spTree>
  </p:cSld>
</p:sldLayout>
</file>

<file path=ppt/slideLayouts/slideLayout25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92C323D1-E243-4988-BAED-F76A46A68AB1}" type="slidenum">
              <a:t>&lt;#&gt;</a:t>
            </a:fld>
          </a:p>
        </p:txBody>
      </p:sp>
    </p:spTree>
  </p:cSld>
</p:sldLayout>
</file>

<file path=ppt/slideLayouts/slideLayout25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4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5B215DA5-4794-4E3B-9C63-BE458ACEEB34}" type="slidenum">
              <a:t>&lt;#&gt;</a:t>
            </a:fld>
          </a:p>
        </p:txBody>
      </p:sp>
    </p:spTree>
  </p:cSld>
</p:sldLayout>
</file>

<file path=ppt/slideLayouts/slideLayout25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2794BEEF-43D4-4D1A-A5AD-6C2F747298BC}" type="slidenum">
              <a:t>&lt;#&gt;</a:t>
            </a:fld>
          </a:p>
        </p:txBody>
      </p:sp>
    </p:spTree>
  </p:cSld>
</p:sldLayout>
</file>

<file path=ppt/slideLayouts/slideLayout25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B113FAB6-F67F-48F6-839B-9959078DCA87}" type="slidenum">
              <a:t>&lt;#&gt;</a:t>
            </a:fld>
          </a:p>
        </p:txBody>
      </p:sp>
    </p:spTree>
  </p:cSld>
</p:sldLayout>
</file>

<file path=ppt/slideLayouts/slideLayout25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894B919F-0A0A-453C-AAF4-84D353E50F34}" type="slidenum">
              <a:t>&lt;#&gt;</a:t>
            </a:fld>
          </a:p>
        </p:txBody>
      </p:sp>
    </p:spTree>
  </p:cSld>
</p:sldLayout>
</file>

<file path=ppt/slideLayouts/slideLayout25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52713543-6F63-49BC-9F34-D98996CE8E87}" type="slidenum">
              <a:t>&lt;#&gt;</a:t>
            </a:fld>
          </a:p>
        </p:txBody>
      </p:sp>
    </p:spTree>
  </p:cSld>
</p:sldLayout>
</file>

<file path=ppt/slideLayouts/slideLayout25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520AED81-87DF-4D97-AF11-986B1BE2F358}" type="slidenum">
              <a:t>&lt;#&gt;</a:t>
            </a:fld>
          </a:p>
        </p:txBody>
      </p:sp>
    </p:spTree>
  </p:cSld>
</p:sldLayout>
</file>

<file path=ppt/slideLayouts/slideLayout25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5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5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76F6D202-ED90-406F-A432-2D2DFE407F0B}" type="slidenum">
              <a:t>&lt;#&gt;</a:t>
            </a:fld>
          </a:p>
        </p:txBody>
      </p:sp>
    </p:spTree>
  </p:cSld>
</p:sldLayout>
</file>

<file path=ppt/slideLayouts/slideLayout25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86809486-8202-4B0A-9142-283EA39088DB}" type="slidenum">
              <a:t>&lt;#&gt;</a:t>
            </a:fld>
          </a:p>
        </p:txBody>
      </p:sp>
    </p:spTree>
  </p:cSld>
</p:sldLayout>
</file>

<file path=ppt/slideLayouts/slideLayout25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6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9DBF0D28-25A1-46FE-915D-3BCC3C10216C}" type="slidenum">
              <a:t>&lt;#&gt;</a:t>
            </a:fld>
          </a:p>
        </p:txBody>
      </p:sp>
    </p:spTree>
  </p:cSld>
</p:sldLayout>
</file>

<file path=ppt/slideLayouts/slideLayout25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7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3AA5191D-D5AE-44F6-AF5C-ED58C990E6EB}" type="slidenum">
              <a:t>&lt;#&gt;</a:t>
            </a:fld>
          </a:p>
        </p:txBody>
      </p:sp>
    </p:spTree>
  </p:cSld>
</p:sldLayout>
</file>

<file path=ppt/slideLayouts/slideLayout25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7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7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7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7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7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94"/>
          </p:nvPr>
        </p:nvSpPr>
        <p:spPr/>
        <p:txBody>
          <a:bodyPr/>
          <a:p>
            <a:fld id="{623B0297-153F-4BA3-876A-41C3984B2D56}" type="slidenum">
              <a:t>&lt;#&gt;</a:t>
            </a:fld>
          </a:p>
        </p:txBody>
      </p:sp>
    </p:spTree>
  </p:cSld>
</p:sldLayout>
</file>

<file path=ppt/slideLayouts/slideLayout25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E47C3F79-2AF7-4F41-8DE3-F08E4187243D}" type="slidenum">
              <a:t>&lt;#&gt;</a:t>
            </a:fld>
          </a:p>
        </p:txBody>
      </p:sp>
    </p:spTree>
  </p:cSld>
</p:sldLayout>
</file>

<file path=ppt/slideLayouts/slideLayout25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8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CABCBEBE-D483-4725-BBAC-F99DBEE24BA7}" type="slidenum">
              <a:t>&lt;#&gt;</a:t>
            </a:fld>
          </a:p>
        </p:txBody>
      </p:sp>
    </p:spTree>
  </p:cSld>
</p:sldLayout>
</file>

<file path=ppt/slideLayouts/slideLayout25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C265E21C-7319-4DF5-8AF9-7B09CB7C44E6}" type="slidenum">
              <a:t>&lt;#&gt;</a:t>
            </a:fld>
          </a:p>
        </p:txBody>
      </p:sp>
    </p:spTree>
  </p:cSld>
</p:sldLayout>
</file>

<file path=ppt/slideLayouts/slideLayout25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7B6A6CAE-5B1B-42BF-83F2-A04C98BFFC5F}" type="slidenum">
              <a:t>&lt;#&gt;</a:t>
            </a:fld>
          </a:p>
        </p:txBody>
      </p:sp>
    </p:spTree>
  </p:cSld>
</p:sldLayout>
</file>

<file path=ppt/slideLayouts/slideLayout25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6DC260C4-8294-4BEC-9BD8-5B4FC9962611}" type="slidenum">
              <a:t>&lt;#&gt;</a:t>
            </a:fld>
          </a:p>
        </p:txBody>
      </p:sp>
    </p:spTree>
  </p:cSld>
</p:sldLayout>
</file>

<file path=ppt/slideLayouts/slideLayout25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B13421EA-139B-44D2-8F8B-94A64B9BC1D8}" type="slidenum">
              <a:t>&lt;#&gt;</a:t>
            </a:fld>
          </a:p>
        </p:txBody>
      </p:sp>
    </p:spTree>
  </p:cSld>
</p:sldLayout>
</file>

<file path=ppt/slideLayouts/slideLayout25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9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2ED2283A-0D13-48B2-A3BD-3755ABE31101}" type="slidenum">
              <a:t>&lt;#&gt;</a:t>
            </a:fld>
          </a:p>
        </p:txBody>
      </p:sp>
    </p:spTree>
  </p:cSld>
</p:sldLayout>
</file>

<file path=ppt/slideLayouts/slideLayout25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0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1EE25AD8-5BAD-4776-8137-660E2F88AB15}" type="slidenum">
              <a:t>&lt;#&gt;</a:t>
            </a:fld>
          </a:p>
        </p:txBody>
      </p:sp>
    </p:spTree>
  </p:cSld>
</p:sldLayout>
</file>

<file path=ppt/slideLayouts/slideLayout25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A3036A9E-6035-4309-A663-C44C1E47CA6A}" type="slidenum">
              <a:t>&lt;#&gt;</a:t>
            </a:fld>
          </a:p>
        </p:txBody>
      </p:sp>
    </p:spTree>
  </p:cSld>
</p:sldLayout>
</file>

<file path=ppt/slideLayouts/slideLayout25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0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5BCD1ACA-393D-44AF-8A78-C852F1FA350E}" type="slidenum">
              <a:t>&lt;#&gt;</a:t>
            </a:fld>
          </a:p>
        </p:txBody>
      </p:sp>
    </p:spTree>
  </p:cSld>
</p:sldLayout>
</file>

<file path=ppt/slideLayouts/slideLayout25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1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BA972DA5-3C7C-4A41-88CC-7C8EC8E32523}" type="slidenum">
              <a:t>&lt;#&gt;</a:t>
            </a:fld>
          </a:p>
        </p:txBody>
      </p:sp>
    </p:spTree>
  </p:cSld>
</p:sldLayout>
</file>

<file path=ppt/slideLayouts/slideLayout25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1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1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1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1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1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95"/>
          </p:nvPr>
        </p:nvSpPr>
        <p:spPr/>
        <p:txBody>
          <a:bodyPr/>
          <a:p>
            <a:fld id="{5D3794B5-DA65-4475-AF74-FFD2D119FE83}" type="slidenum">
              <a:t>&lt;#&gt;</a:t>
            </a:fld>
          </a:p>
        </p:txBody>
      </p:sp>
    </p:spTree>
  </p:cSld>
</p:sldLayout>
</file>

<file path=ppt/slideLayouts/slideLayout25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A71010BB-AA9B-4EEE-AB30-3E2FC7DB45FD}" type="slidenum">
              <a:t>&lt;#&gt;</a:t>
            </a:fld>
          </a:p>
        </p:txBody>
      </p:sp>
    </p:spTree>
  </p:cSld>
</p:sldLayout>
</file>

<file path=ppt/slideLayouts/slideLayout25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2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BE172D63-205C-42FB-ADA7-4F3A7713D649}" type="slidenum">
              <a:t>&lt;#&gt;</a:t>
            </a:fld>
          </a:p>
        </p:txBody>
      </p:sp>
    </p:spTree>
  </p:cSld>
</p:sldLayout>
</file>

<file path=ppt/slideLayouts/slideLayout25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ACD6C7F9-B4FE-4CBB-AAB5-15EE0BA1D547}" type="slidenum">
              <a:t>&lt;#&gt;</a:t>
            </a:fld>
          </a:p>
        </p:txBody>
      </p:sp>
    </p:spTree>
  </p:cSld>
</p:sldLayout>
</file>

<file path=ppt/slideLayouts/slideLayout25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EB287837-FC13-4880-92A7-16235FD4C273}" type="slidenum">
              <a:t>&lt;#&gt;</a:t>
            </a:fld>
          </a:p>
        </p:txBody>
      </p:sp>
    </p:spTree>
  </p:cSld>
</p:sldLayout>
</file>

<file path=ppt/slideLayouts/slideLayout25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31FE6FF2-7B85-4EFE-9E43-A04A0B688F6F}" type="slidenum">
              <a:t>&lt;#&gt;</a:t>
            </a:fld>
          </a:p>
        </p:txBody>
      </p:sp>
    </p:spTree>
  </p:cSld>
</p:sldLayout>
</file>

<file path=ppt/slideLayouts/slideLayout25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D0C32A9F-5A80-4B2C-8AC2-0ECFB4755EDF}" type="slidenum">
              <a:t>&lt;#&gt;</a:t>
            </a:fld>
          </a:p>
        </p:txBody>
      </p:sp>
    </p:spTree>
  </p:cSld>
</p:sldLayout>
</file>

<file path=ppt/slideLayouts/slideLayout25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3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034AAC65-7203-480C-9D4A-7A3F28324534}" type="slidenum">
              <a:t>&lt;#&gt;</a:t>
            </a:fld>
          </a:p>
        </p:txBody>
      </p:sp>
    </p:spTree>
  </p:cSld>
</p:sldLayout>
</file>

<file path=ppt/slideLayouts/slideLayout26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4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D29129FE-EDCB-4EA4-B35B-C9238673995A}" type="slidenum">
              <a:t>&lt;#&gt;</a:t>
            </a:fld>
          </a:p>
        </p:txBody>
      </p:sp>
    </p:spTree>
  </p:cSld>
</p:sldLayout>
</file>

<file path=ppt/slideLayouts/slideLayout26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FC4BC233-0AE4-4D97-A620-7F0DD718F33A}" type="slidenum">
              <a:t>&lt;#&gt;</a:t>
            </a:fld>
          </a:p>
        </p:txBody>
      </p:sp>
    </p:spTree>
  </p:cSld>
</p:sldLayout>
</file>

<file path=ppt/slideLayouts/slideLayout26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5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1B0CDA46-C449-4086-8E9C-A2F399F7A356}" type="slidenum">
              <a:t>&lt;#&gt;</a:t>
            </a:fld>
          </a:p>
        </p:txBody>
      </p:sp>
    </p:spTree>
  </p:cSld>
</p:sldLayout>
</file>

<file path=ppt/slideLayouts/slideLayout26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5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CBFB7A55-92DB-41AB-B7E1-1CE3BA1A9804}" type="slidenum">
              <a:t>&lt;#&gt;</a:t>
            </a:fld>
          </a:p>
        </p:txBody>
      </p:sp>
    </p:spTree>
  </p:cSld>
</p:sldLayout>
</file>

<file path=ppt/slideLayouts/slideLayout26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5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5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6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6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6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9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297"/>
          </p:nvPr>
        </p:nvSpPr>
        <p:spPr/>
        <p:txBody>
          <a:bodyPr/>
          <a:p>
            <a:fld id="{A3570A80-4264-4F9A-A8BC-B936FACF5ABE}" type="slidenum">
              <a:t>&lt;#&gt;</a:t>
            </a:fld>
          </a:p>
        </p:txBody>
      </p:sp>
    </p:spTree>
  </p:cSld>
</p:sldLayout>
</file>

<file path=ppt/slideLayouts/slideLayout26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E2338742-48BE-464E-BD13-E9CCF094A836}" type="slidenum">
              <a:t>&lt;#&gt;</a:t>
            </a:fld>
          </a:p>
        </p:txBody>
      </p:sp>
    </p:spTree>
  </p:cSld>
</p:sldLayout>
</file>

<file path=ppt/slideLayouts/slideLayout26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6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C29ECF12-4CB4-4B50-974D-3FFD21634E05}" type="slidenum">
              <a:t>&lt;#&gt;</a:t>
            </a:fld>
          </a:p>
        </p:txBody>
      </p:sp>
    </p:spTree>
  </p:cSld>
</p:sldLayout>
</file>

<file path=ppt/slideLayouts/slideLayout26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8ED6BF2F-25BF-4267-ADA5-8F744E482BEA}" type="slidenum">
              <a:t>&lt;#&gt;</a:t>
            </a:fld>
          </a:p>
        </p:txBody>
      </p:sp>
    </p:spTree>
  </p:cSld>
</p:sldLayout>
</file>

<file path=ppt/slideLayouts/slideLayout26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1794EAAE-BF95-4C24-9DD8-2D8D48CCC693}" type="slidenum">
              <a:t>&lt;#&gt;</a:t>
            </a:fld>
          </a:p>
        </p:txBody>
      </p:sp>
    </p:spTree>
  </p:cSld>
</p:sldLayout>
</file>

<file path=ppt/slideLayouts/slideLayout26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EDD03A1B-368F-4160-A4F0-6FCAB5968097}" type="slidenum">
              <a:t>&lt;#&gt;</a:t>
            </a:fld>
          </a:p>
        </p:txBody>
      </p:sp>
    </p:spTree>
  </p:cSld>
</p:sldLayout>
</file>

<file path=ppt/slideLayouts/slideLayout26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B22509BE-1662-44A1-B3F7-F2A05B8418D2}" type="slidenum">
              <a:t>&lt;#&gt;</a:t>
            </a:fld>
          </a:p>
        </p:txBody>
      </p:sp>
    </p:spTree>
  </p:cSld>
</p:sldLayout>
</file>

<file path=ppt/slideLayouts/slideLayout26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34F4B4E6-2542-48DD-B5EF-DAB42034B144}" type="slidenum">
              <a:t>&lt;#&gt;</a:t>
            </a:fld>
          </a:p>
        </p:txBody>
      </p:sp>
    </p:spTree>
  </p:cSld>
</p:sldLayout>
</file>

<file path=ppt/slideLayouts/slideLayout26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8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CBBA6DA9-78FD-420F-87FC-0FEA5E617610}" type="slidenum">
              <a:t>&lt;#&gt;</a:t>
            </a:fld>
          </a:p>
        </p:txBody>
      </p:sp>
    </p:spTree>
  </p:cSld>
</p:sldLayout>
</file>

<file path=ppt/slideLayouts/slideLayout26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8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418BC3E8-F97C-42AF-8275-ED7FC2EFB997}" type="slidenum">
              <a:t>&lt;#&gt;</a:t>
            </a:fld>
          </a:p>
        </p:txBody>
      </p:sp>
    </p:spTree>
  </p:cSld>
</p:sldLayout>
</file>

<file path=ppt/slideLayouts/slideLayout26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9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9549F1EA-B0AC-469B-9430-0111D8C04822}" type="slidenum">
              <a:t>&lt;#&gt;</a:t>
            </a:fld>
          </a:p>
        </p:txBody>
      </p:sp>
    </p:spTree>
  </p:cSld>
</p:sldLayout>
</file>

<file path=ppt/slideLayouts/slideLayout26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9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9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694678CB-8C96-4D7E-8E1A-A8C5383FF05F}" type="slidenum">
              <a:t>&lt;#&gt;</a:t>
            </a:fld>
          </a:p>
        </p:txBody>
      </p:sp>
    </p:spTree>
  </p:cSld>
</p:sldLayout>
</file>

<file path=ppt/slideLayouts/slideLayout26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9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9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0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0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0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298"/>
          </p:nvPr>
        </p:nvSpPr>
        <p:spPr/>
        <p:txBody>
          <a:bodyPr/>
          <a:p>
            <a:fld id="{ED1BC1C3-E198-4C3E-9226-E777C3A07CA6}" type="slidenum">
              <a:t>&lt;#&gt;</a:t>
            </a:fld>
          </a:p>
        </p:txBody>
      </p:sp>
    </p:spTree>
  </p:cSld>
</p:sldLayout>
</file>

<file path=ppt/slideLayouts/slideLayout26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6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0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6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6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6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6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6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6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2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6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2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6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3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6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3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3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6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3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4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4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4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4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6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5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6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7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7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7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7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8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8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8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8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8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29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6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74F25F2A-6844-4540-BF8D-C6047F6139DF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9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FA1DE5CD-A523-4183-95A3-180A2C3C4521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F4EF699F-6723-4A74-A428-AB2690E2661B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3C0C33D4-4162-44E8-9072-E2270C8CB9C8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09216118-1CE0-46C7-9C29-CB213CCEC621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79096E76-246C-42CD-9929-D9695DD68B21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B99451C7-49CC-49E4-9A6A-E0F5928801AB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1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4AB5AC59-9C79-43CE-A2EA-7FA868D9E629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1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19BE98D4-AF9C-4CCF-95A2-BED93509FE5D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1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F27FF528-6D18-4177-9CCA-9BAF04735926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2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6BDF3BCC-5FD8-4F7D-A149-0C122EB8A0E6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2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2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2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2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3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0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02"/>
          </p:nvPr>
        </p:nvSpPr>
        <p:spPr/>
        <p:txBody>
          <a:bodyPr/>
          <a:p>
            <a:fld id="{CA90AF8F-1F04-49A4-9CE7-0B9C2FC85E63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0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6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ECF26465-2826-4963-B073-12240CD7C002}" type="slidenum">
              <a:t>&lt;#&gt;</a:t>
            </a:fld>
          </a:p>
        </p:txBody>
      </p:sp>
    </p:spTree>
  </p:cSld>
</p:sldLayout>
</file>

<file path=ppt/slideLayouts/slideLayout26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3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E2617B60-F192-4243-906B-3252CDC48EB0}" type="slidenum">
              <a:t>&lt;#&gt;</a:t>
            </a:fld>
          </a:p>
        </p:txBody>
      </p:sp>
    </p:spTree>
  </p:cSld>
</p:sldLayout>
</file>

<file path=ppt/slideLayouts/slideLayout26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0F6A0E32-BC3E-400F-AE76-F6FF987CEBD5}" type="slidenum">
              <a:t>&lt;#&gt;</a:t>
            </a:fld>
          </a:p>
        </p:txBody>
      </p:sp>
    </p:spTree>
  </p:cSld>
</p:sldLayout>
</file>

<file path=ppt/slideLayouts/slideLayout26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291C2018-8E1F-44E9-9D8F-BBED12D1C74B}" type="slidenum">
              <a:t>&lt;#&gt;</a:t>
            </a:fld>
          </a:p>
        </p:txBody>
      </p:sp>
    </p:spTree>
  </p:cSld>
</p:sldLayout>
</file>

<file path=ppt/slideLayouts/slideLayout26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224905BA-53D5-4F08-B32A-97ACCEE5C675}" type="slidenum">
              <a:t>&lt;#&gt;</a:t>
            </a:fld>
          </a:p>
        </p:txBody>
      </p:sp>
    </p:spTree>
  </p:cSld>
</p:sldLayout>
</file>

<file path=ppt/slideLayouts/slideLayout26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D0654E67-46AE-4C99-B885-5A9FF945BBBB}" type="slidenum">
              <a:t>&lt;#&gt;</a:t>
            </a:fld>
          </a:p>
        </p:txBody>
      </p:sp>
    </p:spTree>
  </p:cSld>
</p:sldLayout>
</file>

<file path=ppt/slideLayouts/slideLayout26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4358A6A8-43B6-4A43-83AE-021CCB43A23C}" type="slidenum">
              <a:t>&lt;#&gt;</a:t>
            </a:fld>
          </a:p>
        </p:txBody>
      </p:sp>
    </p:spTree>
  </p:cSld>
</p:sldLayout>
</file>

<file path=ppt/slideLayouts/slideLayout26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5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5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84D308C7-82C3-4BD6-BCEA-286E40038FA3}" type="slidenum">
              <a:t>&lt;#&gt;</a:t>
            </a:fld>
          </a:p>
        </p:txBody>
      </p:sp>
    </p:spTree>
  </p:cSld>
</p:sldLayout>
</file>

<file path=ppt/slideLayouts/slideLayout26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EB83CF17-6304-4E53-9753-9CC0E13DBE25}" type="slidenum">
              <a:t>&lt;#&gt;</a:t>
            </a:fld>
          </a:p>
        </p:txBody>
      </p:sp>
    </p:spTree>
  </p:cSld>
</p:sldLayout>
</file>

<file path=ppt/slideLayouts/slideLayout26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6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2CC970C1-93F8-46D9-B9C3-5C74D553B546}" type="slidenum">
              <a:t>&lt;#&gt;</a:t>
            </a:fld>
          </a:p>
        </p:txBody>
      </p:sp>
    </p:spTree>
  </p:cSld>
</p:sldLayout>
</file>

<file path=ppt/slideLayouts/slideLayout26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6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3811ADA7-D655-4E70-916F-C53A92FEA269}" type="slidenum">
              <a:t>&lt;#&gt;</a:t>
            </a:fld>
          </a:p>
        </p:txBody>
      </p:sp>
    </p:spTree>
  </p:cSld>
</p:sldLayout>
</file>

<file path=ppt/slideLayouts/slideLayout26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6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6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7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7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7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03"/>
          </p:nvPr>
        </p:nvSpPr>
        <p:spPr/>
        <p:txBody>
          <a:bodyPr/>
          <a:p>
            <a:fld id="{267A9CB1-D8AF-4631-986F-AFF0F3CE1B3E}" type="slidenum">
              <a:t>&lt;#&gt;</a:t>
            </a:fld>
          </a:p>
        </p:txBody>
      </p:sp>
    </p:spTree>
  </p:cSld>
</p:sldLayout>
</file>

<file path=ppt/slideLayouts/slideLayout26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9991BA50-687A-493B-AB02-17B951E2EC09}" type="slidenum">
              <a:t>&lt;#&gt;</a:t>
            </a:fld>
          </a:p>
        </p:txBody>
      </p:sp>
    </p:spTree>
  </p:cSld>
</p:sldLayout>
</file>

<file path=ppt/slideLayouts/slideLayout26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8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22CF3F9C-B2A4-415F-8FCA-7BB5FE646C5A}" type="slidenum">
              <a:t>&lt;#&gt;</a:t>
            </a:fld>
          </a:p>
        </p:txBody>
      </p:sp>
    </p:spTree>
  </p:cSld>
</p:sldLayout>
</file>

<file path=ppt/slideLayouts/slideLayout26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2138751E-3381-441B-8C34-06E3281E0FB7}" type="slidenum">
              <a:t>&lt;#&gt;</a:t>
            </a:fld>
          </a:p>
        </p:txBody>
      </p:sp>
    </p:spTree>
  </p:cSld>
</p:sldLayout>
</file>

<file path=ppt/slideLayouts/slideLayout26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4AEFD4B0-3176-4835-9194-DE1BCB0E09DC}" type="slidenum">
              <a:t>&lt;#&gt;</a:t>
            </a:fld>
          </a:p>
        </p:txBody>
      </p:sp>
    </p:spTree>
  </p:cSld>
</p:sldLayout>
</file>

<file path=ppt/slideLayouts/slideLayout26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0A908D1C-5D2F-421A-ADD3-6905333C28A0}" type="slidenum">
              <a:t>&lt;#&gt;</a:t>
            </a:fld>
          </a:p>
        </p:txBody>
      </p:sp>
    </p:spTree>
  </p:cSld>
</p:sldLayout>
</file>

<file path=ppt/slideLayouts/slideLayout26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752A6E13-B1BA-4039-B540-9793E3E5C411}" type="slidenum">
              <a:t>&lt;#&gt;</a:t>
            </a:fld>
          </a:p>
        </p:txBody>
      </p:sp>
    </p:spTree>
  </p:cSld>
</p:sldLayout>
</file>

<file path=ppt/slideLayouts/slideLayout26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2D29288C-08DD-4EED-801A-7EFA47F4F5E1}" type="slidenum">
              <a:t>&lt;#&gt;</a:t>
            </a:fld>
          </a:p>
        </p:txBody>
      </p:sp>
    </p:spTree>
  </p:cSld>
</p:sldLayout>
</file>

<file path=ppt/slideLayouts/slideLayout26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9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73C50617-B0D3-4264-8721-19174F751F2B}" type="slidenum">
              <a:t>&lt;#&gt;</a:t>
            </a:fld>
          </a:p>
        </p:txBody>
      </p:sp>
    </p:spTree>
  </p:cSld>
</p:sldLayout>
</file>

<file path=ppt/slideLayouts/slideLayout26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9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5B76C543-7E84-465C-8CEE-C278A605B757}" type="slidenum">
              <a:t>&lt;#&gt;</a:t>
            </a:fld>
          </a:p>
        </p:txBody>
      </p:sp>
    </p:spTree>
  </p:cSld>
</p:sldLayout>
</file>

<file path=ppt/slideLayouts/slideLayout26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0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888950BF-7CB2-42BE-ACB4-A11E4CF59248}" type="slidenum">
              <a:t>&lt;#&gt;</a:t>
            </a:fld>
          </a:p>
        </p:txBody>
      </p:sp>
    </p:spTree>
  </p:cSld>
</p:sldLayout>
</file>

<file path=ppt/slideLayouts/slideLayout26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0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0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3BBD9ABB-74DE-4549-9A6A-5F57C50DC15E}" type="slidenum">
              <a:t>&lt;#&gt;</a:t>
            </a:fld>
          </a:p>
        </p:txBody>
      </p:sp>
    </p:spTree>
  </p:cSld>
</p:sldLayout>
</file>

<file path=ppt/slideLayouts/slideLayout26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1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1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1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1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1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04"/>
          </p:nvPr>
        </p:nvSpPr>
        <p:spPr/>
        <p:txBody>
          <a:bodyPr/>
          <a:p>
            <a:fld id="{BC1C02B1-BD8B-4CDD-A6D2-A05F52168634}" type="slidenum">
              <a:t>&lt;#&gt;</a:t>
            </a:fld>
          </a:p>
        </p:txBody>
      </p:sp>
    </p:spTree>
  </p:cSld>
</p:sldLayout>
</file>

<file path=ppt/slideLayouts/slideLayout26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DFC8C898-DBD0-41B4-AB7D-872589D297FF}" type="slidenum">
              <a:t>&lt;#&gt;</a:t>
            </a:fld>
          </a:p>
        </p:txBody>
      </p:sp>
    </p:spTree>
  </p:cSld>
</p:sldLayout>
</file>

<file path=ppt/slideLayouts/slideLayout26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2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65B9DDA8-2B58-4446-864D-FEAE022B160F}" type="slidenum">
              <a:t>&lt;#&gt;</a:t>
            </a:fld>
          </a:p>
        </p:txBody>
      </p:sp>
    </p:spTree>
  </p:cSld>
</p:sldLayout>
</file>

<file path=ppt/slideLayouts/slideLayout26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D5E53715-E8BE-4FBE-9B40-C7A6E8F4F03C}" type="slidenum">
              <a:t>&lt;#&gt;</a:t>
            </a:fld>
          </a:p>
        </p:txBody>
      </p:sp>
    </p:spTree>
  </p:cSld>
</p:sldLayout>
</file>

<file path=ppt/slideLayouts/slideLayout26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C397A824-5A58-427F-9C21-8B9000082D29}" type="slidenum">
              <a:t>&lt;#&gt;</a:t>
            </a:fld>
          </a:p>
        </p:txBody>
      </p:sp>
    </p:spTree>
  </p:cSld>
</p:sldLayout>
</file>

<file path=ppt/slideLayouts/slideLayout26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6DF16813-BBAC-4F50-97B5-4C2D15660C85}" type="slidenum">
              <a:t>&lt;#&gt;</a:t>
            </a:fld>
          </a:p>
        </p:txBody>
      </p:sp>
    </p:spTree>
  </p:cSld>
</p:sldLayout>
</file>

<file path=ppt/slideLayouts/slideLayout26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B5F04C0F-1723-4269-ABD9-F4305625E131}" type="slidenum">
              <a:t>&lt;#&gt;</a:t>
            </a:fld>
          </a:p>
        </p:txBody>
      </p:sp>
    </p:spTree>
  </p:cSld>
</p:sldLayout>
</file>

<file path=ppt/slideLayouts/slideLayout26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3B13AF04-B601-4A2D-9706-7E91CD219C36}" type="slidenum">
              <a:t>&lt;#&gt;</a:t>
            </a:fld>
          </a:p>
        </p:txBody>
      </p:sp>
    </p:spTree>
  </p:cSld>
</p:sldLayout>
</file>

<file path=ppt/slideLayouts/slideLayout26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3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1208D4C0-4F70-4CB9-B477-620FB0030226}" type="slidenum">
              <a:t>&lt;#&gt;</a:t>
            </a:fld>
          </a:p>
        </p:txBody>
      </p:sp>
    </p:spTree>
  </p:cSld>
</p:sldLayout>
</file>

<file path=ppt/slideLayouts/slideLayout26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46613CFD-4A6A-43C0-9F18-7B6AE78DBDD6}" type="slidenum">
              <a:t>&lt;#&gt;</a:t>
            </a:fld>
          </a:p>
        </p:txBody>
      </p:sp>
    </p:spTree>
  </p:cSld>
</p:sldLayout>
</file>

<file path=ppt/slideLayouts/slideLayout26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4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0A6D6EC1-32B0-4B42-9595-FBCB9A7A7F6B}" type="slidenum">
              <a:t>&lt;#&gt;</a:t>
            </a:fld>
          </a:p>
        </p:txBody>
      </p:sp>
    </p:spTree>
  </p:cSld>
</p:sldLayout>
</file>

<file path=ppt/slideLayouts/slideLayout26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4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4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D134B85A-1BA5-4961-8D0A-865C786C4419}" type="slidenum">
              <a:t>&lt;#&gt;</a:t>
            </a:fld>
          </a:p>
        </p:txBody>
      </p:sp>
    </p:spTree>
  </p:cSld>
</p:sldLayout>
</file>

<file path=ppt/slideLayouts/slideLayout26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5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5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5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5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5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05"/>
          </p:nvPr>
        </p:nvSpPr>
        <p:spPr/>
        <p:txBody>
          <a:bodyPr/>
          <a:p>
            <a:fld id="{76C78507-6FE5-4FE2-BB7C-AF9639BEB2B7}" type="slidenum">
              <a:t>&lt;#&gt;</a:t>
            </a:fld>
          </a:p>
        </p:txBody>
      </p:sp>
    </p:spTree>
  </p:cSld>
</p:sldLayout>
</file>

<file path=ppt/slideLayouts/slideLayout26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1B1C046C-70B9-48D3-AFBF-DE79CF65FE3B}" type="slidenum">
              <a:t>&lt;#&gt;</a:t>
            </a:fld>
          </a:p>
        </p:txBody>
      </p:sp>
    </p:spTree>
  </p:cSld>
</p:sldLayout>
</file>

<file path=ppt/slideLayouts/slideLayout26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6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05291686-4ADD-4987-8695-DEBBA2FD4CE4}" type="slidenum">
              <a:t>&lt;#&gt;</a:t>
            </a:fld>
          </a:p>
        </p:txBody>
      </p:sp>
    </p:spTree>
  </p:cSld>
</p:sldLayout>
</file>

<file path=ppt/slideLayouts/slideLayout26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F210C2FC-C25E-408A-AAF3-113288DB963F}" type="slidenum">
              <a:t>&lt;#&gt;</a:t>
            </a:fld>
          </a:p>
        </p:txBody>
      </p:sp>
    </p:spTree>
  </p:cSld>
</p:sldLayout>
</file>

<file path=ppt/slideLayouts/slideLayout26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29A58576-ED53-4A76-ACEA-84BA83F6D423}" type="slidenum">
              <a:t>&lt;#&gt;</a:t>
            </a:fld>
          </a:p>
        </p:txBody>
      </p:sp>
    </p:spTree>
  </p:cSld>
</p:sldLayout>
</file>

<file path=ppt/slideLayouts/slideLayout26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50A9CFC4-15C4-468C-8FAA-42A1B60BE3BC}" type="slidenum">
              <a:t>&lt;#&gt;</a:t>
            </a:fld>
          </a:p>
        </p:txBody>
      </p:sp>
    </p:spTree>
  </p:cSld>
</p:sldLayout>
</file>

<file path=ppt/slideLayouts/slideLayout26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43D9609A-A1D2-446F-B7B1-595CF61EE872}" type="slidenum">
              <a:t>&lt;#&gt;</a:t>
            </a:fld>
          </a:p>
        </p:txBody>
      </p:sp>
    </p:spTree>
  </p:cSld>
</p:sldLayout>
</file>

<file path=ppt/slideLayouts/slideLayout26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7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CCCCFEF6-03CD-42DF-BDBD-14793A7979ED}" type="slidenum">
              <a:t>&lt;#&gt;</a:t>
            </a:fld>
          </a:p>
        </p:txBody>
      </p:sp>
    </p:spTree>
  </p:cSld>
</p:sldLayout>
</file>

<file path=ppt/slideLayouts/slideLayout26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8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5F2492FF-F8DD-461D-9D12-3504ADE6514F}" type="slidenum">
              <a:t>&lt;#&gt;</a:t>
            </a:fld>
          </a:p>
        </p:txBody>
      </p:sp>
    </p:spTree>
  </p:cSld>
</p:sldLayout>
</file>

<file path=ppt/slideLayouts/slideLayout26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27E441A9-D24A-441B-BE33-76482BD0E358}" type="slidenum">
              <a:t>&lt;#&gt;</a:t>
            </a:fld>
          </a:p>
        </p:txBody>
      </p:sp>
    </p:spTree>
  </p:cSld>
</p:sldLayout>
</file>

<file path=ppt/slideLayouts/slideLayout26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8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C1707B1C-41AD-4C55-AB10-3D995E624004}" type="slidenum">
              <a:t>&lt;#&gt;</a:t>
            </a:fld>
          </a:p>
        </p:txBody>
      </p:sp>
    </p:spTree>
  </p:cSld>
</p:sldLayout>
</file>

<file path=ppt/slideLayouts/slideLayout26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9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88056ADD-FA41-4865-AEE6-C88E8A920BC9}" type="slidenum">
              <a:t>&lt;#&gt;</a:t>
            </a:fld>
          </a:p>
        </p:txBody>
      </p:sp>
    </p:spTree>
  </p:cSld>
</p:sldLayout>
</file>

<file path=ppt/slideLayouts/slideLayout27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9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9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9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9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9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0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07"/>
          </p:nvPr>
        </p:nvSpPr>
        <p:spPr/>
        <p:txBody>
          <a:bodyPr/>
          <a:p>
            <a:fld id="{BDA6C272-BD57-49AD-B2B7-B964AD7F0E9B}" type="slidenum">
              <a:t>&lt;#&gt;</a:t>
            </a:fld>
          </a:p>
        </p:txBody>
      </p:sp>
    </p:spTree>
  </p:cSld>
</p:sldLayout>
</file>

<file path=ppt/slideLayouts/slideLayout27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9C59AA9A-DDB0-434C-98B8-0F0194C46E50}" type="slidenum">
              <a:t>&lt;#&gt;</a:t>
            </a:fld>
          </a:p>
        </p:txBody>
      </p:sp>
    </p:spTree>
  </p:cSld>
</p:sldLayout>
</file>

<file path=ppt/slideLayouts/slideLayout27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0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1AEA6DED-C261-4B4E-9EE9-8806B214B2FC}" type="slidenum">
              <a:t>&lt;#&gt;</a:t>
            </a:fld>
          </a:p>
        </p:txBody>
      </p:sp>
    </p:spTree>
  </p:cSld>
</p:sldLayout>
</file>

<file path=ppt/slideLayouts/slideLayout27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C081A1A2-5C81-46B8-A440-4F435B6AD266}" type="slidenum">
              <a:t>&lt;#&gt;</a:t>
            </a:fld>
          </a:p>
        </p:txBody>
      </p:sp>
    </p:spTree>
  </p:cSld>
</p:sldLayout>
</file>

<file path=ppt/slideLayouts/slideLayout27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174A2896-C7B2-4EF7-8E84-5B0B9597FBA3}" type="slidenum">
              <a:t>&lt;#&gt;</a:t>
            </a:fld>
          </a:p>
        </p:txBody>
      </p:sp>
    </p:spTree>
  </p:cSld>
</p:sldLayout>
</file>

<file path=ppt/slideLayouts/slideLayout27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DF74B9F6-EA84-42A4-A9B3-1A15754B85CB}" type="slidenum">
              <a:t>&lt;#&gt;</a:t>
            </a:fld>
          </a:p>
        </p:txBody>
      </p:sp>
    </p:spTree>
  </p:cSld>
</p:sldLayout>
</file>

<file path=ppt/slideLayouts/slideLayout27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0AC7F0BF-B886-44EE-857F-A89B699978B7}" type="slidenum">
              <a:t>&lt;#&gt;</a:t>
            </a:fld>
          </a:p>
        </p:txBody>
      </p:sp>
    </p:spTree>
  </p:cSld>
</p:sldLayout>
</file>

<file path=ppt/slideLayouts/slideLayout27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D7C2303B-330B-460A-A61F-41286A875AE6}" type="slidenum">
              <a:t>&lt;#&gt;</a:t>
            </a:fld>
          </a:p>
        </p:txBody>
      </p:sp>
    </p:spTree>
  </p:cSld>
</p:sldLayout>
</file>

<file path=ppt/slideLayouts/slideLayout27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2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56A24562-2B9A-4602-B9E2-04F70ECE2EE9}" type="slidenum">
              <a:t>&lt;#&gt;</a:t>
            </a:fld>
          </a:p>
        </p:txBody>
      </p:sp>
    </p:spTree>
  </p:cSld>
</p:sldLayout>
</file>

<file path=ppt/slideLayouts/slideLayout27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2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1E6E9663-032D-4A8A-A2B0-D49368D835C9}" type="slidenum">
              <a:t>&lt;#&gt;</a:t>
            </a:fld>
          </a:p>
        </p:txBody>
      </p:sp>
    </p:spTree>
  </p:cSld>
</p:sldLayout>
</file>

<file path=ppt/slideLayouts/slideLayout27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2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3E7143EE-F9C4-4B55-AF64-34D3FE6B5AD5}" type="slidenum">
              <a:t>&lt;#&gt;</a:t>
            </a:fld>
          </a:p>
        </p:txBody>
      </p:sp>
    </p:spTree>
  </p:cSld>
</p:sldLayout>
</file>

<file path=ppt/slideLayouts/slideLayout27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3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C1635886-86A0-4E51-83C4-15F89020560D}" type="slidenum">
              <a:t>&lt;#&gt;</a:t>
            </a:fld>
          </a:p>
        </p:txBody>
      </p:sp>
    </p:spTree>
  </p:cSld>
</p:sldLayout>
</file>

<file path=ppt/slideLayouts/slideLayout27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3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3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3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3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3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08"/>
          </p:nvPr>
        </p:nvSpPr>
        <p:spPr/>
        <p:txBody>
          <a:bodyPr/>
          <a:p>
            <a:fld id="{9A30F5CC-B2FA-4F43-9C68-DB90E8F62750}" type="slidenum">
              <a:t>&lt;#&gt;</a:t>
            </a:fld>
          </a:p>
        </p:txBody>
      </p:sp>
    </p:spTree>
  </p:cSld>
</p:sldLayout>
</file>

<file path=ppt/slideLayouts/slideLayout27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7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4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7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6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6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6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7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7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7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7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7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7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8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FA46DC81-5AA2-4A9A-84AC-AE876ADE78EA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9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987BD9F4-BBCE-4878-A76D-55EF8348B6B6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24B05392-B608-4617-9414-1B5D2A3A646B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4F29F954-C2DF-49FC-BA2D-9DA7ED08A9F1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280D2ECB-571F-48AD-AB03-B5D905C0B5D1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26678C4D-BAF4-482B-8406-8A26DB90C7B5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0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77D77F9A-7589-4D30-85BC-00A94B706959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0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3E7A05F6-59D8-4E9E-9EE7-60DA32D55A64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0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1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F7C1103A-DFB8-4C02-B2E5-D526A3F5A11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1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BDB87106-D945-4672-9DFA-1D10FDA2484A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1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1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A9474054-8502-4390-9EF5-FF289249E8BE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2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2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2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2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2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1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11"/>
          </p:nvPr>
        </p:nvSpPr>
        <p:spPr/>
        <p:txBody>
          <a:bodyPr/>
          <a:p>
            <a:fld id="{64ABC47C-0297-45D7-AEA8-3D49E5FA9207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0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7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FB0C19F5-08B6-4127-B18A-1111C08910CB}" type="slidenum">
              <a:t>&lt;#&gt;</a:t>
            </a:fld>
          </a:p>
        </p:txBody>
      </p:sp>
    </p:spTree>
  </p:cSld>
</p:sldLayout>
</file>

<file path=ppt/slideLayouts/slideLayout27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3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3EFE86EA-1DF9-4B7E-BA5E-64A51D98B44D}" type="slidenum">
              <a:t>&lt;#&gt;</a:t>
            </a:fld>
          </a:p>
        </p:txBody>
      </p:sp>
    </p:spTree>
  </p:cSld>
</p:sldLayout>
</file>

<file path=ppt/slideLayouts/slideLayout27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8C84F396-07A1-4EF0-A31B-B6F11DED59F7}" type="slidenum">
              <a:t>&lt;#&gt;</a:t>
            </a:fld>
          </a:p>
        </p:txBody>
      </p:sp>
    </p:spTree>
  </p:cSld>
</p:sldLayout>
</file>

<file path=ppt/slideLayouts/slideLayout27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EAB56DAF-5E7B-4EB2-9E01-334042E61639}" type="slidenum">
              <a:t>&lt;#&gt;</a:t>
            </a:fld>
          </a:p>
        </p:txBody>
      </p:sp>
    </p:spTree>
  </p:cSld>
</p:sldLayout>
</file>

<file path=ppt/slideLayouts/slideLayout27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CDBEEDA9-5229-4F37-B557-924B533F39B3}" type="slidenum">
              <a:t>&lt;#&gt;</a:t>
            </a:fld>
          </a:p>
        </p:txBody>
      </p:sp>
    </p:spTree>
  </p:cSld>
</p:sldLayout>
</file>

<file path=ppt/slideLayouts/slideLayout27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8C099D49-C62C-4A5A-BBC9-33A17B1F5D2E}" type="slidenum">
              <a:t>&lt;#&gt;</a:t>
            </a:fld>
          </a:p>
        </p:txBody>
      </p:sp>
    </p:spTree>
  </p:cSld>
</p:sldLayout>
</file>

<file path=ppt/slideLayouts/slideLayout27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4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09127E89-D732-4400-A85E-C4B27C05D118}" type="slidenum">
              <a:t>&lt;#&gt;</a:t>
            </a:fld>
          </a:p>
        </p:txBody>
      </p:sp>
    </p:spTree>
  </p:cSld>
</p:sldLayout>
</file>

<file path=ppt/slideLayouts/slideLayout27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4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7DF753E4-2174-45D0-AF6E-92FD8E72D4D9}" type="slidenum">
              <a:t>&lt;#&gt;</a:t>
            </a:fld>
          </a:p>
        </p:txBody>
      </p:sp>
    </p:spTree>
  </p:cSld>
</p:sldLayout>
</file>

<file path=ppt/slideLayouts/slideLayout27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B53B9ADE-CD59-4E9D-8347-D8EC152B6871}" type="slidenum">
              <a:t>&lt;#&gt;</a:t>
            </a:fld>
          </a:p>
        </p:txBody>
      </p:sp>
    </p:spTree>
  </p:cSld>
</p:sldLayout>
</file>

<file path=ppt/slideLayouts/slideLayout27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5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3ACFB11C-CDDB-4EE0-A0E3-3EFDF98A9854}" type="slidenum">
              <a:t>&lt;#&gt;</a:t>
            </a:fld>
          </a:p>
        </p:txBody>
      </p:sp>
    </p:spTree>
  </p:cSld>
</p:sldLayout>
</file>

<file path=ppt/slideLayouts/slideLayout27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5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6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B5B7AF37-1A00-4434-A59A-B556BAD94000}" type="slidenum">
              <a:t>&lt;#&gt;</a:t>
            </a:fld>
          </a:p>
        </p:txBody>
      </p:sp>
    </p:spTree>
  </p:cSld>
</p:sldLayout>
</file>

<file path=ppt/slideLayouts/slideLayout27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6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6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6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6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6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12"/>
          </p:nvPr>
        </p:nvSpPr>
        <p:spPr/>
        <p:txBody>
          <a:bodyPr/>
          <a:p>
            <a:fld id="{A53C439D-BCA3-45F8-9865-DB2B8E0FF03A}" type="slidenum">
              <a:t>&lt;#&gt;</a:t>
            </a:fld>
          </a:p>
        </p:txBody>
      </p:sp>
    </p:spTree>
  </p:cSld>
</p:sldLayout>
</file>

<file path=ppt/slideLayouts/slideLayout27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70639EBD-E02E-4E0D-9A1B-70F79ABB18BF}" type="slidenum">
              <a:t>&lt;#&gt;</a:t>
            </a:fld>
          </a:p>
        </p:txBody>
      </p:sp>
    </p:spTree>
  </p:cSld>
</p:sldLayout>
</file>

<file path=ppt/slideLayouts/slideLayout27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7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779DCF20-67A4-4260-B9E1-6A78F60332B7}" type="slidenum">
              <a:t>&lt;#&gt;</a:t>
            </a:fld>
          </a:p>
        </p:txBody>
      </p:sp>
    </p:spTree>
  </p:cSld>
</p:sldLayout>
</file>

<file path=ppt/slideLayouts/slideLayout27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EDEEEDB3-319D-4753-B32C-46976465AD3D}" type="slidenum">
              <a:t>&lt;#&gt;</a:t>
            </a:fld>
          </a:p>
        </p:txBody>
      </p:sp>
    </p:spTree>
  </p:cSld>
</p:sldLayout>
</file>

<file path=ppt/slideLayouts/slideLayout27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6A3DD5B1-998F-4DAF-92B8-F7F88C6E9212}" type="slidenum">
              <a:t>&lt;#&gt;</a:t>
            </a:fld>
          </a:p>
        </p:txBody>
      </p:sp>
    </p:spTree>
  </p:cSld>
</p:sldLayout>
</file>

<file path=ppt/slideLayouts/slideLayout27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98D1DAE0-BA48-43CA-A066-1FC64E7D01E2}" type="slidenum">
              <a:t>&lt;#&gt;</a:t>
            </a:fld>
          </a:p>
        </p:txBody>
      </p:sp>
    </p:spTree>
  </p:cSld>
</p:sldLayout>
</file>

<file path=ppt/slideLayouts/slideLayout27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C152512F-4A69-4B95-A3E2-557443E9C2F3}" type="slidenum">
              <a:t>&lt;#&gt;</a:t>
            </a:fld>
          </a:p>
        </p:txBody>
      </p:sp>
    </p:spTree>
  </p:cSld>
</p:sldLayout>
</file>

<file path=ppt/slideLayouts/slideLayout27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BA6469FB-CA06-4EBE-8602-B3DE6DA4D9C1}" type="slidenum">
              <a:t>&lt;#&gt;</a:t>
            </a:fld>
          </a:p>
        </p:txBody>
      </p:sp>
    </p:spTree>
  </p:cSld>
</p:sldLayout>
</file>

<file path=ppt/slideLayouts/slideLayout27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9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1F6DA63D-C1B9-4B58-A3C3-D2D9DDC247FB}" type="slidenum">
              <a:t>&lt;#&gt;</a:t>
            </a:fld>
          </a:p>
        </p:txBody>
      </p:sp>
    </p:spTree>
  </p:cSld>
</p:sldLayout>
</file>

<file path=ppt/slideLayouts/slideLayout27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9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3ECFC0EC-9AAA-4819-9E16-E7E5CE4F8BC2}" type="slidenum">
              <a:t>&lt;#&gt;</a:t>
            </a:fld>
          </a:p>
        </p:txBody>
      </p:sp>
    </p:spTree>
  </p:cSld>
</p:sldLayout>
</file>

<file path=ppt/slideLayouts/slideLayout27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9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E217A8FF-C969-427A-9E28-1E9CE7E5A5DB}" type="slidenum">
              <a:t>&lt;#&gt;</a:t>
            </a:fld>
          </a:p>
        </p:txBody>
      </p:sp>
    </p:spTree>
  </p:cSld>
</p:sldLayout>
</file>

<file path=ppt/slideLayouts/slideLayout27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0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0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D206CDFA-0589-4A6D-9D6A-CA2FB267B4F5}" type="slidenum">
              <a:t>&lt;#&gt;</a:t>
            </a:fld>
          </a:p>
        </p:txBody>
      </p:sp>
    </p:spTree>
  </p:cSld>
</p:sldLayout>
</file>

<file path=ppt/slideLayouts/slideLayout27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0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0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0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0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0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13"/>
          </p:nvPr>
        </p:nvSpPr>
        <p:spPr/>
        <p:txBody>
          <a:bodyPr/>
          <a:p>
            <a:fld id="{2A224D7C-1524-4F34-AC3A-9371241C7818}" type="slidenum">
              <a:t>&lt;#&gt;</a:t>
            </a:fld>
          </a:p>
        </p:txBody>
      </p:sp>
    </p:spTree>
  </p:cSld>
</p:sldLayout>
</file>

<file path=ppt/slideLayouts/slideLayout27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CDA901F4-8A78-4905-A315-0DF80C106BBD}" type="slidenum">
              <a:t>&lt;#&gt;</a:t>
            </a:fld>
          </a:p>
        </p:txBody>
      </p:sp>
    </p:spTree>
  </p:cSld>
</p:sldLayout>
</file>

<file path=ppt/slideLayouts/slideLayout27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1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62478CB6-096B-48C6-A686-DC470D5E86EC}" type="slidenum">
              <a:t>&lt;#&gt;</a:t>
            </a:fld>
          </a:p>
        </p:txBody>
      </p:sp>
    </p:spTree>
  </p:cSld>
</p:sldLayout>
</file>

<file path=ppt/slideLayouts/slideLayout27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9107C9D9-2FA4-4ADF-8A2D-EFFF7A48CF2F}" type="slidenum">
              <a:t>&lt;#&gt;</a:t>
            </a:fld>
          </a:p>
        </p:txBody>
      </p:sp>
    </p:spTree>
  </p:cSld>
</p:sldLayout>
</file>

<file path=ppt/slideLayouts/slideLayout27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2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A91ADC5F-220C-40D1-A209-ED445C833C22}" type="slidenum">
              <a:t>&lt;#&gt;</a:t>
            </a:fld>
          </a:p>
        </p:txBody>
      </p:sp>
    </p:spTree>
  </p:cSld>
</p:sldLayout>
</file>

<file path=ppt/slideLayouts/slideLayout27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D56ADAE3-D89E-42EC-B719-47F3CB173CFA}" type="slidenum">
              <a:t>&lt;#&gt;</a:t>
            </a:fld>
          </a:p>
        </p:txBody>
      </p:sp>
    </p:spTree>
  </p:cSld>
</p:sldLayout>
</file>

<file path=ppt/slideLayouts/slideLayout27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3FBF7CD8-FBBC-4ACD-A93B-8641261A38AD}" type="slidenum">
              <a:t>&lt;#&gt;</a:t>
            </a:fld>
          </a:p>
        </p:txBody>
      </p:sp>
    </p:spTree>
  </p:cSld>
</p:sldLayout>
</file>

<file path=ppt/slideLayouts/slideLayout27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2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3364DC60-F36F-4A76-9B80-B06F2BB102DA}" type="slidenum">
              <a:t>&lt;#&gt;</a:t>
            </a:fld>
          </a:p>
        </p:txBody>
      </p:sp>
    </p:spTree>
  </p:cSld>
</p:sldLayout>
</file>

<file path=ppt/slideLayouts/slideLayout27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3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67997436-BF84-4EC9-9271-A1CD200CD7F1}" type="slidenum">
              <a:t>&lt;#&gt;</a:t>
            </a:fld>
          </a:p>
        </p:txBody>
      </p:sp>
    </p:spTree>
  </p:cSld>
</p:sldLayout>
</file>

<file path=ppt/slideLayouts/slideLayout27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3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E853074D-F2D3-4881-9E9D-1911A04FAD23}" type="slidenum">
              <a:t>&lt;#&gt;</a:t>
            </a:fld>
          </a:p>
        </p:txBody>
      </p:sp>
    </p:spTree>
  </p:cSld>
</p:sldLayout>
</file>

<file path=ppt/slideLayouts/slideLayout27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3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2D8B0060-B6F6-4967-AF0E-1039DDAA6F44}" type="slidenum">
              <a:t>&lt;#&gt;</a:t>
            </a:fld>
          </a:p>
        </p:txBody>
      </p:sp>
    </p:spTree>
  </p:cSld>
</p:sldLayout>
</file>

<file path=ppt/slideLayouts/slideLayout27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4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4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BE3BADA1-935B-458B-B74D-537E1AA5FADA}" type="slidenum">
              <a:t>&lt;#&gt;</a:t>
            </a:fld>
          </a:p>
        </p:txBody>
      </p:sp>
    </p:spTree>
  </p:cSld>
</p:sldLayout>
</file>

<file path=ppt/slideLayouts/slideLayout27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4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4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4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5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5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14"/>
          </p:nvPr>
        </p:nvSpPr>
        <p:spPr/>
        <p:txBody>
          <a:bodyPr/>
          <a:p>
            <a:fld id="{F5B99AA5-FD99-436C-908C-E06969D563D0}" type="slidenum">
              <a:t>&lt;#&gt;</a:t>
            </a:fld>
          </a:p>
        </p:txBody>
      </p:sp>
    </p:spTree>
  </p:cSld>
</p:sldLayout>
</file>

<file path=ppt/slideLayouts/slideLayout27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5DCBA834-EFDD-4DA5-B697-1CE8C014850A}" type="slidenum">
              <a:t>&lt;#&gt;</a:t>
            </a:fld>
          </a:p>
        </p:txBody>
      </p:sp>
    </p:spTree>
  </p:cSld>
</p:sldLayout>
</file>

<file path=ppt/slideLayouts/slideLayout27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6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E45836E0-5626-4213-B38C-0FE2742000BB}" type="slidenum">
              <a:t>&lt;#&gt;</a:t>
            </a:fld>
          </a:p>
        </p:txBody>
      </p:sp>
    </p:spTree>
  </p:cSld>
</p:sldLayout>
</file>

<file path=ppt/slideLayouts/slideLayout27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BB9D9922-BAE9-4855-B903-FF9582166C7F}" type="slidenum">
              <a:t>&lt;#&gt;</a:t>
            </a:fld>
          </a:p>
        </p:txBody>
      </p:sp>
    </p:spTree>
  </p:cSld>
</p:sldLayout>
</file>

<file path=ppt/slideLayouts/slideLayout27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AD58A2C6-AE14-4CA3-A7BC-30B01AF37EC1}" type="slidenum">
              <a:t>&lt;#&gt;</a:t>
            </a:fld>
          </a:p>
        </p:txBody>
      </p:sp>
    </p:spTree>
  </p:cSld>
</p:sldLayout>
</file>

<file path=ppt/slideLayouts/slideLayout27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9775BFA4-988F-416B-A358-8A5CF616BC7F}" type="slidenum">
              <a:t>&lt;#&gt;</a:t>
            </a:fld>
          </a:p>
        </p:txBody>
      </p:sp>
    </p:spTree>
  </p:cSld>
</p:sldLayout>
</file>

<file path=ppt/slideLayouts/slideLayout27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5AB65161-CF4A-4423-A658-CBC4D2332B9F}" type="slidenum">
              <a:t>&lt;#&gt;</a:t>
            </a:fld>
          </a:p>
        </p:txBody>
      </p:sp>
    </p:spTree>
  </p:cSld>
</p:sldLayout>
</file>

<file path=ppt/slideLayouts/slideLayout27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85B63189-B39F-4710-B493-D4B7EC36464E}" type="slidenum">
              <a:t>&lt;#&gt;</a:t>
            </a:fld>
          </a:p>
        </p:txBody>
      </p:sp>
    </p:spTree>
  </p:cSld>
</p:sldLayout>
</file>

<file path=ppt/slideLayouts/slideLayout27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7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50427734-3C2F-4533-9033-24844BA8EE54}" type="slidenum">
              <a:t>&lt;#&gt;</a:t>
            </a:fld>
          </a:p>
        </p:txBody>
      </p:sp>
    </p:spTree>
  </p:cSld>
</p:sldLayout>
</file>

<file path=ppt/slideLayouts/slideLayout27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7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F0220E36-BF05-49BD-8632-4F056358535E}" type="slidenum">
              <a:t>&lt;#&gt;</a:t>
            </a:fld>
          </a:p>
        </p:txBody>
      </p:sp>
    </p:spTree>
  </p:cSld>
</p:sldLayout>
</file>

<file path=ppt/slideLayouts/slideLayout27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8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8C35D808-4A06-4BCC-8858-59C838D2E7F2}" type="slidenum">
              <a:t>&lt;#&gt;</a:t>
            </a:fld>
          </a:p>
        </p:txBody>
      </p:sp>
    </p:spTree>
  </p:cSld>
</p:sldLayout>
</file>

<file path=ppt/slideLayouts/slideLayout27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8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49A49BD6-B6D9-4353-8829-48E8B280E603}" type="slidenum">
              <a:t>&lt;#&gt;</a:t>
            </a:fld>
          </a:p>
        </p:txBody>
      </p:sp>
    </p:spTree>
  </p:cSld>
</p:sldLayout>
</file>

<file path=ppt/slideLayouts/slideLayout27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9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9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9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9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9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1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16"/>
          </p:nvPr>
        </p:nvSpPr>
        <p:spPr/>
        <p:txBody>
          <a:bodyPr/>
          <a:p>
            <a:fld id="{AFBB494D-3C52-4376-982E-B0C667D22620}" type="slidenum">
              <a:t>&lt;#&gt;</a:t>
            </a:fld>
          </a:p>
        </p:txBody>
      </p:sp>
    </p:spTree>
  </p:cSld>
</p:sldLayout>
</file>

<file path=ppt/slideLayouts/slideLayout27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EFB77B92-8324-42AC-9803-A5912F0E2B41}" type="slidenum">
              <a:t>&lt;#&gt;</a:t>
            </a:fld>
          </a:p>
        </p:txBody>
      </p:sp>
    </p:spTree>
  </p:cSld>
</p:sldLayout>
</file>

<file path=ppt/slideLayouts/slideLayout27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0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75F4C0D5-FF2F-4BE1-B03E-259CBB6C4AD5}" type="slidenum">
              <a:t>&lt;#&gt;</a:t>
            </a:fld>
          </a:p>
        </p:txBody>
      </p:sp>
    </p:spTree>
  </p:cSld>
</p:sldLayout>
</file>

<file path=ppt/slideLayouts/slideLayout27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5E75C487-4B9C-43BA-8E91-49469B22CAB0}" type="slidenum">
              <a:t>&lt;#&gt;</a:t>
            </a:fld>
          </a:p>
        </p:txBody>
      </p:sp>
    </p:spTree>
  </p:cSld>
</p:sldLayout>
</file>

<file path=ppt/slideLayouts/slideLayout27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0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3F5DBC23-D000-44AA-8013-D1595DEAA2EC}" type="slidenum">
              <a:t>&lt;#&gt;</a:t>
            </a:fld>
          </a:p>
        </p:txBody>
      </p:sp>
    </p:spTree>
  </p:cSld>
</p:sldLayout>
</file>

<file path=ppt/slideLayouts/slideLayout27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C2EE94ED-40E6-4A2D-BF21-1C569F8C791B}" type="slidenum">
              <a:t>&lt;#&gt;</a:t>
            </a:fld>
          </a:p>
        </p:txBody>
      </p:sp>
    </p:spTree>
  </p:cSld>
</p:sldLayout>
</file>

<file path=ppt/slideLayouts/slideLayout27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567AA452-4021-4169-90D2-49AE6306A5A7}" type="slidenum">
              <a:t>&lt;#&gt;</a:t>
            </a:fld>
          </a:p>
        </p:txBody>
      </p:sp>
    </p:spTree>
  </p:cSld>
</p:sldLayout>
</file>

<file path=ppt/slideLayouts/slideLayout27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26179EA2-81BC-4A76-9CCF-456ED3A981CF}" type="slidenum">
              <a:t>&lt;#&gt;</a:t>
            </a:fld>
          </a:p>
        </p:txBody>
      </p:sp>
    </p:spTree>
  </p:cSld>
</p:sldLayout>
</file>

<file path=ppt/slideLayouts/slideLayout27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1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4803C8E2-ECC6-4754-A375-785A2E936DD1}" type="slidenum">
              <a:t>&lt;#&gt;</a:t>
            </a:fld>
          </a:p>
        </p:txBody>
      </p:sp>
    </p:spTree>
  </p:cSld>
</p:sldLayout>
</file>

<file path=ppt/slideLayouts/slideLayout27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1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1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BC9B670B-3C4F-4AD6-8BE3-EA72FACA020A}" type="slidenum">
              <a:t>&lt;#&gt;</a:t>
            </a:fld>
          </a:p>
        </p:txBody>
      </p:sp>
    </p:spTree>
  </p:cSld>
</p:sldLayout>
</file>

<file path=ppt/slideLayouts/slideLayout27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2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04C185F9-2B39-409C-B7B1-FC6F06B3F22A}" type="slidenum">
              <a:t>&lt;#&gt;</a:t>
            </a:fld>
          </a:p>
        </p:txBody>
      </p:sp>
    </p:spTree>
  </p:cSld>
</p:sldLayout>
</file>

<file path=ppt/slideLayouts/slideLayout27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2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9B4DACED-701D-467B-ACD5-D22351C17194}" type="slidenum">
              <a:t>&lt;#&gt;</a:t>
            </a:fld>
          </a:p>
        </p:txBody>
      </p:sp>
    </p:spTree>
  </p:cSld>
</p:sldLayout>
</file>

<file path=ppt/slideLayouts/slideLayout27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3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3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3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3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3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17"/>
          </p:nvPr>
        </p:nvSpPr>
        <p:spPr/>
        <p:txBody>
          <a:bodyPr/>
          <a:p>
            <a:fld id="{C1E9D978-B466-4791-BD57-A7A74EE73B14}" type="slidenum">
              <a:t>&lt;#&gt;</a:t>
            </a:fld>
          </a:p>
        </p:txBody>
      </p:sp>
    </p:spTree>
  </p:cSld>
</p:sldLayout>
</file>

<file path=ppt/slideLayouts/slideLayout27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7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4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7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8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5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6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6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6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6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7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7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7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7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7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8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9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9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0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0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0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1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1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1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1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1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1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1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8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DACE4F05-54F5-489B-AFF3-C472613F0C30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2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3B0003C7-DD6B-44E3-B903-34E2414CF4BF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7C396556-D800-495D-BEB9-394B62CCCF55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8C6747BC-3BE1-45DB-BCBF-BC63BBF71533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C48632B4-D94D-4E89-BBD3-F796727F645D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1A30F0F5-847C-4E02-9E7E-C4880B4CC6E1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3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C97A7B1F-31CA-41AD-B3FD-2A1AAB4420C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4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4C4B2A30-7870-4744-B6ED-9210C9F53666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B6BA5F1A-3916-4A15-A759-DD2F192E3A1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5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5C0B2074-5AE3-4A75-BECF-F9CDD66C1C0F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5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AD600D14-A570-45F4-96E7-AF6B06F9A3FC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5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5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6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6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6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2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21"/>
          </p:nvPr>
        </p:nvSpPr>
        <p:spPr/>
        <p:txBody>
          <a:bodyPr/>
          <a:p>
            <a:fld id="{B898DE25-4377-4B7E-8D8C-1D2CF38EE4AA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1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8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5A738A9B-017A-49EF-B55F-5DC4B5F61B92}" type="slidenum">
              <a:t>&lt;#&gt;</a:t>
            </a:fld>
          </a:p>
        </p:txBody>
      </p:sp>
    </p:spTree>
  </p:cSld>
</p:sldLayout>
</file>

<file path=ppt/slideLayouts/slideLayout28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7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04D6D2E0-F551-4D4A-8339-15EB0584986E}" type="slidenum">
              <a:t>&lt;#&gt;</a:t>
            </a:fld>
          </a:p>
        </p:txBody>
      </p:sp>
    </p:spTree>
  </p:cSld>
</p:sldLayout>
</file>

<file path=ppt/slideLayouts/slideLayout28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FB3AFC1E-E81A-4FED-A98C-BEE16E80507A}" type="slidenum">
              <a:t>&lt;#&gt;</a:t>
            </a:fld>
          </a:p>
        </p:txBody>
      </p:sp>
    </p:spTree>
  </p:cSld>
</p:sldLayout>
</file>

<file path=ppt/slideLayouts/slideLayout28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99699A6A-CB7D-46A3-94B8-403BFEC6527D}" type="slidenum">
              <a:t>&lt;#&gt;</a:t>
            </a:fld>
          </a:p>
        </p:txBody>
      </p:sp>
    </p:spTree>
  </p:cSld>
</p:sldLayout>
</file>

<file path=ppt/slideLayouts/slideLayout28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94CCB3BF-56D5-4798-BB88-C480035B9341}" type="slidenum">
              <a:t>&lt;#&gt;</a:t>
            </a:fld>
          </a:p>
        </p:txBody>
      </p:sp>
    </p:spTree>
  </p:cSld>
</p:sldLayout>
</file>

<file path=ppt/slideLayouts/slideLayout28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8718A3E6-CD4D-4E22-82E2-76CC01CCF5F4}" type="slidenum">
              <a:t>&lt;#&gt;</a:t>
            </a:fld>
          </a:p>
        </p:txBody>
      </p:sp>
    </p:spTree>
  </p:cSld>
</p:sldLayout>
</file>

<file path=ppt/slideLayouts/slideLayout28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E0C137C4-9640-4462-BCC1-6A96C35540FD}" type="slidenum">
              <a:t>&lt;#&gt;</a:t>
            </a:fld>
          </a:p>
        </p:txBody>
      </p:sp>
    </p:spTree>
  </p:cSld>
</p:sldLayout>
</file>

<file path=ppt/slideLayouts/slideLayout28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8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2E9D4371-A1E3-4107-9B9E-D443DDB4C580}" type="slidenum">
              <a:t>&lt;#&gt;</a:t>
            </a:fld>
          </a:p>
        </p:txBody>
      </p:sp>
    </p:spTree>
  </p:cSld>
</p:sldLayout>
</file>

<file path=ppt/slideLayouts/slideLayout28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8D8384D5-792C-498A-874A-4CB8A2049DC4}" type="slidenum">
              <a:t>&lt;#&gt;</a:t>
            </a:fld>
          </a:p>
        </p:txBody>
      </p:sp>
    </p:spTree>
  </p:cSld>
</p:sldLayout>
</file>

<file path=ppt/slideLayouts/slideLayout28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9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8E65A3F6-6DDD-4863-9CBE-81D0A5F1A88D}" type="slidenum">
              <a:t>&lt;#&gt;</a:t>
            </a:fld>
          </a:p>
        </p:txBody>
      </p:sp>
    </p:spTree>
  </p:cSld>
</p:sldLayout>
</file>

<file path=ppt/slideLayouts/slideLayout28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9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9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B9F74FF1-F915-46DB-82C6-8291BEDDB57B}" type="slidenum">
              <a:t>&lt;#&gt;</a:t>
            </a:fld>
          </a:p>
        </p:txBody>
      </p:sp>
    </p:spTree>
  </p:cSld>
</p:sldLayout>
</file>

<file path=ppt/slideLayouts/slideLayout28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0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0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0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0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0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22"/>
          </p:nvPr>
        </p:nvSpPr>
        <p:spPr/>
        <p:txBody>
          <a:bodyPr/>
          <a:p>
            <a:fld id="{66F8ED40-8F18-45EA-8110-587852034926}" type="slidenum">
              <a:t>&lt;#&gt;</a:t>
            </a:fld>
          </a:p>
        </p:txBody>
      </p:sp>
    </p:spTree>
  </p:cSld>
</p:sldLayout>
</file>

<file path=ppt/slideLayouts/slideLayout28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DDFAFDFF-7F14-4528-92DE-59E03283B1A2}" type="slidenum">
              <a:t>&lt;#&gt;</a:t>
            </a:fld>
          </a:p>
        </p:txBody>
      </p:sp>
    </p:spTree>
  </p:cSld>
</p:sldLayout>
</file>

<file path=ppt/slideLayouts/slideLayout28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1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56D54F27-7A3E-4494-98A0-D2D1572833AF}" type="slidenum">
              <a:t>&lt;#&gt;</a:t>
            </a:fld>
          </a:p>
        </p:txBody>
      </p:sp>
    </p:spTree>
  </p:cSld>
</p:sldLayout>
</file>

<file path=ppt/slideLayouts/slideLayout28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07A1F5A6-6E90-47C1-B99A-EB9EBB75DF93}" type="slidenum">
              <a:t>&lt;#&gt;</a:t>
            </a:fld>
          </a:p>
        </p:txBody>
      </p:sp>
    </p:spTree>
  </p:cSld>
</p:sldLayout>
</file>

<file path=ppt/slideLayouts/slideLayout28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FE2DD9E5-D79F-4872-A890-8AC8F916D480}" type="slidenum">
              <a:t>&lt;#&gt;</a:t>
            </a:fld>
          </a:p>
        </p:txBody>
      </p:sp>
    </p:spTree>
  </p:cSld>
</p:sldLayout>
</file>

<file path=ppt/slideLayouts/slideLayout28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2EB81BC7-B134-4AAA-B2E6-29E5FACB932E}" type="slidenum">
              <a:t>&lt;#&gt;</a:t>
            </a:fld>
          </a:p>
        </p:txBody>
      </p:sp>
    </p:spTree>
  </p:cSld>
</p:sldLayout>
</file>

<file path=ppt/slideLayouts/slideLayout28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809D32E4-3E66-4306-A502-42BD36587E37}" type="slidenum">
              <a:t>&lt;#&gt;</a:t>
            </a:fld>
          </a:p>
        </p:txBody>
      </p:sp>
    </p:spTree>
  </p:cSld>
</p:sldLayout>
</file>

<file path=ppt/slideLayouts/slideLayout28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2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2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5400E5FF-2CA7-4A98-B926-F844AF954CD9}" type="slidenum">
              <a:t>&lt;#&gt;</a:t>
            </a:fld>
          </a:p>
        </p:txBody>
      </p:sp>
    </p:spTree>
  </p:cSld>
</p:sldLayout>
</file>

<file path=ppt/slideLayouts/slideLayout28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2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5DC93E3C-06CD-4A77-8857-1EB65AE6F524}" type="slidenum">
              <a:t>&lt;#&gt;</a:t>
            </a:fld>
          </a:p>
        </p:txBody>
      </p:sp>
    </p:spTree>
  </p:cSld>
</p:sldLayout>
</file>

<file path=ppt/slideLayouts/slideLayout28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0D21C788-7E27-4F7E-8F6E-B695BCBCAC68}" type="slidenum">
              <a:t>&lt;#&gt;</a:t>
            </a:fld>
          </a:p>
        </p:txBody>
      </p:sp>
    </p:spTree>
  </p:cSld>
</p:sldLayout>
</file>

<file path=ppt/slideLayouts/slideLayout28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3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8060DD49-64AC-4AD8-ACC8-E012C1A1E197}" type="slidenum">
              <a:t>&lt;#&gt;</a:t>
            </a:fld>
          </a:p>
        </p:txBody>
      </p:sp>
    </p:spTree>
  </p:cSld>
</p:sldLayout>
</file>

<file path=ppt/slideLayouts/slideLayout28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3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3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0E6588BB-5C5B-4551-A4CF-116C01E06C1F}" type="slidenum">
              <a:t>&lt;#&gt;</a:t>
            </a:fld>
          </a:p>
        </p:txBody>
      </p:sp>
    </p:spTree>
  </p:cSld>
</p:sldLayout>
</file>

<file path=ppt/slideLayouts/slideLayout28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4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4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4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4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4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23"/>
          </p:nvPr>
        </p:nvSpPr>
        <p:spPr/>
        <p:txBody>
          <a:bodyPr/>
          <a:p>
            <a:fld id="{6AD2557E-350E-448A-9951-58AD25637D11}" type="slidenum">
              <a:t>&lt;#&gt;</a:t>
            </a:fld>
          </a:p>
        </p:txBody>
      </p:sp>
    </p:spTree>
  </p:cSld>
</p:sldLayout>
</file>

<file path=ppt/slideLayouts/slideLayout28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3ED12B53-2B2B-4745-B893-162FA2997157}" type="slidenum">
              <a:t>&lt;#&gt;</a:t>
            </a:fld>
          </a:p>
        </p:txBody>
      </p:sp>
    </p:spTree>
  </p:cSld>
</p:sldLayout>
</file>

<file path=ppt/slideLayouts/slideLayout28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5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15F88616-8B98-401B-BEDA-4A3807F64F3C}" type="slidenum">
              <a:t>&lt;#&gt;</a:t>
            </a:fld>
          </a:p>
        </p:txBody>
      </p:sp>
    </p:spTree>
  </p:cSld>
</p:sldLayout>
</file>

<file path=ppt/slideLayouts/slideLayout28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EDE2AB0A-2CC3-4C1F-8107-7B38DAE4BAB3}" type="slidenum">
              <a:t>&lt;#&gt;</a:t>
            </a:fld>
          </a:p>
        </p:txBody>
      </p:sp>
    </p:spTree>
  </p:cSld>
</p:sldLayout>
</file>

<file path=ppt/slideLayouts/slideLayout28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786B07C6-FE18-4B0C-B10D-CCFA1DC1E31B}" type="slidenum">
              <a:t>&lt;#&gt;</a:t>
            </a:fld>
          </a:p>
        </p:txBody>
      </p:sp>
    </p:spTree>
  </p:cSld>
</p:sldLayout>
</file>

<file path=ppt/slideLayouts/slideLayout28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8F5227DF-7254-40E2-B89B-86164D6CCBC8}" type="slidenum">
              <a:t>&lt;#&gt;</a:t>
            </a:fld>
          </a:p>
        </p:txBody>
      </p:sp>
    </p:spTree>
  </p:cSld>
</p:sldLayout>
</file>

<file path=ppt/slideLayouts/slideLayout28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96110CEF-9AA9-457D-B146-E76A55C9A311}" type="slidenum">
              <a:t>&lt;#&gt;</a:t>
            </a:fld>
          </a:p>
        </p:txBody>
      </p:sp>
    </p:spTree>
  </p:cSld>
</p:sldLayout>
</file>

<file path=ppt/slideLayouts/slideLayout28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6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30DFB08B-A16C-4024-B362-DEB70A87F202}" type="slidenum">
              <a:t>&lt;#&gt;</a:t>
            </a:fld>
          </a:p>
        </p:txBody>
      </p:sp>
    </p:spTree>
  </p:cSld>
</p:sldLayout>
</file>

<file path=ppt/slideLayouts/slideLayout28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6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C23EA616-45B7-44E7-819C-EF01C69016C6}" type="slidenum">
              <a:t>&lt;#&gt;</a:t>
            </a:fld>
          </a:p>
        </p:txBody>
      </p:sp>
    </p:spTree>
  </p:cSld>
</p:sldLayout>
</file>

<file path=ppt/slideLayouts/slideLayout28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7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9B50991B-466B-4249-9FEE-9BC4173C8746}" type="slidenum">
              <a:t>&lt;#&gt;</a:t>
            </a:fld>
          </a:p>
        </p:txBody>
      </p:sp>
    </p:spTree>
  </p:cSld>
</p:sldLayout>
</file>

<file path=ppt/slideLayouts/slideLayout28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7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65CE3B66-95B4-4366-AD70-F258BB305EFA}" type="slidenum">
              <a:t>&lt;#&gt;</a:t>
            </a:fld>
          </a:p>
        </p:txBody>
      </p:sp>
    </p:spTree>
  </p:cSld>
</p:sldLayout>
</file>

<file path=ppt/slideLayouts/slideLayout28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8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8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35FE3ABF-C391-4E5F-B650-CB4E108DAFCD}" type="slidenum">
              <a:t>&lt;#&gt;</a:t>
            </a:fld>
          </a:p>
        </p:txBody>
      </p:sp>
    </p:spTree>
  </p:cSld>
</p:sldLayout>
</file>

<file path=ppt/slideLayouts/slideLayout28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8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8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8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8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8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24"/>
          </p:nvPr>
        </p:nvSpPr>
        <p:spPr/>
        <p:txBody>
          <a:bodyPr/>
          <a:p>
            <a:fld id="{2C82CEC9-E244-4184-AF3E-D1796C6B3DFD}" type="slidenum">
              <a:t>&lt;#&gt;</a:t>
            </a:fld>
          </a:p>
        </p:txBody>
      </p:sp>
    </p:spTree>
  </p:cSld>
</p:sldLayout>
</file>

<file path=ppt/slideLayouts/slideLayout28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D2A098CB-A613-45F0-BE85-2228BCD182BC}" type="slidenum">
              <a:t>&lt;#&gt;</a:t>
            </a:fld>
          </a:p>
        </p:txBody>
      </p:sp>
    </p:spTree>
  </p:cSld>
</p:sldLayout>
</file>

<file path=ppt/slideLayouts/slideLayout28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9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0788E7F9-C22B-47FB-B7AF-A38C158C443D}" type="slidenum">
              <a:t>&lt;#&gt;</a:t>
            </a:fld>
          </a:p>
        </p:txBody>
      </p:sp>
    </p:spTree>
  </p:cSld>
</p:sldLayout>
</file>

<file path=ppt/slideLayouts/slideLayout28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EEC5C201-A379-4001-9064-D1EF65BDD0A3}" type="slidenum">
              <a:t>&lt;#&gt;</a:t>
            </a:fld>
          </a:p>
        </p:txBody>
      </p:sp>
    </p:spTree>
  </p:cSld>
</p:sldLayout>
</file>

<file path=ppt/slideLayouts/slideLayout28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A19A4991-3A5F-4EC1-BF57-A7C11130C370}" type="slidenum">
              <a:t>&lt;#&gt;</a:t>
            </a:fld>
          </a:p>
        </p:txBody>
      </p:sp>
    </p:spTree>
  </p:cSld>
</p:sldLayout>
</file>

<file path=ppt/slideLayouts/slideLayout28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5F83D2B4-3337-4078-A5FD-4AC2BBF27110}" type="slidenum">
              <a:t>&lt;#&gt;</a:t>
            </a:fld>
          </a:p>
        </p:txBody>
      </p:sp>
    </p:spTree>
  </p:cSld>
</p:sldLayout>
</file>

<file path=ppt/slideLayouts/slideLayout28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0548820C-6FF9-466E-8141-71F9A5BB96B1}" type="slidenum">
              <a:t>&lt;#&gt;</a:t>
            </a:fld>
          </a:p>
        </p:txBody>
      </p:sp>
    </p:spTree>
  </p:cSld>
</p:sldLayout>
</file>

<file path=ppt/slideLayouts/slideLayout28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0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DB5CA55A-6899-4E38-AACC-D20DB7227206}" type="slidenum">
              <a:t>&lt;#&gt;</a:t>
            </a:fld>
          </a:p>
        </p:txBody>
      </p:sp>
    </p:spTree>
  </p:cSld>
</p:sldLayout>
</file>

<file path=ppt/slideLayouts/slideLayout28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1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A81C2F43-CAA8-4FC3-9F92-75B58FFF98E3}" type="slidenum">
              <a:t>&lt;#&gt;</a:t>
            </a:fld>
          </a:p>
        </p:txBody>
      </p:sp>
    </p:spTree>
  </p:cSld>
</p:sldLayout>
</file>

<file path=ppt/slideLayouts/slideLayout28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CEB5E2E6-E3AC-4A2A-A375-55268CAFAC3E}" type="slidenum">
              <a:t>&lt;#&gt;</a:t>
            </a:fld>
          </a:p>
        </p:txBody>
      </p:sp>
    </p:spTree>
  </p:cSld>
</p:sldLayout>
</file>

<file path=ppt/slideLayouts/slideLayout28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1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9C2B8D85-B3F4-46B6-B5C6-17AC744D4EF3}" type="slidenum">
              <a:t>&lt;#&gt;</a:t>
            </a:fld>
          </a:p>
        </p:txBody>
      </p:sp>
    </p:spTree>
  </p:cSld>
</p:sldLayout>
</file>

<file path=ppt/slideLayouts/slideLayout28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2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2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2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FF993F20-9076-4BD7-9D8E-4E0F112B8BF7}" type="slidenum">
              <a:t>&lt;#&gt;</a:t>
            </a:fld>
          </a:p>
        </p:txBody>
      </p:sp>
    </p:spTree>
  </p:cSld>
</p:sldLayout>
</file>

<file path=ppt/slideLayouts/slideLayout28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2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2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2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3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3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2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26"/>
          </p:nvPr>
        </p:nvSpPr>
        <p:spPr/>
        <p:txBody>
          <a:bodyPr/>
          <a:p>
            <a:fld id="{C3FF665D-E193-4C57-8B42-21D369231E32}" type="slidenum">
              <a:t>&lt;#&gt;</a:t>
            </a:fld>
          </a:p>
        </p:txBody>
      </p:sp>
    </p:spTree>
  </p:cSld>
</p:sldLayout>
</file>

<file path=ppt/slideLayouts/slideLayout28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927DC8D6-3D02-4E1B-96C6-FA1AC740CB91}" type="slidenum">
              <a:t>&lt;#&gt;</a:t>
            </a:fld>
          </a:p>
        </p:txBody>
      </p:sp>
    </p:spTree>
  </p:cSld>
</p:sldLayout>
</file>

<file path=ppt/slideLayouts/slideLayout28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3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72E31B31-E7D6-4E6D-90DF-4A898A3C6752}" type="slidenum">
              <a:t>&lt;#&gt;</a:t>
            </a:fld>
          </a:p>
        </p:txBody>
      </p:sp>
    </p:spTree>
  </p:cSld>
</p:sldLayout>
</file>

<file path=ppt/slideLayouts/slideLayout28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2467CD76-667A-40B7-9CDC-C66A23485135}" type="slidenum">
              <a:t>&lt;#&gt;</a:t>
            </a:fld>
          </a:p>
        </p:txBody>
      </p:sp>
    </p:spTree>
  </p:cSld>
</p:sldLayout>
</file>

<file path=ppt/slideLayouts/slideLayout28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7A06383F-B2A7-460D-A283-084D58CC6947}" type="slidenum">
              <a:t>&lt;#&gt;</a:t>
            </a:fld>
          </a:p>
        </p:txBody>
      </p:sp>
    </p:spTree>
  </p:cSld>
</p:sldLayout>
</file>

<file path=ppt/slideLayouts/slideLayout28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63D94C74-63CD-4F80-B05C-8520D7368530}" type="slidenum">
              <a:t>&lt;#&gt;</a:t>
            </a:fld>
          </a:p>
        </p:txBody>
      </p:sp>
    </p:spTree>
  </p:cSld>
</p:sldLayout>
</file>

<file path=ppt/slideLayouts/slideLayout28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0F8CB1CE-DFDB-4C8A-A61D-708FDB656632}" type="slidenum">
              <a:t>&lt;#&gt;</a:t>
            </a:fld>
          </a:p>
        </p:txBody>
      </p:sp>
    </p:spTree>
  </p:cSld>
</p:sldLayout>
</file>

<file path=ppt/slideLayouts/slideLayout28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4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3221B8CD-5192-4FA6-BA4B-7B614A44F4EC}" type="slidenum">
              <a:t>&lt;#&gt;</a:t>
            </a:fld>
          </a:p>
        </p:txBody>
      </p:sp>
    </p:spTree>
  </p:cSld>
</p:sldLayout>
</file>

<file path=ppt/slideLayouts/slideLayout28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5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2E0C85A2-89FE-4F8E-9B8F-2D0915820972}" type="slidenum">
              <a:t>&lt;#&gt;</a:t>
            </a:fld>
          </a:p>
        </p:txBody>
      </p:sp>
    </p:spTree>
  </p:cSld>
</p:sldLayout>
</file>

<file path=ppt/slideLayouts/slideLayout28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93667584-A819-41A8-BCD4-4C91182124E8}" type="slidenum">
              <a:t>&lt;#&gt;</a:t>
            </a:fld>
          </a:p>
        </p:txBody>
      </p:sp>
    </p:spTree>
  </p:cSld>
</p:sldLayout>
</file>

<file path=ppt/slideLayouts/slideLayout28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5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07ADCCB2-39F6-44A6-AE56-15A7FB420B00}" type="slidenum">
              <a:t>&lt;#&gt;</a:t>
            </a:fld>
          </a:p>
        </p:txBody>
      </p:sp>
    </p:spTree>
  </p:cSld>
</p:sldLayout>
</file>

<file path=ppt/slideLayouts/slideLayout28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6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6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6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53D551EA-8D54-4629-B49B-E26DB8E58A2A}" type="slidenum">
              <a:t>&lt;#&gt;</a:t>
            </a:fld>
          </a:p>
        </p:txBody>
      </p:sp>
    </p:spTree>
  </p:cSld>
</p:sldLayout>
</file>

<file path=ppt/slideLayouts/slideLayout28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6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6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6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7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7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27"/>
          </p:nvPr>
        </p:nvSpPr>
        <p:spPr/>
        <p:txBody>
          <a:bodyPr/>
          <a:p>
            <a:fld id="{E16D82FD-7217-4763-A775-76496F760B7E}" type="slidenum">
              <a:t>&lt;#&gt;</a:t>
            </a:fld>
          </a:p>
        </p:txBody>
      </p:sp>
    </p:spTree>
  </p:cSld>
</p:sldLayout>
</file>

<file path=ppt/slideLayouts/slideLayout28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8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7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8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8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9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0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0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0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0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1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1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1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9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2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9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3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3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3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4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4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4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5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5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5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5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5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9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6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9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7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7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8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8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2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9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9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9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9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9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9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0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9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1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1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2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2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3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3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3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3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3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3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4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6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6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7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7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7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7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7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7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2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9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8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29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0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0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0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1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1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1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1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2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2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2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2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29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3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4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5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5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5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6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6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6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6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6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29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7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8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8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9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9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9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0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0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0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0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0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0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0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30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29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DD9C860C-6A1D-4310-B61D-F829D9E00548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9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1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7302EE62-F4AF-4D62-935D-A18852167580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9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6E0A8FC4-37F1-47AC-B6CB-7D6958F45E31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9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D13B5314-13D4-448A-911F-14D09DEAF217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9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32A8B150-A04B-4101-940A-D0CBC4E85CFA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9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4DB16BCF-4645-468A-B156-D0C7666425DF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9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3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227AA2C4-A0E1-4F2E-89C1-DF545E12BA67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9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3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542C7B1A-558E-4CEE-BC2B-020F5F144F61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9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3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846BC7E2-2CD7-439F-82B7-E400C83EDAEA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9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4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29D8B3AC-A48F-4C9D-9CFF-5B34D0E8C35E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29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4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4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4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123E1440-5E43-419B-8329-88126CABDF2A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4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5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5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5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5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32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33"/>
          </p:nvPr>
        </p:nvSpPr>
        <p:spPr/>
        <p:txBody>
          <a:bodyPr/>
          <a:p>
            <a:fld id="{8D127230-C5AE-46D9-BBF4-516E37AF2C03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31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2D22A900-60E1-4FA0-8E3F-B1E7F7941837}" type="slidenum">
              <a:t>&lt;#&gt;</a:t>
            </a:fld>
          </a:p>
        </p:txBody>
      </p:sp>
    </p:spTree>
  </p:cSld>
</p:sldLayout>
</file>

<file path=ppt/slideLayouts/slideLayout30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6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6842A47B-4C9F-4297-8C4F-B9701BC67EC8}" type="slidenum">
              <a:t>&lt;#&gt;</a:t>
            </a:fld>
          </a:p>
        </p:txBody>
      </p:sp>
    </p:spTree>
  </p:cSld>
</p:sldLayout>
</file>

<file path=ppt/slideLayouts/slideLayout30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DCD5D5DE-5B80-45A1-9EC3-3F8B402BABB2}" type="slidenum">
              <a:t>&lt;#&gt;</a:t>
            </a:fld>
          </a:p>
        </p:txBody>
      </p:sp>
    </p:spTree>
  </p:cSld>
</p:sldLayout>
</file>

<file path=ppt/slideLayouts/slideLayout30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F0A29E34-6A60-482B-A857-44356A0C2CB2}" type="slidenum">
              <a:t>&lt;#&gt;</a:t>
            </a:fld>
          </a:p>
        </p:txBody>
      </p:sp>
    </p:spTree>
  </p:cSld>
</p:sldLayout>
</file>

<file path=ppt/slideLayouts/slideLayout30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B6E1800E-FFAA-4239-A1AF-CB3E4087F5D5}" type="slidenum">
              <a:t>&lt;#&gt;</a:t>
            </a:fld>
          </a:p>
        </p:txBody>
      </p:sp>
    </p:spTree>
  </p:cSld>
</p:sldLayout>
</file>

<file path=ppt/slideLayouts/slideLayout30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D28C5195-012D-42B7-A6AC-C3A6EDBCD062}" type="slidenum">
              <a:t>&lt;#&gt;</a:t>
            </a:fld>
          </a:p>
        </p:txBody>
      </p:sp>
    </p:spTree>
  </p:cSld>
</p:sldLayout>
</file>

<file path=ppt/slideLayouts/slideLayout30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7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E7AE3573-6A3C-4ADD-B3BF-AE95CCDEDB34}" type="slidenum">
              <a:t>&lt;#&gt;</a:t>
            </a:fld>
          </a:p>
        </p:txBody>
      </p:sp>
    </p:spTree>
  </p:cSld>
</p:sldLayout>
</file>

<file path=ppt/slideLayouts/slideLayout30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7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638D2FDE-E5C3-43A8-85D0-15475E5ED048}" type="slidenum">
              <a:t>&lt;#&gt;</a:t>
            </a:fld>
          </a:p>
        </p:txBody>
      </p:sp>
    </p:spTree>
  </p:cSld>
</p:sldLayout>
</file>

<file path=ppt/slideLayouts/slideLayout30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8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2F737E87-6FAE-4664-B8EC-CEAA8D61B1D8}" type="slidenum">
              <a:t>&lt;#&gt;</a:t>
            </a:fld>
          </a:p>
        </p:txBody>
      </p:sp>
    </p:spTree>
  </p:cSld>
</p:sldLayout>
</file>

<file path=ppt/slideLayouts/slideLayout30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8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334C2CFA-922F-49A8-9D43-2047D345A9ED}" type="slidenum">
              <a:t>&lt;#&gt;</a:t>
            </a:fld>
          </a:p>
        </p:txBody>
      </p:sp>
    </p:spTree>
  </p:cSld>
</p:sldLayout>
</file>

<file path=ppt/slideLayouts/slideLayout30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8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8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CBF02148-31AE-4515-BACD-886CE370BE13}" type="slidenum">
              <a:t>&lt;#&gt;</a:t>
            </a:fld>
          </a:p>
        </p:txBody>
      </p:sp>
    </p:spTree>
  </p:cSld>
</p:sldLayout>
</file>

<file path=ppt/slideLayouts/slideLayout30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9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9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9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9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9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34"/>
          </p:nvPr>
        </p:nvSpPr>
        <p:spPr/>
        <p:txBody>
          <a:bodyPr/>
          <a:p>
            <a:fld id="{BF06AE9A-1999-4118-BD29-A3A1F82AA704}" type="slidenum">
              <a:t>&lt;#&gt;</a:t>
            </a:fld>
          </a:p>
        </p:txBody>
      </p:sp>
    </p:spTree>
  </p:cSld>
</p:sldLayout>
</file>

<file path=ppt/slideLayouts/slideLayout30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78B663F3-27BF-4B90-AC7A-895AF9DF0EF9}" type="slidenum">
              <a:t>&lt;#&gt;</a:t>
            </a:fld>
          </a:p>
        </p:txBody>
      </p:sp>
    </p:spTree>
  </p:cSld>
</p:sldLayout>
</file>

<file path=ppt/slideLayouts/slideLayout30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0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C0DDFCBD-8E46-4810-ABD9-C98DA645D5BA}" type="slidenum">
              <a:t>&lt;#&gt;</a:t>
            </a:fld>
          </a:p>
        </p:txBody>
      </p:sp>
    </p:spTree>
  </p:cSld>
</p:sldLayout>
</file>

<file path=ppt/slideLayouts/slideLayout30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1C14D8E4-2924-4279-AA05-FE8F4B616BB7}" type="slidenum">
              <a:t>&lt;#&gt;</a:t>
            </a:fld>
          </a:p>
        </p:txBody>
      </p:sp>
    </p:spTree>
  </p:cSld>
</p:sldLayout>
</file>

<file path=ppt/slideLayouts/slideLayout30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2C96D843-BDAB-437B-950F-1B3A0906AC4C}" type="slidenum">
              <a:t>&lt;#&gt;</a:t>
            </a:fld>
          </a:p>
        </p:txBody>
      </p:sp>
    </p:spTree>
  </p:cSld>
</p:sldLayout>
</file>

<file path=ppt/slideLayouts/slideLayout30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4B9C5CF3-8AF7-49D9-A765-502F459CF046}" type="slidenum">
              <a:t>&lt;#&gt;</a:t>
            </a:fld>
          </a:p>
        </p:txBody>
      </p:sp>
    </p:spTree>
  </p:cSld>
</p:sldLayout>
</file>

<file path=ppt/slideLayouts/slideLayout30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3BFAE697-1645-498F-AC13-472175773357}" type="slidenum">
              <a:t>&lt;#&gt;</a:t>
            </a:fld>
          </a:p>
        </p:txBody>
      </p:sp>
    </p:spTree>
  </p:cSld>
</p:sldLayout>
</file>

<file path=ppt/slideLayouts/slideLayout30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1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172C4129-4303-4F5C-B469-AFE8D8E2296B}" type="slidenum">
              <a:t>&lt;#&gt;</a:t>
            </a:fld>
          </a:p>
        </p:txBody>
      </p:sp>
    </p:spTree>
  </p:cSld>
</p:sldLayout>
</file>

<file path=ppt/slideLayouts/slideLayout30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1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9F4B8FCC-E6EF-448F-8786-3958EAEC9831}" type="slidenum">
              <a:t>&lt;#&gt;</a:t>
            </a:fld>
          </a:p>
        </p:txBody>
      </p:sp>
    </p:spTree>
  </p:cSld>
</p:sldLayout>
</file>

<file path=ppt/slideLayouts/slideLayout30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81BDBA8D-C672-4072-B64C-D843A548E011}" type="slidenum">
              <a:t>&lt;#&gt;</a:t>
            </a:fld>
          </a:p>
        </p:txBody>
      </p:sp>
    </p:spTree>
  </p:cSld>
</p:sldLayout>
</file>

<file path=ppt/slideLayouts/slideLayout30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2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410B3EDA-F84A-429E-BE9B-ADFE4EC21C4D}" type="slidenum">
              <a:t>&lt;#&gt;</a:t>
            </a:fld>
          </a:p>
        </p:txBody>
      </p:sp>
    </p:spTree>
  </p:cSld>
</p:sldLayout>
</file>

<file path=ppt/slideLayouts/slideLayout30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2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3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E7E2CE02-BE9E-4684-934E-C96FA68F4165}" type="slidenum">
              <a:t>&lt;#&gt;</a:t>
            </a:fld>
          </a:p>
        </p:txBody>
      </p:sp>
    </p:spTree>
  </p:cSld>
</p:sldLayout>
</file>

<file path=ppt/slideLayouts/slideLayout30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3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3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3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3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3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35"/>
          </p:nvPr>
        </p:nvSpPr>
        <p:spPr/>
        <p:txBody>
          <a:bodyPr/>
          <a:p>
            <a:fld id="{556D005B-1F46-4FA4-8460-1B5BFF1299E6}" type="slidenum">
              <a:t>&lt;#&gt;</a:t>
            </a:fld>
          </a:p>
        </p:txBody>
      </p:sp>
    </p:spTree>
  </p:cSld>
</p:sldLayout>
</file>

<file path=ppt/slideLayouts/slideLayout30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84CF2E8C-2D2D-48FE-853D-03C770ED2630}" type="slidenum">
              <a:t>&lt;#&gt;</a:t>
            </a:fld>
          </a:p>
        </p:txBody>
      </p:sp>
    </p:spTree>
  </p:cSld>
</p:sldLayout>
</file>

<file path=ppt/slideLayouts/slideLayout30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4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6FAE492B-3C4B-4122-ADF8-8DEE9BD38AC0}" type="slidenum">
              <a:t>&lt;#&gt;</a:t>
            </a:fld>
          </a:p>
        </p:txBody>
      </p:sp>
    </p:spTree>
  </p:cSld>
</p:sldLayout>
</file>

<file path=ppt/slideLayouts/slideLayout30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37DE9248-BCE5-4138-B178-7588465C27AF}" type="slidenum">
              <a:t>&lt;#&gt;</a:t>
            </a:fld>
          </a:p>
        </p:txBody>
      </p:sp>
    </p:spTree>
  </p:cSld>
</p:sldLayout>
</file>

<file path=ppt/slideLayouts/slideLayout30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79BB229E-75D8-43F9-915A-76F4876CE857}" type="slidenum">
              <a:t>&lt;#&gt;</a:t>
            </a:fld>
          </a:p>
        </p:txBody>
      </p:sp>
    </p:spTree>
  </p:cSld>
</p:sldLayout>
</file>

<file path=ppt/slideLayouts/slideLayout30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489F1B2D-3DAB-4F8D-BB82-4A7F68D6D962}" type="slidenum">
              <a:t>&lt;#&gt;</a:t>
            </a:fld>
          </a:p>
        </p:txBody>
      </p:sp>
    </p:spTree>
  </p:cSld>
</p:sldLayout>
</file>

<file path=ppt/slideLayouts/slideLayout30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1A178D3E-1847-45F6-8F21-344C8B3BE40C}" type="slidenum">
              <a:t>&lt;#&gt;</a:t>
            </a:fld>
          </a:p>
        </p:txBody>
      </p:sp>
    </p:spTree>
  </p:cSld>
</p:sldLayout>
</file>

<file path=ppt/slideLayouts/slideLayout30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A85FA8FB-C306-415A-A12A-4C8B6BA1CC68}" type="slidenum">
              <a:t>&lt;#&gt;</a:t>
            </a:fld>
          </a:p>
        </p:txBody>
      </p:sp>
    </p:spTree>
  </p:cSld>
</p:sldLayout>
</file>

<file path=ppt/slideLayouts/slideLayout30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6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76AEE7C5-C9B9-4C0F-8BE7-4E58AA80CC37}" type="slidenum">
              <a:t>&lt;#&gt;</a:t>
            </a:fld>
          </a:p>
        </p:txBody>
      </p:sp>
    </p:spTree>
  </p:cSld>
</p:sldLayout>
</file>

<file path=ppt/slideLayouts/slideLayout30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995E0171-CECC-434F-A807-B48A28E25A04}" type="slidenum">
              <a:t>&lt;#&gt;</a:t>
            </a:fld>
          </a:p>
        </p:txBody>
      </p:sp>
    </p:spTree>
  </p:cSld>
</p:sldLayout>
</file>

<file path=ppt/slideLayouts/slideLayout30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6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25D57937-AAA1-4E07-BCEA-09A7F16ABA63}" type="slidenum">
              <a:t>&lt;#&gt;</a:t>
            </a:fld>
          </a:p>
        </p:txBody>
      </p:sp>
    </p:spTree>
  </p:cSld>
</p:sldLayout>
</file>

<file path=ppt/slideLayouts/slideLayout30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7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C98752E7-B6F7-4FD2-8A30-44B1606DDE74}" type="slidenum">
              <a:t>&lt;#&gt;</a:t>
            </a:fld>
          </a:p>
        </p:txBody>
      </p:sp>
    </p:spTree>
  </p:cSld>
</p:sldLayout>
</file>

<file path=ppt/slideLayouts/slideLayout30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7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7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7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7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7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36"/>
          </p:nvPr>
        </p:nvSpPr>
        <p:spPr/>
        <p:txBody>
          <a:bodyPr/>
          <a:p>
            <a:fld id="{719943F3-340D-407E-BBCA-C86C457226E4}" type="slidenum">
              <a:t>&lt;#&gt;</a:t>
            </a:fld>
          </a:p>
        </p:txBody>
      </p:sp>
    </p:spTree>
  </p:cSld>
</p:sldLayout>
</file>

<file path=ppt/slideLayouts/slideLayout30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8601AB4D-0A8B-4540-8B97-FC60EE837756}" type="slidenum">
              <a:t>&lt;#&gt;</a:t>
            </a:fld>
          </a:p>
        </p:txBody>
      </p:sp>
    </p:spTree>
  </p:cSld>
</p:sldLayout>
</file>

<file path=ppt/slideLayouts/slideLayout30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8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E27A3C19-2F4A-4576-BF47-0422C75554AC}" type="slidenum">
              <a:t>&lt;#&gt;</a:t>
            </a:fld>
          </a:p>
        </p:txBody>
      </p:sp>
    </p:spTree>
  </p:cSld>
</p:sldLayout>
</file>

<file path=ppt/slideLayouts/slideLayout30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443572B2-9FBD-4A45-AEEC-9D74D4AF3077}" type="slidenum">
              <a:t>&lt;#&gt;</a:t>
            </a:fld>
          </a:p>
        </p:txBody>
      </p:sp>
    </p:spTree>
  </p:cSld>
</p:sldLayout>
</file>

<file path=ppt/slideLayouts/slideLayout30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69F1DC1B-1FFC-4822-A34D-1564B490F31F}" type="slidenum">
              <a:t>&lt;#&gt;</a:t>
            </a:fld>
          </a:p>
        </p:txBody>
      </p:sp>
    </p:spTree>
  </p:cSld>
</p:sldLayout>
</file>

<file path=ppt/slideLayouts/slideLayout30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78EB89A0-89A6-466A-9CAB-34EDBC62F42F}" type="slidenum">
              <a:t>&lt;#&gt;</a:t>
            </a:fld>
          </a:p>
        </p:txBody>
      </p:sp>
    </p:spTree>
  </p:cSld>
</p:sldLayout>
</file>

<file path=ppt/slideLayouts/slideLayout30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501014B7-35AB-4047-897D-668CB4B95A9B}" type="slidenum">
              <a:t>&lt;#&gt;</a:t>
            </a:fld>
          </a:p>
        </p:txBody>
      </p:sp>
    </p:spTree>
  </p:cSld>
</p:sldLayout>
</file>

<file path=ppt/slideLayouts/slideLayout30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9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D1684BF0-710A-4440-AA6E-2891898D5FA4}" type="slidenum">
              <a:t>&lt;#&gt;</a:t>
            </a:fld>
          </a:p>
        </p:txBody>
      </p:sp>
    </p:spTree>
  </p:cSld>
</p:sldLayout>
</file>

<file path=ppt/slideLayouts/slideLayout30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0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479246DC-749E-48A7-8CD2-EB3BCB1C5B01}" type="slidenum">
              <a:t>&lt;#&gt;</a:t>
            </a:fld>
          </a:p>
        </p:txBody>
      </p:sp>
    </p:spTree>
  </p:cSld>
</p:sldLayout>
</file>

<file path=ppt/slideLayouts/slideLayout30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6055F59A-9327-47A3-86E3-E8F2D5FB8BB2}" type="slidenum">
              <a:t>&lt;#&gt;</a:t>
            </a:fld>
          </a:p>
        </p:txBody>
      </p:sp>
    </p:spTree>
  </p:cSld>
</p:sldLayout>
</file>

<file path=ppt/slideLayouts/slideLayout30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1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D2F765AA-5C11-4D8C-9CAE-5F9DD2AEFF19}" type="slidenum">
              <a:t>&lt;#&gt;</a:t>
            </a:fld>
          </a:p>
        </p:txBody>
      </p:sp>
    </p:spTree>
  </p:cSld>
</p:sldLayout>
</file>

<file path=ppt/slideLayouts/slideLayout30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1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1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6DBC9EBE-02A7-4A75-8A81-BE582031E570}" type="slidenum">
              <a:t>&lt;#&gt;</a:t>
            </a:fld>
          </a:p>
        </p:txBody>
      </p:sp>
    </p:spTree>
  </p:cSld>
</p:sldLayout>
</file>

<file path=ppt/slideLayouts/slideLayout30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1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1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2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2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2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37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38"/>
          </p:nvPr>
        </p:nvSpPr>
        <p:spPr/>
        <p:txBody>
          <a:bodyPr/>
          <a:p>
            <a:fld id="{F72A414F-B2D4-4E2C-91A3-D382C4CDC380}" type="slidenum">
              <a:t>&lt;#&gt;</a:t>
            </a:fld>
          </a:p>
        </p:txBody>
      </p:sp>
    </p:spTree>
  </p:cSld>
</p:sldLayout>
</file>

<file path=ppt/slideLayouts/slideLayout30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EF970ADA-843B-4090-9D00-7CF2E18551E8}" type="slidenum">
              <a:t>&lt;#&gt;</a:t>
            </a:fld>
          </a:p>
        </p:txBody>
      </p:sp>
    </p:spTree>
  </p:cSld>
</p:sldLayout>
</file>

<file path=ppt/slideLayouts/slideLayout30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2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92FE55A1-4F41-43EF-8961-B0353ABCFEEE}" type="slidenum">
              <a:t>&lt;#&gt;</a:t>
            </a:fld>
          </a:p>
        </p:txBody>
      </p:sp>
    </p:spTree>
  </p:cSld>
</p:sldLayout>
</file>

<file path=ppt/slideLayouts/slideLayout30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D13E7B90-4A17-40FD-AFAE-3FD362851E24}" type="slidenum">
              <a:t>&lt;#&gt;</a:t>
            </a:fld>
          </a:p>
        </p:txBody>
      </p:sp>
    </p:spTree>
  </p:cSld>
</p:sldLayout>
</file>

<file path=ppt/slideLayouts/slideLayout30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560E5BF7-053E-47BB-A716-26CEEFE5F424}" type="slidenum">
              <a:t>&lt;#&gt;</a:t>
            </a:fld>
          </a:p>
        </p:txBody>
      </p:sp>
    </p:spTree>
  </p:cSld>
</p:sldLayout>
</file>

<file path=ppt/slideLayouts/slideLayout30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CBF4E77E-5379-4B47-8DEC-22667494123F}" type="slidenum">
              <a:t>&lt;#&gt;</a:t>
            </a:fld>
          </a:p>
        </p:txBody>
      </p:sp>
    </p:spTree>
  </p:cSld>
</p:sldLayout>
</file>

<file path=ppt/slideLayouts/slideLayout30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D795E4E9-3A50-4C03-96E1-12626E282671}" type="slidenum">
              <a:t>&lt;#&gt;</a:t>
            </a:fld>
          </a:p>
        </p:txBody>
      </p:sp>
    </p:spTree>
  </p:cSld>
</p:sldLayout>
</file>

<file path=ppt/slideLayouts/slideLayout30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3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3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4D9E905E-EB5C-48F1-8B41-61CDC48BCC77}" type="slidenum">
              <a:t>&lt;#&gt;</a:t>
            </a:fld>
          </a:p>
        </p:txBody>
      </p:sp>
    </p:spTree>
  </p:cSld>
</p:sldLayout>
</file>

<file path=ppt/slideLayouts/slideLayout30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4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824D6FF0-4A72-42C2-932B-816A5D65BFF1}" type="slidenum">
              <a:t>&lt;#&gt;</a:t>
            </a:fld>
          </a:p>
        </p:txBody>
      </p:sp>
    </p:spTree>
  </p:cSld>
</p:sldLayout>
</file>

<file path=ppt/slideLayouts/slideLayout30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4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4EA97105-AE86-4F89-B68C-1CD653658063}" type="slidenum">
              <a:t>&lt;#&gt;</a:t>
            </a:fld>
          </a:p>
        </p:txBody>
      </p:sp>
    </p:spTree>
  </p:cSld>
</p:sldLayout>
</file>

<file path=ppt/slideLayouts/slideLayout30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5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52FB0655-5180-4996-843D-EB058D37F85E}" type="slidenum">
              <a:t>&lt;#&gt;</a:t>
            </a:fld>
          </a:p>
        </p:txBody>
      </p:sp>
    </p:spTree>
  </p:cSld>
</p:sldLayout>
</file>

<file path=ppt/slideLayouts/slideLayout30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5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8328ACC0-E537-4BB5-8CEE-226CEFE59FAA}" type="slidenum">
              <a:t>&lt;#&gt;</a:t>
            </a:fld>
          </a:p>
        </p:txBody>
      </p:sp>
    </p:spTree>
  </p:cSld>
</p:sldLayout>
</file>

<file path=ppt/slideLayouts/slideLayout30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5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5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6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6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6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39"/>
          </p:nvPr>
        </p:nvSpPr>
        <p:spPr/>
        <p:txBody>
          <a:bodyPr/>
          <a:p>
            <a:fld id="{004CE625-4615-4346-93A1-56358ADA8D52}" type="slidenum">
              <a:t>&lt;#&gt;</a:t>
            </a:fld>
          </a:p>
        </p:txBody>
      </p:sp>
    </p:spTree>
  </p:cSld>
</p:sldLayout>
</file>

<file path=ppt/slideLayouts/slideLayout30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0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6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0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0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0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0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0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7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8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0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8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0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0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9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0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9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9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9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0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9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0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0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0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0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0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3FD93182-8F9B-4CD3-8C32-3D73809E605A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1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F672FDBB-B1E2-4663-A198-6BB7E9B24498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089E30BA-6B13-45BC-8714-665CB212902A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EEFCB625-C453-46B8-A9EB-C6CD55830DE9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791C6F49-BF52-44E0-9691-BF74A10D3758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6E018C69-6279-425C-999D-FD361B60D9C9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2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2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2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E5DA06E6-E1AE-43CD-9F45-078E9C11B3DF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2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5FCE32C0-A945-4D3C-B6E3-ED92D06D5AF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15CA6AE4-FD6A-4E08-8D95-A35E2A1E082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3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75555BA0-5E82-4391-B240-623B02113A5A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3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4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4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43A7457C-3F67-4B78-9322-63B017AB0A98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4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4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4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4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4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4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42"/>
          </p:nvPr>
        </p:nvSpPr>
        <p:spPr/>
        <p:txBody>
          <a:bodyPr/>
          <a:p>
            <a:fld id="{47C88380-F9A2-4772-84EF-EA74C82919CA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4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0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9864A6FD-89DF-47E5-AB35-696D94C64C5E}" type="slidenum">
              <a:t>&lt;#&gt;</a:t>
            </a:fld>
          </a:p>
        </p:txBody>
      </p:sp>
    </p:spTree>
  </p:cSld>
</p:sldLayout>
</file>

<file path=ppt/slideLayouts/slideLayout30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5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734BF9FD-FB2C-4717-A7CC-C047429D6F5A}" type="slidenum">
              <a:t>&lt;#&gt;</a:t>
            </a:fld>
          </a:p>
        </p:txBody>
      </p:sp>
    </p:spTree>
  </p:cSld>
</p:sldLayout>
</file>

<file path=ppt/slideLayouts/slideLayout30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502AE345-99EA-4408-968A-061DCA123E3F}" type="slidenum">
              <a:t>&lt;#&gt;</a:t>
            </a:fld>
          </a:p>
        </p:txBody>
      </p:sp>
    </p:spTree>
  </p:cSld>
</p:sldLayout>
</file>

<file path=ppt/slideLayouts/slideLayout30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6C6DE0FF-836E-4060-B071-C222D568146F}" type="slidenum">
              <a:t>&lt;#&gt;</a:t>
            </a:fld>
          </a:p>
        </p:txBody>
      </p:sp>
    </p:spTree>
  </p:cSld>
</p:sldLayout>
</file>

<file path=ppt/slideLayouts/slideLayout30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0C599766-54AA-4FCC-8543-AF2D5E572819}" type="slidenum">
              <a:t>&lt;#&gt;</a:t>
            </a:fld>
          </a:p>
        </p:txBody>
      </p:sp>
    </p:spTree>
  </p:cSld>
</p:sldLayout>
</file>

<file path=ppt/slideLayouts/slideLayout30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8053C56D-40AB-4BF9-ABBD-A0F9FA2DF851}" type="slidenum">
              <a:t>&lt;#&gt;</a:t>
            </a:fld>
          </a:p>
        </p:txBody>
      </p:sp>
    </p:spTree>
  </p:cSld>
</p:sldLayout>
</file>

<file path=ppt/slideLayouts/slideLayout30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6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29D7FD78-13D4-4699-8CEC-208331C9339A}" type="slidenum">
              <a:t>&lt;#&gt;</a:t>
            </a:fld>
          </a:p>
        </p:txBody>
      </p:sp>
    </p:spTree>
  </p:cSld>
</p:sldLayout>
</file>

<file path=ppt/slideLayouts/slideLayout30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7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F1159E85-BB64-421F-83BE-E63CC9F1D057}" type="slidenum">
              <a:t>&lt;#&gt;</a:t>
            </a:fld>
          </a:p>
        </p:txBody>
      </p:sp>
    </p:spTree>
  </p:cSld>
</p:sldLayout>
</file>

<file path=ppt/slideLayouts/slideLayout30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7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6B9AD405-CD9B-4382-80F8-A8E4DB231538}" type="slidenum">
              <a:t>&lt;#&gt;</a:t>
            </a:fld>
          </a:p>
        </p:txBody>
      </p:sp>
    </p:spTree>
  </p:cSld>
</p:sldLayout>
</file>

<file path=ppt/slideLayouts/slideLayout30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7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F1A06B66-BA76-4BF2-8656-21C117031BFE}" type="slidenum">
              <a:t>&lt;#&gt;</a:t>
            </a:fld>
          </a:p>
        </p:txBody>
      </p:sp>
    </p:spTree>
  </p:cSld>
</p:sldLayout>
</file>

<file path=ppt/slideLayouts/slideLayout30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8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8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C4C9074B-A02E-4618-9383-06B15ED5CA8C}" type="slidenum">
              <a:t>&lt;#&gt;</a:t>
            </a:fld>
          </a:p>
        </p:txBody>
      </p:sp>
    </p:spTree>
  </p:cSld>
</p:sldLayout>
</file>

<file path=ppt/slideLayouts/slideLayout30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8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8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8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8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9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43"/>
          </p:nvPr>
        </p:nvSpPr>
        <p:spPr/>
        <p:txBody>
          <a:bodyPr/>
          <a:p>
            <a:fld id="{91E046F8-7E66-488D-A5CE-ADE1751877AC}" type="slidenum">
              <a:t>&lt;#&gt;</a:t>
            </a:fld>
          </a:p>
        </p:txBody>
      </p:sp>
    </p:spTree>
  </p:cSld>
</p:sldLayout>
</file>

<file path=ppt/slideLayouts/slideLayout30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CF22A8B1-3EB3-414D-8C60-9E08F9FA47E1}" type="slidenum">
              <a:t>&lt;#&gt;</a:t>
            </a:fld>
          </a:p>
        </p:txBody>
      </p:sp>
    </p:spTree>
  </p:cSld>
</p:sldLayout>
</file>

<file path=ppt/slideLayouts/slideLayout30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9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427E5196-BBAB-4570-BD5D-2CFC899E5D2C}" type="slidenum">
              <a:t>&lt;#&gt;</a:t>
            </a:fld>
          </a:p>
        </p:txBody>
      </p:sp>
    </p:spTree>
  </p:cSld>
</p:sldLayout>
</file>

<file path=ppt/slideLayouts/slideLayout30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6EAD9A67-B5CE-4C6E-962C-3B222A2AA549}" type="slidenum">
              <a:t>&lt;#&gt;</a:t>
            </a:fld>
          </a:p>
        </p:txBody>
      </p:sp>
    </p:spTree>
  </p:cSld>
</p:sldLayout>
</file>

<file path=ppt/slideLayouts/slideLayout31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7BDB47D1-B8BD-4C1A-8141-C1431FB472C6}" type="slidenum">
              <a:t>&lt;#&gt;</a:t>
            </a:fld>
          </a:p>
        </p:txBody>
      </p:sp>
    </p:spTree>
  </p:cSld>
</p:sldLayout>
</file>

<file path=ppt/slideLayouts/slideLayout31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D61E68F7-8695-4455-9C17-E01E62FBC0F4}" type="slidenum">
              <a:t>&lt;#&gt;</a:t>
            </a:fld>
          </a:p>
        </p:txBody>
      </p:sp>
    </p:spTree>
  </p:cSld>
</p:sldLayout>
</file>

<file path=ppt/slideLayouts/slideLayout31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E03A605C-3C43-41AC-B074-A8ADCC2180AD}" type="slidenum">
              <a:t>&lt;#&gt;</a:t>
            </a:fld>
          </a:p>
        </p:txBody>
      </p:sp>
    </p:spTree>
  </p:cSld>
</p:sldLayout>
</file>

<file path=ppt/slideLayouts/slideLayout31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0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9DB978E2-4B2D-43B2-8758-25E62DEBD339}" type="slidenum">
              <a:t>&lt;#&gt;</a:t>
            </a:fld>
          </a:p>
        </p:txBody>
      </p:sp>
    </p:spTree>
  </p:cSld>
</p:sldLayout>
</file>

<file path=ppt/slideLayouts/slideLayout31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1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82508FC0-DC55-4032-B5C7-D8E7511CB5C1}" type="slidenum">
              <a:t>&lt;#&gt;</a:t>
            </a:fld>
          </a:p>
        </p:txBody>
      </p:sp>
    </p:spTree>
  </p:cSld>
</p:sldLayout>
</file>

<file path=ppt/slideLayouts/slideLayout31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1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F8B4717F-7E3B-4E4A-9FEF-2FFB62115084}" type="slidenum">
              <a:t>&lt;#&gt;</a:t>
            </a:fld>
          </a:p>
        </p:txBody>
      </p:sp>
    </p:spTree>
  </p:cSld>
</p:sldLayout>
</file>

<file path=ppt/slideLayouts/slideLayout31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2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31580E57-E1B4-4A67-801B-FC4E1887314C}" type="slidenum">
              <a:t>&lt;#&gt;</a:t>
            </a:fld>
          </a:p>
        </p:txBody>
      </p:sp>
    </p:spTree>
  </p:cSld>
</p:sldLayout>
</file>

<file path=ppt/slideLayouts/slideLayout31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2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2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FF585F60-CC94-4CF1-AE37-4BB77B65DE9B}" type="slidenum">
              <a:t>&lt;#&gt;</a:t>
            </a:fld>
          </a:p>
        </p:txBody>
      </p:sp>
    </p:spTree>
  </p:cSld>
</p:sldLayout>
</file>

<file path=ppt/slideLayouts/slideLayout31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2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2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3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3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3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44"/>
          </p:nvPr>
        </p:nvSpPr>
        <p:spPr/>
        <p:txBody>
          <a:bodyPr/>
          <a:p>
            <a:fld id="{AECC3BCD-590E-42CB-AEEC-B9B4D88F94DE}" type="slidenum">
              <a:t>&lt;#&gt;</a:t>
            </a:fld>
          </a:p>
        </p:txBody>
      </p:sp>
    </p:spTree>
  </p:cSld>
</p:sldLayout>
</file>

<file path=ppt/slideLayouts/slideLayout31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7EC788DE-E058-44F6-AF2E-2F81C94A365E}" type="slidenum">
              <a:t>&lt;#&gt;</a:t>
            </a:fld>
          </a:p>
        </p:txBody>
      </p:sp>
    </p:spTree>
  </p:cSld>
</p:sldLayout>
</file>

<file path=ppt/slideLayouts/slideLayout31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4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1AA45F36-256F-4DE3-8C36-BF9AE9431ABC}" type="slidenum">
              <a:t>&lt;#&gt;</a:t>
            </a:fld>
          </a:p>
        </p:txBody>
      </p:sp>
    </p:spTree>
  </p:cSld>
</p:sldLayout>
</file>

<file path=ppt/slideLayouts/slideLayout31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0A18F012-B116-4303-A002-838CB3D5B3C8}" type="slidenum">
              <a:t>&lt;#&gt;</a:t>
            </a:fld>
          </a:p>
        </p:txBody>
      </p:sp>
    </p:spTree>
  </p:cSld>
</p:sldLayout>
</file>

<file path=ppt/slideLayouts/slideLayout31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0FE79E18-78F7-4B15-9396-11360E1DDBD1}" type="slidenum">
              <a:t>&lt;#&gt;</a:t>
            </a:fld>
          </a:p>
        </p:txBody>
      </p:sp>
    </p:spTree>
  </p:cSld>
</p:sldLayout>
</file>

<file path=ppt/slideLayouts/slideLayout31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E37AF9C8-4541-4B3F-AC5F-C6932E697983}" type="slidenum">
              <a:t>&lt;#&gt;</a:t>
            </a:fld>
          </a:p>
        </p:txBody>
      </p:sp>
    </p:spTree>
  </p:cSld>
</p:sldLayout>
</file>

<file path=ppt/slideLayouts/slideLayout31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2F9A829D-E392-4B0C-BFBA-21CEEC48D1F9}" type="slidenum">
              <a:t>&lt;#&gt;</a:t>
            </a:fld>
          </a:p>
        </p:txBody>
      </p:sp>
    </p:spTree>
  </p:cSld>
</p:sldLayout>
</file>

<file path=ppt/slideLayouts/slideLayout31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5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7F676907-4B70-41C0-A3E9-042218842B7E}" type="slidenum">
              <a:t>&lt;#&gt;</a:t>
            </a:fld>
          </a:p>
        </p:txBody>
      </p:sp>
    </p:spTree>
  </p:cSld>
</p:sldLayout>
</file>

<file path=ppt/slideLayouts/slideLayout31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5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5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0E30E4B6-8D68-42AE-9D44-F24E79D3B3F7}" type="slidenum">
              <a:t>&lt;#&gt;</a:t>
            </a:fld>
          </a:p>
        </p:txBody>
      </p:sp>
    </p:spTree>
  </p:cSld>
</p:sldLayout>
</file>

<file path=ppt/slideLayouts/slideLayout31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5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6F5DEFD6-2B79-4C14-AE8D-208FC0B7E0D9}" type="slidenum">
              <a:t>&lt;#&gt;</a:t>
            </a:fld>
          </a:p>
        </p:txBody>
      </p:sp>
    </p:spTree>
  </p:cSld>
</p:sldLayout>
</file>

<file path=ppt/slideLayouts/slideLayout31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6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F4A6AFFE-0E80-46C1-AE05-FB51100796C2}" type="slidenum">
              <a:t>&lt;#&gt;</a:t>
            </a:fld>
          </a:p>
        </p:txBody>
      </p:sp>
    </p:spTree>
  </p:cSld>
</p:sldLayout>
</file>

<file path=ppt/slideLayouts/slideLayout31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6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C8DFC692-9F53-4CED-A994-42864D624432}" type="slidenum">
              <a:t>&lt;#&gt;</a:t>
            </a:fld>
          </a:p>
        </p:txBody>
      </p:sp>
    </p:spTree>
  </p:cSld>
</p:sldLayout>
</file>

<file path=ppt/slideLayouts/slideLayout31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7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7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7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7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7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45"/>
          </p:nvPr>
        </p:nvSpPr>
        <p:spPr/>
        <p:txBody>
          <a:bodyPr/>
          <a:p>
            <a:fld id="{CA22BD02-D1CC-4D9F-B9CC-F87CC23F94CA}" type="slidenum">
              <a:t>&lt;#&gt;</a:t>
            </a:fld>
          </a:p>
        </p:txBody>
      </p:sp>
    </p:spTree>
  </p:cSld>
</p:sldLayout>
</file>

<file path=ppt/slideLayouts/slideLayout31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6D218286-7AD0-49ED-90D2-06022315551F}" type="slidenum">
              <a:t>&lt;#&gt;</a:t>
            </a:fld>
          </a:p>
        </p:txBody>
      </p:sp>
    </p:spTree>
  </p:cSld>
</p:sldLayout>
</file>

<file path=ppt/slideLayouts/slideLayout31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8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768288DC-D1DE-4FEB-B3C7-D56F6CD54ED4}" type="slidenum">
              <a:t>&lt;#&gt;</a:t>
            </a:fld>
          </a:p>
        </p:txBody>
      </p:sp>
    </p:spTree>
  </p:cSld>
</p:sldLayout>
</file>

<file path=ppt/slideLayouts/slideLayout31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8CD2C99D-26CE-4ED5-9B1D-D6642B0F46C7}" type="slidenum">
              <a:t>&lt;#&gt;</a:t>
            </a:fld>
          </a:p>
        </p:txBody>
      </p:sp>
    </p:spTree>
  </p:cSld>
</p:sldLayout>
</file>

<file path=ppt/slideLayouts/slideLayout31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D2B9BB72-DE4F-4202-866A-46A95727CED0}" type="slidenum">
              <a:t>&lt;#&gt;</a:t>
            </a:fld>
          </a:p>
        </p:txBody>
      </p:sp>
    </p:spTree>
  </p:cSld>
</p:sldLayout>
</file>

<file path=ppt/slideLayouts/slideLayout31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4D73FE84-59A7-4AC6-80F8-9E698F388803}" type="slidenum">
              <a:t>&lt;#&gt;</a:t>
            </a:fld>
          </a:p>
        </p:txBody>
      </p:sp>
    </p:spTree>
  </p:cSld>
</p:sldLayout>
</file>

<file path=ppt/slideLayouts/slideLayout31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2026B86A-B3BA-44BE-AFC0-E4A4FACF590F}" type="slidenum">
              <a:t>&lt;#&gt;</a:t>
            </a:fld>
          </a:p>
        </p:txBody>
      </p:sp>
    </p:spTree>
  </p:cSld>
</p:sldLayout>
</file>

<file path=ppt/slideLayouts/slideLayout31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9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BE7D6D81-4063-4145-809D-2C21EAD50148}" type="slidenum">
              <a:t>&lt;#&gt;</a:t>
            </a:fld>
          </a:p>
        </p:txBody>
      </p:sp>
    </p:spTree>
  </p:cSld>
</p:sldLayout>
</file>

<file path=ppt/slideLayouts/slideLayout31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9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FC604C9D-C4E0-44A4-B785-5F1061CDE3E1}" type="slidenum">
              <a:t>&lt;#&gt;</a:t>
            </a:fld>
          </a:p>
        </p:txBody>
      </p:sp>
    </p:spTree>
  </p:cSld>
</p:sldLayout>
</file>

<file path=ppt/slideLayouts/slideLayout31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0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B3C2E89F-1906-4E90-ADC4-17AD9DBAB385}" type="slidenum">
              <a:t>&lt;#&gt;</a:t>
            </a:fld>
          </a:p>
        </p:txBody>
      </p:sp>
    </p:spTree>
  </p:cSld>
</p:sldLayout>
</file>

<file path=ppt/slideLayouts/slideLayout31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0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0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FDEFF0DD-3D17-47CB-88BC-4292CF4E39D8}" type="slidenum">
              <a:t>&lt;#&gt;</a:t>
            </a:fld>
          </a:p>
        </p:txBody>
      </p:sp>
    </p:spTree>
  </p:cSld>
</p:sldLayout>
</file>

<file path=ppt/slideLayouts/slideLayout31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0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0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1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558F237F-3972-4D77-8FBD-800988BD7DD1}" type="slidenum">
              <a:t>&lt;#&gt;</a:t>
            </a:fld>
          </a:p>
        </p:txBody>
      </p:sp>
    </p:spTree>
  </p:cSld>
</p:sldLayout>
</file>

<file path=ppt/slideLayouts/slideLayout31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1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1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1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1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1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46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47"/>
          </p:nvPr>
        </p:nvSpPr>
        <p:spPr/>
        <p:txBody>
          <a:bodyPr/>
          <a:p>
            <a:fld id="{E277A73C-1273-4255-9141-716E08B5CCE2}" type="slidenum">
              <a:t>&lt;#&gt;</a:t>
            </a:fld>
          </a:p>
        </p:txBody>
      </p:sp>
    </p:spTree>
  </p:cSld>
</p:sldLayout>
</file>

<file path=ppt/slideLayouts/slideLayout31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D9650B9C-EF83-474C-A628-7C8ABE287BC8}" type="slidenum">
              <a:t>&lt;#&gt;</a:t>
            </a:fld>
          </a:p>
        </p:txBody>
      </p:sp>
    </p:spTree>
  </p:cSld>
</p:sldLayout>
</file>

<file path=ppt/slideLayouts/slideLayout31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2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3E59994E-7548-4D88-9FB4-CD93C8543B9A}" type="slidenum">
              <a:t>&lt;#&gt;</a:t>
            </a:fld>
          </a:p>
        </p:txBody>
      </p:sp>
    </p:spTree>
  </p:cSld>
</p:sldLayout>
</file>

<file path=ppt/slideLayouts/slideLayout31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4A5A64C6-12C4-4F29-8CCB-58512B7DA7DA}" type="slidenum">
              <a:t>&lt;#&gt;</a:t>
            </a:fld>
          </a:p>
        </p:txBody>
      </p:sp>
    </p:spTree>
  </p:cSld>
</p:sldLayout>
</file>

<file path=ppt/slideLayouts/slideLayout31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441661CF-6CC4-44FC-A998-78951BBA49D6}" type="slidenum">
              <a:t>&lt;#&gt;</a:t>
            </a:fld>
          </a:p>
        </p:txBody>
      </p:sp>
    </p:spTree>
  </p:cSld>
</p:sldLayout>
</file>

<file path=ppt/slideLayouts/slideLayout31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37A769C3-CA6F-483F-BF8F-07FF8A6EF476}" type="slidenum">
              <a:t>&lt;#&gt;</a:t>
            </a:fld>
          </a:p>
        </p:txBody>
      </p:sp>
    </p:spTree>
  </p:cSld>
</p:sldLayout>
</file>

<file path=ppt/slideLayouts/slideLayout31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CE87DCE9-6B9C-422F-A3EA-5228C058E6BE}" type="slidenum">
              <a:t>&lt;#&gt;</a:t>
            </a:fld>
          </a:p>
        </p:txBody>
      </p:sp>
    </p:spTree>
  </p:cSld>
</p:sldLayout>
</file>

<file path=ppt/slideLayouts/slideLayout31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4323329A-894D-44C8-B70C-EE119C960936}" type="slidenum">
              <a:t>&lt;#&gt;</a:t>
            </a:fld>
          </a:p>
        </p:txBody>
      </p:sp>
    </p:spTree>
  </p:cSld>
</p:sldLayout>
</file>

<file path=ppt/slideLayouts/slideLayout31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3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0900697A-1564-43C1-8186-88433FC38F56}" type="slidenum">
              <a:t>&lt;#&gt;</a:t>
            </a:fld>
          </a:p>
        </p:txBody>
      </p:sp>
    </p:spTree>
  </p:cSld>
</p:sldLayout>
</file>

<file path=ppt/slideLayouts/slideLayout31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D1E589C9-086F-4BBE-A2EE-095AB86F8AB6}" type="slidenum">
              <a:t>&lt;#&gt;</a:t>
            </a:fld>
          </a:p>
        </p:txBody>
      </p:sp>
    </p:spTree>
  </p:cSld>
</p:sldLayout>
</file>

<file path=ppt/slideLayouts/slideLayout31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4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38B79C8C-528C-464A-95DD-223259836528}" type="slidenum">
              <a:t>&lt;#&gt;</a:t>
            </a:fld>
          </a:p>
        </p:txBody>
      </p:sp>
    </p:spTree>
  </p:cSld>
</p:sldLayout>
</file>

<file path=ppt/slideLayouts/slideLayout31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5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795D0BA5-54F1-453C-AFBC-A4E5646D8256}" type="slidenum">
              <a:t>&lt;#&gt;</a:t>
            </a:fld>
          </a:p>
        </p:txBody>
      </p:sp>
    </p:spTree>
  </p:cSld>
</p:sldLayout>
</file>

<file path=ppt/slideLayouts/slideLayout31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5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5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5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5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5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48"/>
          </p:nvPr>
        </p:nvSpPr>
        <p:spPr/>
        <p:txBody>
          <a:bodyPr/>
          <a:p>
            <a:fld id="{1BBF6C09-CCD9-4961-9CD1-04E751B90147}" type="slidenum">
              <a:t>&lt;#&gt;</a:t>
            </a:fld>
          </a:p>
        </p:txBody>
      </p:sp>
    </p:spTree>
  </p:cSld>
</p:sldLayout>
</file>

<file path=ppt/slideLayouts/slideLayout31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1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64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1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1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1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1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1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1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7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1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7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7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79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1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8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1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86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1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9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91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1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94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95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96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97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98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1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98A34F0B-0F87-443E-9962-6B1D9AD54EDD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0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16BF1B15-5E3A-4481-BF6C-1F2AD6164CDA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E28AE0BA-ABC3-410F-9807-840D0D2A2133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E3977FBF-DF67-41EC-9D2F-0247A8A2E6F9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77EE608C-6651-4AEF-905D-C08C7475824C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E9ACC225-1BDA-47C4-B279-A91E431C1099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13712B6E-8D45-44B9-B9AA-048168C00F60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2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E3C8136A-C0FC-4702-B67A-049E27341CF6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2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2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F200E2E6-292D-49ED-8880-19BB9FA8FAFD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3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23F92A47-6801-4D9E-AF65-CE647E87843E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3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3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4A2E1066-69DE-42E5-9DFE-0E2E4A6EBF04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3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3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4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4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4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4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5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51"/>
          </p:nvPr>
        </p:nvSpPr>
        <p:spPr/>
        <p:txBody>
          <a:bodyPr/>
          <a:p>
            <a:fld id="{00B77AD5-F92B-4707-90B5-215DF277974B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4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1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E473F7AB-7092-49B9-9DF1-EFB42D566A4D}" type="slidenum">
              <a:t>&lt;#&gt;</a:t>
            </a:fld>
          </a:p>
        </p:txBody>
      </p:sp>
    </p:spTree>
  </p:cSld>
</p:sldLayout>
</file>

<file path=ppt/slideLayouts/slideLayout31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5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549555AC-B7DF-45CC-8BE1-07ECAA11D099}" type="slidenum">
              <a:t>&lt;#&gt;</a:t>
            </a:fld>
          </a:p>
        </p:txBody>
      </p:sp>
    </p:spTree>
  </p:cSld>
</p:sldLayout>
</file>

<file path=ppt/slideLayouts/slideLayout31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AFCBD2D6-6999-4F7B-B043-C6533497486E}" type="slidenum">
              <a:t>&lt;#&gt;</a:t>
            </a:fld>
          </a:p>
        </p:txBody>
      </p:sp>
    </p:spTree>
  </p:cSld>
</p:sldLayout>
</file>

<file path=ppt/slideLayouts/slideLayout31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C15BB1D9-ACCB-496A-8107-8F99C0D320DC}" type="slidenum">
              <a:t>&lt;#&gt;</a:t>
            </a:fld>
          </a:p>
        </p:txBody>
      </p:sp>
    </p:spTree>
  </p:cSld>
</p:sldLayout>
</file>

<file path=ppt/slideLayouts/slideLayout31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26F3D865-37DE-4A95-B814-F5BD587D9233}" type="slidenum">
              <a:t>&lt;#&gt;</a:t>
            </a:fld>
          </a:p>
        </p:txBody>
      </p:sp>
    </p:spTree>
  </p:cSld>
</p:sldLayout>
</file>

<file path=ppt/slideLayouts/slideLayout31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F14F9060-2F3E-4D89-A456-F807F9BB7D0E}" type="slidenum">
              <a:t>&lt;#&gt;</a:t>
            </a:fld>
          </a:p>
        </p:txBody>
      </p:sp>
    </p:spTree>
  </p:cSld>
</p:sldLayout>
</file>

<file path=ppt/slideLayouts/slideLayout31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6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6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BA6DFBB8-3042-47EA-A573-798FA82CF55F}" type="slidenum">
              <a:t>&lt;#&gt;</a:t>
            </a:fld>
          </a:p>
        </p:txBody>
      </p:sp>
    </p:spTree>
  </p:cSld>
</p:sldLayout>
</file>

<file path=ppt/slideLayouts/slideLayout31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6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86272CBE-E5A4-43ED-85C3-FE1BA29D9624}" type="slidenum">
              <a:t>&lt;#&gt;</a:t>
            </a:fld>
          </a:p>
        </p:txBody>
      </p:sp>
    </p:spTree>
  </p:cSld>
</p:sldLayout>
</file>

<file path=ppt/slideLayouts/slideLayout31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7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B484B0CF-D407-4E9E-A175-2DF74CFAED86}" type="slidenum">
              <a:t>&lt;#&gt;</a:t>
            </a:fld>
          </a:p>
        </p:txBody>
      </p:sp>
    </p:spTree>
  </p:cSld>
</p:sldLayout>
</file>

<file path=ppt/slideLayouts/slideLayout31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7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70B212C1-0D9F-4924-B282-75D1747284D1}" type="slidenum">
              <a:t>&lt;#&gt;</a:t>
            </a:fld>
          </a:p>
        </p:txBody>
      </p:sp>
    </p:spTree>
  </p:cSld>
</p:sldLayout>
</file>

<file path=ppt/slideLayouts/slideLayout31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7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7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58F24485-D79B-471D-AE6F-83E05F45ACE7}" type="slidenum">
              <a:t>&lt;#&gt;</a:t>
            </a:fld>
          </a:p>
        </p:txBody>
      </p:sp>
    </p:spTree>
  </p:cSld>
</p:sldLayout>
</file>

<file path=ppt/slideLayouts/slideLayout31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8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8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8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8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8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52"/>
          </p:nvPr>
        </p:nvSpPr>
        <p:spPr/>
        <p:txBody>
          <a:bodyPr/>
          <a:p>
            <a:fld id="{9412C923-BFAB-4F0F-8288-D700850862EE}" type="slidenum">
              <a:t>&lt;#&gt;</a:t>
            </a:fld>
          </a:p>
        </p:txBody>
      </p:sp>
    </p:spTree>
  </p:cSld>
</p:sldLayout>
</file>

<file path=ppt/slideLayouts/slideLayout31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F1BFF6AF-CE8F-4AA4-B91A-5E5CFE0BD8F6}" type="slidenum">
              <a:t>&lt;#&gt;</a:t>
            </a:fld>
          </a:p>
        </p:txBody>
      </p:sp>
    </p:spTree>
  </p:cSld>
</p:sldLayout>
</file>

<file path=ppt/slideLayouts/slideLayout31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93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521951B0-875E-41ED-B2B2-0F8B77D00FEF}" type="slidenum">
              <a:t>&lt;#&gt;</a:t>
            </a:fld>
          </a:p>
        </p:txBody>
      </p:sp>
    </p:spTree>
  </p:cSld>
</p:sldLayout>
</file>

<file path=ppt/slideLayouts/slideLayout31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5DABDC95-46B9-44DE-BFD3-C19361747662}" type="slidenum">
              <a:t>&lt;#&gt;</a:t>
            </a:fld>
          </a:p>
        </p:txBody>
      </p:sp>
    </p:spTree>
  </p:cSld>
</p:sldLayout>
</file>

<file path=ppt/slideLayouts/slideLayout31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48795D5A-AD8C-43C3-BE6A-49A3782443FC}" type="slidenum">
              <a:t>&lt;#&gt;</a:t>
            </a:fld>
          </a:p>
        </p:txBody>
      </p:sp>
    </p:spTree>
  </p:cSld>
</p:sldLayout>
</file>

<file path=ppt/slideLayouts/slideLayout31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4BDD685C-1BA5-4F63-B3A3-86C40BC4435A}" type="slidenum">
              <a:t>&lt;#&gt;</a:t>
            </a:fld>
          </a:p>
        </p:txBody>
      </p:sp>
    </p:spTree>
  </p:cSld>
</p:sldLayout>
</file>

<file path=ppt/slideLayouts/slideLayout31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0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56D244A1-13D4-4878-B740-E10F36D2A6B4}" type="slidenum">
              <a:t>&lt;#&gt;</a:t>
            </a:fld>
          </a:p>
        </p:txBody>
      </p:sp>
    </p:spTree>
  </p:cSld>
</p:sldLayout>
</file>

<file path=ppt/slideLayouts/slideLayout31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F70CBD2E-F1D6-4803-9ECC-2259F96EFC37}" type="slidenum">
              <a:t>&lt;#&gt;</a:t>
            </a:fld>
          </a:p>
        </p:txBody>
      </p:sp>
    </p:spTree>
  </p:cSld>
</p:sldLayout>
</file>

<file path=ppt/slideLayouts/slideLayout31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08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756C4CA3-33E9-48EC-9564-98BA2545A8C4}" type="slidenum">
              <a:t>&lt;#&gt;</a:t>
            </a:fld>
          </a:p>
        </p:txBody>
      </p:sp>
    </p:spTree>
  </p:cSld>
</p:sldLayout>
</file>

<file path=ppt/slideLayouts/slideLayout31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BCF9D466-D9C3-42A8-863F-FD68C9D5368D}" type="slidenum">
              <a:t>&lt;#&gt;</a:t>
            </a:fld>
          </a:p>
        </p:txBody>
      </p:sp>
    </p:spTree>
  </p:cSld>
</p:sldLayout>
</file>

<file path=ppt/slideLayouts/slideLayout31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15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B237CF58-0FF3-4D50-9281-3A10544A772E}" type="slidenum">
              <a:t>&lt;#&gt;</a:t>
            </a:fld>
          </a:p>
        </p:txBody>
      </p:sp>
    </p:spTree>
  </p:cSld>
</p:sldLayout>
</file>

<file path=ppt/slideLayouts/slideLayout31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1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1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20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36E23597-DDC2-4E7C-81CF-4A09B0D413A9}" type="slidenum">
              <a:t>&lt;#&gt;</a:t>
            </a:fld>
          </a:p>
        </p:txBody>
      </p:sp>
    </p:spTree>
  </p:cSld>
</p:sldLayout>
</file>

<file path=ppt/slideLayouts/slideLayout31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23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24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25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26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27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53"/>
          </p:nvPr>
        </p:nvSpPr>
        <p:spPr/>
        <p:txBody>
          <a:bodyPr/>
          <a:p>
            <a:fld id="{9EFC979D-E985-4D3F-991D-E3A0F8951CF1}" type="slidenum">
              <a:t>&lt;#&gt;</a:t>
            </a:fld>
          </a:p>
        </p:txBody>
      </p:sp>
    </p:spTree>
  </p:cSld>
</p:sldLayout>
</file>

<file path=ppt/slideLayouts/slideLayout31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41E06D30-5B71-4A69-9DCF-FB7382EE31C6}" type="slidenum">
              <a:t>&lt;#&gt;</a:t>
            </a:fld>
          </a:p>
        </p:txBody>
      </p:sp>
    </p:spTree>
  </p:cSld>
</p:sldLayout>
</file>

<file path=ppt/slideLayouts/slideLayout31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3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9294B205-EC95-459F-BB8D-9157E61EB2DF}" type="slidenum">
              <a:t>&lt;#&gt;</a:t>
            </a:fld>
          </a:p>
        </p:txBody>
      </p:sp>
    </p:spTree>
  </p:cSld>
</p:sldLayout>
</file>

<file path=ppt/slideLayouts/slideLayout31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1B992169-5D5E-4C18-AEB5-CA268DE0E67D}" type="slidenum">
              <a:t>&lt;#&gt;</a:t>
            </a:fld>
          </a:p>
        </p:txBody>
      </p:sp>
    </p:spTree>
  </p:cSld>
</p:sldLayout>
</file>

<file path=ppt/slideLayouts/slideLayout31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FB66FDEA-4D16-450A-A95F-3247A31E4EE6}" type="slidenum">
              <a:t>&lt;#&gt;</a:t>
            </a:fld>
          </a:p>
        </p:txBody>
      </p:sp>
    </p:spTree>
  </p:cSld>
</p:sldLayout>
</file>

<file path=ppt/slideLayouts/slideLayout31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49866A36-BD87-4AA1-A6D2-F3423B0D205B}" type="slidenum">
              <a:t>&lt;#&gt;</a:t>
            </a:fld>
          </a:p>
        </p:txBody>
      </p:sp>
    </p:spTree>
  </p:cSld>
</p:sldLayout>
</file>

<file path=ppt/slideLayouts/slideLayout31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1C69008B-9EB7-4EFE-A1B9-40AE1F24CF9E}" type="slidenum">
              <a:t>&lt;#&gt;</a:t>
            </a:fld>
          </a:p>
        </p:txBody>
      </p:sp>
    </p:spTree>
  </p:cSld>
</p:sldLayout>
</file>

<file path=ppt/slideLayouts/slideLayout31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4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6A2F12CA-2A1E-4DE5-9A26-EF0932FF7729}" type="slidenum">
              <a:t>&lt;#&gt;</a:t>
            </a:fld>
          </a:p>
        </p:txBody>
      </p:sp>
    </p:spTree>
  </p:cSld>
</p:sldLayout>
</file>

<file path=ppt/slideLayouts/slideLayout32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5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49F701D5-79CB-4548-97F1-647939FF5B56}" type="slidenum">
              <a:t>&lt;#&gt;</a:t>
            </a:fld>
          </a:p>
        </p:txBody>
      </p:sp>
    </p:spTree>
  </p:cSld>
</p:sldLayout>
</file>

<file path=ppt/slideLayouts/slideLayout32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CE0C3A32-22CD-4BD8-A7C6-99ACBEBDAA7A}" type="slidenum">
              <a:t>&lt;#&gt;</a:t>
            </a:fld>
          </a:p>
        </p:txBody>
      </p:sp>
    </p:spTree>
  </p:cSld>
</p:sldLayout>
</file>

<file path=ppt/slideLayouts/slideLayout32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5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E15EF7EF-76CC-430C-9FE2-0D72D45F71E5}" type="slidenum">
              <a:t>&lt;#&gt;</a:t>
            </a:fld>
          </a:p>
        </p:txBody>
      </p:sp>
    </p:spTree>
  </p:cSld>
</p:sldLayout>
</file>

<file path=ppt/slideLayouts/slideLayout32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6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CE1DF518-8C64-4802-B68B-D9E53FFAB853}" type="slidenum">
              <a:t>&lt;#&gt;</a:t>
            </a:fld>
          </a:p>
        </p:txBody>
      </p:sp>
    </p:spTree>
  </p:cSld>
</p:sldLayout>
</file>

<file path=ppt/slideLayouts/slideLayout32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6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6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6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6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6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54"/>
          </p:nvPr>
        </p:nvSpPr>
        <p:spPr/>
        <p:txBody>
          <a:bodyPr/>
          <a:p>
            <a:fld id="{5AA3D64D-7017-4DA2-8317-6BB37D4D4ECF}" type="slidenum">
              <a:t>&lt;#&gt;</a:t>
            </a:fld>
          </a:p>
        </p:txBody>
      </p:sp>
    </p:spTree>
  </p:cSld>
</p:sldLayout>
</file>

<file path=ppt/slideLayouts/slideLayout32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74FF5241-D5B2-443D-87E4-1A8BEAD5E130}" type="slidenum">
              <a:t>&lt;#&gt;</a:t>
            </a:fld>
          </a:p>
        </p:txBody>
      </p:sp>
    </p:spTree>
  </p:cSld>
</p:sldLayout>
</file>

<file path=ppt/slideLayouts/slideLayout32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7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0528C422-EF5D-4ADD-BCF4-F26C5453EE8E}" type="slidenum">
              <a:t>&lt;#&gt;</a:t>
            </a:fld>
          </a:p>
        </p:txBody>
      </p:sp>
    </p:spTree>
  </p:cSld>
</p:sldLayout>
</file>

<file path=ppt/slideLayouts/slideLayout32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A5DE2C56-7F21-434A-AD87-04AEA9E6BB8C}" type="slidenum">
              <a:t>&lt;#&gt;</a:t>
            </a:fld>
          </a:p>
        </p:txBody>
      </p:sp>
    </p:spTree>
  </p:cSld>
</p:sldLayout>
</file>

<file path=ppt/slideLayouts/slideLayout32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E1E4C220-6F82-40D5-AFA0-721FA3892827}" type="slidenum">
              <a:t>&lt;#&gt;</a:t>
            </a:fld>
          </a:p>
        </p:txBody>
      </p:sp>
    </p:spTree>
  </p:cSld>
</p:sldLayout>
</file>

<file path=ppt/slideLayouts/slideLayout32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480162E1-2EC0-4E9D-8EDE-9EBABF38FA7A}" type="slidenum">
              <a:t>&lt;#&gt;</a:t>
            </a:fld>
          </a:p>
        </p:txBody>
      </p:sp>
    </p:spTree>
  </p:cSld>
</p:sldLayout>
</file>

<file path=ppt/slideLayouts/slideLayout32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6036A4CE-A714-4D51-BEAA-4F07D5E7290A}" type="slidenum">
              <a:t>&lt;#&gt;</a:t>
            </a:fld>
          </a:p>
        </p:txBody>
      </p:sp>
    </p:spTree>
  </p:cSld>
</p:sldLayout>
</file>

<file path=ppt/slideLayouts/slideLayout32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B4825BA7-85BF-477E-8D8B-8DDAC4232FC2}" type="slidenum">
              <a:t>&lt;#&gt;</a:t>
            </a:fld>
          </a:p>
        </p:txBody>
      </p:sp>
    </p:spTree>
  </p:cSld>
</p:sldLayout>
</file>

<file path=ppt/slideLayouts/slideLayout32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9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AD84E469-4DB6-4F0E-A21F-B12FEE7B4CB6}" type="slidenum">
              <a:t>&lt;#&gt;</a:t>
            </a:fld>
          </a:p>
        </p:txBody>
      </p:sp>
    </p:spTree>
  </p:cSld>
</p:sldLayout>
</file>

<file path=ppt/slideLayouts/slideLayout32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C6305697-1E76-4D02-B37F-E21A9D22F9B4}" type="slidenum">
              <a:t>&lt;#&gt;</a:t>
            </a:fld>
          </a:p>
        </p:txBody>
      </p:sp>
    </p:spTree>
  </p:cSld>
</p:sldLayout>
</file>

<file path=ppt/slideLayouts/slideLayout32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0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93101AEA-3EC7-44CE-803B-D233266F3677}" type="slidenum">
              <a:t>&lt;#&gt;</a:t>
            </a:fld>
          </a:p>
        </p:txBody>
      </p:sp>
    </p:spTree>
  </p:cSld>
</p:sldLayout>
</file>

<file path=ppt/slideLayouts/slideLayout32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0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0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0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0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0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677C36F7-BD13-4701-88FF-2204C9205F4E}" type="slidenum">
              <a:t>&lt;#&gt;</a:t>
            </a:fld>
          </a:p>
        </p:txBody>
      </p:sp>
    </p:spTree>
  </p:cSld>
</p:sldLayout>
</file>

<file path=ppt/slideLayouts/slideLayout32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0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0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1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1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1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5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56"/>
          </p:nvPr>
        </p:nvSpPr>
        <p:spPr/>
        <p:txBody>
          <a:bodyPr/>
          <a:p>
            <a:fld id="{9C986815-B3EB-45E5-9110-A00864525A3B}" type="slidenum">
              <a:t>&lt;#&gt;</a:t>
            </a:fld>
          </a:p>
        </p:txBody>
      </p:sp>
    </p:spTree>
  </p:cSld>
</p:sldLayout>
</file>

<file path=ppt/slideLayouts/slideLayout32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C176371F-5FDC-4AD5-B1F4-57C957983B06}" type="slidenum">
              <a:t>&lt;#&gt;</a:t>
            </a:fld>
          </a:p>
        </p:txBody>
      </p:sp>
    </p:spTree>
  </p:cSld>
</p:sldLayout>
</file>

<file path=ppt/slideLayouts/slideLayout32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1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D45BD91D-2963-4F84-BEE2-26C4A07D6B1C}" type="slidenum">
              <a:t>&lt;#&gt;</a:t>
            </a:fld>
          </a:p>
        </p:txBody>
      </p:sp>
    </p:spTree>
  </p:cSld>
</p:sldLayout>
</file>

<file path=ppt/slideLayouts/slideLayout32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C415C970-616B-4B95-B93B-024C16333C44}" type="slidenum">
              <a:t>&lt;#&gt;</a:t>
            </a:fld>
          </a:p>
        </p:txBody>
      </p:sp>
    </p:spTree>
  </p:cSld>
</p:sldLayout>
</file>

<file path=ppt/slideLayouts/slideLayout32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4C7C4030-1FD0-4DC7-A7AC-124C77E07725}" type="slidenum">
              <a:t>&lt;#&gt;</a:t>
            </a:fld>
          </a:p>
        </p:txBody>
      </p:sp>
    </p:spTree>
  </p:cSld>
</p:sldLayout>
</file>

<file path=ppt/slideLayouts/slideLayout32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AE119CDE-612E-4A34-9979-6C55E838F7AD}" type="slidenum">
              <a:t>&lt;#&gt;</a:t>
            </a:fld>
          </a:p>
        </p:txBody>
      </p:sp>
    </p:spTree>
  </p:cSld>
</p:sldLayout>
</file>

<file path=ppt/slideLayouts/slideLayout32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322EDC68-61B8-445E-BE49-BA169D3B5A14}" type="slidenum">
              <a:t>&lt;#&gt;</a:t>
            </a:fld>
          </a:p>
        </p:txBody>
      </p:sp>
    </p:spTree>
  </p:cSld>
</p:sldLayout>
</file>

<file path=ppt/slideLayouts/slideLayout32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2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2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2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AA730C23-39E2-4136-8DE2-2E48324BAF13}" type="slidenum">
              <a:t>&lt;#&gt;</a:t>
            </a:fld>
          </a:p>
        </p:txBody>
      </p:sp>
    </p:spTree>
  </p:cSld>
</p:sldLayout>
</file>

<file path=ppt/slideLayouts/slideLayout32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3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83610FA2-3C99-46BD-ABF4-5EA18A7C4FA5}" type="slidenum">
              <a:t>&lt;#&gt;</a:t>
            </a:fld>
          </a:p>
        </p:txBody>
      </p:sp>
    </p:spTree>
  </p:cSld>
</p:sldLayout>
</file>

<file path=ppt/slideLayouts/slideLayout32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3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D6A67492-5148-47BA-8EB1-9572AEDB2B86}" type="slidenum">
              <a:t>&lt;#&gt;</a:t>
            </a:fld>
          </a:p>
        </p:txBody>
      </p:sp>
    </p:spTree>
  </p:cSld>
</p:sldLayout>
</file>

<file path=ppt/slideLayouts/slideLayout32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4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4B02E477-641B-45A5-AFA4-9A156476CA86}" type="slidenum">
              <a:t>&lt;#&gt;</a:t>
            </a:fld>
          </a:p>
        </p:txBody>
      </p:sp>
    </p:spTree>
  </p:cSld>
</p:sldLayout>
</file>

<file path=ppt/slideLayouts/slideLayout32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4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4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4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4B987E9C-AA0E-4C00-8BD6-A1C7E5ED699C}" type="slidenum">
              <a:t>&lt;#&gt;</a:t>
            </a:fld>
          </a:p>
        </p:txBody>
      </p:sp>
    </p:spTree>
  </p:cSld>
</p:sldLayout>
</file>

<file path=ppt/slideLayouts/slideLayout32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4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4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5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5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5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57"/>
          </p:nvPr>
        </p:nvSpPr>
        <p:spPr/>
        <p:txBody>
          <a:bodyPr/>
          <a:p>
            <a:fld id="{323DAADC-F7F0-422F-88EC-2EAF2883B848}" type="slidenum">
              <a:t>&lt;#&gt;</a:t>
            </a:fld>
          </a:p>
        </p:txBody>
      </p:sp>
    </p:spTree>
  </p:cSld>
</p:sldLayout>
</file>

<file path=ppt/slideLayouts/slideLayout32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2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5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2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2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2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2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2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7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2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7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2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7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2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8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2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8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8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2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8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9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9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9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9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2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0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1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2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2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2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2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3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3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3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3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3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5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2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08E0042D-E7DB-4394-BFFE-219FED7B7B90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4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071E5743-84AF-4D67-9514-48FA9BAD3267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482DD3B6-A5A1-437E-B5AC-011703878C11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A680114E-CE4B-403E-BB3B-4C40D7D510CB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E0314ED7-8E28-452E-9D1B-3EE14726F5B4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C1F46D75-1343-489E-9726-DD239494DC35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5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5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A02AA2B8-6B3E-48A6-A2D4-6A5B3C5DA291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6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E09502F7-6A51-4CA3-87AA-F707FDAA9A15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6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6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6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9B0FD67B-31D3-4405-B48C-0E715C057A6D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6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4424402F-44B3-4DE2-9AA0-AFF2DA051E43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7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7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7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3DBC4ED5-3571-429D-9C07-2E668F70F4D5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7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7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7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7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8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6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61"/>
          </p:nvPr>
        </p:nvSpPr>
        <p:spPr/>
        <p:txBody>
          <a:bodyPr/>
          <a:p>
            <a:fld id="{2DF49ADF-F5A3-4D40-A731-0EB8F9CCE6D1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5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2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57E9679A-1051-4789-B5CC-5CC754F78EC9}" type="slidenum">
              <a:t>&lt;#&gt;</a:t>
            </a:fld>
          </a:p>
        </p:txBody>
      </p:sp>
    </p:spTree>
  </p:cSld>
</p:sldLayout>
</file>

<file path=ppt/slideLayouts/slideLayout32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8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11D7E231-6C95-4139-B2B9-269069F5BFDA}" type="slidenum">
              <a:t>&lt;#&gt;</a:t>
            </a:fld>
          </a:p>
        </p:txBody>
      </p:sp>
    </p:spTree>
  </p:cSld>
</p:sldLayout>
</file>

<file path=ppt/slideLayouts/slideLayout32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7D8BCE51-FDB1-408B-9F3E-E1F564A592EB}" type="slidenum">
              <a:t>&lt;#&gt;</a:t>
            </a:fld>
          </a:p>
        </p:txBody>
      </p:sp>
    </p:spTree>
  </p:cSld>
</p:sldLayout>
</file>

<file path=ppt/slideLayouts/slideLayout32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305B08AE-9B94-4764-B83F-E9A326116E2B}" type="slidenum">
              <a:t>&lt;#&gt;</a:t>
            </a:fld>
          </a:p>
        </p:txBody>
      </p:sp>
    </p:spTree>
  </p:cSld>
</p:sldLayout>
</file>

<file path=ppt/slideLayouts/slideLayout32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D5F253BF-8E39-4714-81C3-36BB979F62CF}" type="slidenum">
              <a:t>&lt;#&gt;</a:t>
            </a:fld>
          </a:p>
        </p:txBody>
      </p:sp>
    </p:spTree>
  </p:cSld>
</p:sldLayout>
</file>

<file path=ppt/slideLayouts/slideLayout32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4EDC1A92-6CCF-4E36-8F97-35DCEE5B1673}" type="slidenum">
              <a:t>&lt;#&gt;</a:t>
            </a:fld>
          </a:p>
        </p:txBody>
      </p:sp>
    </p:spTree>
  </p:cSld>
</p:sldLayout>
</file>

<file path=ppt/slideLayouts/slideLayout32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9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A30099BF-B8F7-4E8B-9047-766CC559D2B0}" type="slidenum">
              <a:t>&lt;#&gt;</a:t>
            </a:fld>
          </a:p>
        </p:txBody>
      </p:sp>
    </p:spTree>
  </p:cSld>
</p:sldLayout>
</file>

<file path=ppt/slideLayouts/slideLayout32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0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91CAC7AA-C361-46F0-8170-2B66DA7BC772}" type="slidenum">
              <a:t>&lt;#&gt;</a:t>
            </a:fld>
          </a:p>
        </p:txBody>
      </p:sp>
    </p:spTree>
  </p:cSld>
</p:sldLayout>
</file>

<file path=ppt/slideLayouts/slideLayout32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29EB5DEF-512D-4C4A-ACEE-CA17D767CAFD}" type="slidenum">
              <a:t>&lt;#&gt;</a:t>
            </a:fld>
          </a:p>
        </p:txBody>
      </p:sp>
    </p:spTree>
  </p:cSld>
</p:sldLayout>
</file>

<file path=ppt/slideLayouts/slideLayout32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1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0ECBDC57-8DAA-4D04-8DDD-EBD9EE216F8A}" type="slidenum">
              <a:t>&lt;#&gt;</a:t>
            </a:fld>
          </a:p>
        </p:txBody>
      </p:sp>
    </p:spTree>
  </p:cSld>
</p:sldLayout>
</file>

<file path=ppt/slideLayouts/slideLayout32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1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1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0CD324E9-2927-42EA-A635-192C7DE803F5}" type="slidenum">
              <a:t>&lt;#&gt;</a:t>
            </a:fld>
          </a:p>
        </p:txBody>
      </p:sp>
    </p:spTree>
  </p:cSld>
</p:sldLayout>
</file>

<file path=ppt/slideLayouts/slideLayout32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1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1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2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2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2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62"/>
          </p:nvPr>
        </p:nvSpPr>
        <p:spPr/>
        <p:txBody>
          <a:bodyPr/>
          <a:p>
            <a:fld id="{0E160FF6-8AA1-4209-B425-F447F7B0A7B7}" type="slidenum">
              <a:t>&lt;#&gt;</a:t>
            </a:fld>
          </a:p>
        </p:txBody>
      </p:sp>
    </p:spTree>
  </p:cSld>
</p:sldLayout>
</file>

<file path=ppt/slideLayouts/slideLayout32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C567F72B-060B-49C0-903C-18209223AB05}" type="slidenum">
              <a:t>&lt;#&gt;</a:t>
            </a:fld>
          </a:p>
        </p:txBody>
      </p:sp>
    </p:spTree>
  </p:cSld>
</p:sldLayout>
</file>

<file path=ppt/slideLayouts/slideLayout32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3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DD75FC07-4A48-4AD9-839C-488F5F76C194}" type="slidenum">
              <a:t>&lt;#&gt;</a:t>
            </a:fld>
          </a:p>
        </p:txBody>
      </p:sp>
    </p:spTree>
  </p:cSld>
</p:sldLayout>
</file>

<file path=ppt/slideLayouts/slideLayout32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9BACE1C9-DCA2-45CC-A929-0345E1C718F1}" type="slidenum">
              <a:t>&lt;#&gt;</a:t>
            </a:fld>
          </a:p>
        </p:txBody>
      </p:sp>
    </p:spTree>
  </p:cSld>
</p:sldLayout>
</file>

<file path=ppt/slideLayouts/slideLayout32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3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36AE407E-A4C7-4657-BFA0-41050109255B}" type="slidenum">
              <a:t>&lt;#&gt;</a:t>
            </a:fld>
          </a:p>
        </p:txBody>
      </p:sp>
    </p:spTree>
  </p:cSld>
</p:sldLayout>
</file>

<file path=ppt/slideLayouts/slideLayout32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9F743055-34B2-4A0A-AAAC-42D93DD5629F}" type="slidenum">
              <a:t>&lt;#&gt;</a:t>
            </a:fld>
          </a:p>
        </p:txBody>
      </p:sp>
    </p:spTree>
  </p:cSld>
</p:sldLayout>
</file>

<file path=ppt/slideLayouts/slideLayout32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3D7EB114-F48B-4AFB-BB8B-BD2214ED28BB}" type="slidenum">
              <a:t>&lt;#&gt;</a:t>
            </a:fld>
          </a:p>
        </p:txBody>
      </p:sp>
    </p:spTree>
  </p:cSld>
</p:sldLayout>
</file>

<file path=ppt/slideLayouts/slideLayout32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9AA63497-3C7E-4315-864D-C2D58CA9EBB4}" type="slidenum">
              <a:t>&lt;#&gt;</a:t>
            </a:fld>
          </a:p>
        </p:txBody>
      </p:sp>
    </p:spTree>
  </p:cSld>
</p:sldLayout>
</file>

<file path=ppt/slideLayouts/slideLayout32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4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4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B17CF103-5379-4E4C-A8A0-3DA50810436B}" type="slidenum">
              <a:t>&lt;#&gt;</a:t>
            </a:fld>
          </a:p>
        </p:txBody>
      </p:sp>
    </p:spTree>
  </p:cSld>
</p:sldLayout>
</file>

<file path=ppt/slideLayouts/slideLayout32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4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4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E64DE420-95B0-4846-B69C-12A8C133A3F8}" type="slidenum">
              <a:t>&lt;#&gt;</a:t>
            </a:fld>
          </a:p>
        </p:txBody>
      </p:sp>
    </p:spTree>
  </p:cSld>
</p:sldLayout>
</file>

<file path=ppt/slideLayouts/slideLayout32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5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84FA3A79-9A38-48A7-A408-76F4E7017D11}" type="slidenum">
              <a:t>&lt;#&gt;</a:t>
            </a:fld>
          </a:p>
        </p:txBody>
      </p:sp>
    </p:spTree>
  </p:cSld>
</p:sldLayout>
</file>

<file path=ppt/slideLayouts/slideLayout32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5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39BBD3E7-BBDA-4416-9060-9F864FEE8718}" type="slidenum">
              <a:t>&lt;#&gt;</a:t>
            </a:fld>
          </a:p>
        </p:txBody>
      </p:sp>
    </p:spTree>
  </p:cSld>
</p:sldLayout>
</file>

<file path=ppt/slideLayouts/slideLayout32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6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6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6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6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6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63"/>
          </p:nvPr>
        </p:nvSpPr>
        <p:spPr/>
        <p:txBody>
          <a:bodyPr/>
          <a:p>
            <a:fld id="{304C680B-3990-49F3-9D77-ADB91D9B8799}" type="slidenum">
              <a:t>&lt;#&gt;</a:t>
            </a:fld>
          </a:p>
        </p:txBody>
      </p:sp>
    </p:spTree>
  </p:cSld>
</p:sldLayout>
</file>

<file path=ppt/slideLayouts/slideLayout32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D53FB7BC-61A7-476F-BCF9-D9B4C3770EB6}" type="slidenum">
              <a:t>&lt;#&gt;</a:t>
            </a:fld>
          </a:p>
        </p:txBody>
      </p:sp>
    </p:spTree>
  </p:cSld>
</p:sldLayout>
</file>

<file path=ppt/slideLayouts/slideLayout32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7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BFB20482-CF5D-4871-904A-43DA33C81975}" type="slidenum">
              <a:t>&lt;#&gt;</a:t>
            </a:fld>
          </a:p>
        </p:txBody>
      </p:sp>
    </p:spTree>
  </p:cSld>
</p:sldLayout>
</file>

<file path=ppt/slideLayouts/slideLayout32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C381B3A9-7013-4A9A-9E18-98937D0C5E17}" type="slidenum">
              <a:t>&lt;#&gt;</a:t>
            </a:fld>
          </a:p>
        </p:txBody>
      </p:sp>
    </p:spTree>
  </p:cSld>
</p:sldLayout>
</file>

<file path=ppt/slideLayouts/slideLayout32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6F0C32AF-AF4F-4828-969F-FB19A97D19CE}" type="slidenum">
              <a:t>&lt;#&gt;</a:t>
            </a:fld>
          </a:p>
        </p:txBody>
      </p:sp>
    </p:spTree>
  </p:cSld>
</p:sldLayout>
</file>

<file path=ppt/slideLayouts/slideLayout32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81554174-5722-48F5-BD38-FBBBFBF9BFA2}" type="slidenum">
              <a:t>&lt;#&gt;</a:t>
            </a:fld>
          </a:p>
        </p:txBody>
      </p:sp>
    </p:spTree>
  </p:cSld>
</p:sldLayout>
</file>

<file path=ppt/slideLayouts/slideLayout32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8B32E354-3B38-478F-A94D-DE0AD65DA68E}" type="slidenum">
              <a:t>&lt;#&gt;</a:t>
            </a:fld>
          </a:p>
        </p:txBody>
      </p:sp>
    </p:spTree>
  </p:cSld>
</p:sldLayout>
</file>

<file path=ppt/slideLayouts/slideLayout32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8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EF527374-9E71-4515-9B0C-DD707E582AEA}" type="slidenum">
              <a:t>&lt;#&gt;</a:t>
            </a:fld>
          </a:p>
        </p:txBody>
      </p:sp>
    </p:spTree>
  </p:cSld>
</p:sldLayout>
</file>

<file path=ppt/slideLayouts/slideLayout32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8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8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8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8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0542278A-00F6-44A0-BA99-7F43ABA175D3}" type="slidenum">
              <a:t>&lt;#&gt;</a:t>
            </a:fld>
          </a:p>
        </p:txBody>
      </p:sp>
    </p:spTree>
  </p:cSld>
</p:sldLayout>
</file>

<file path=ppt/slideLayouts/slideLayout32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8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8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9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9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77986E77-60E4-48B2-8EB0-CD92E2890AAC}" type="slidenum">
              <a:t>&lt;#&gt;</a:t>
            </a:fld>
          </a:p>
        </p:txBody>
      </p:sp>
    </p:spTree>
  </p:cSld>
</p:sldLayout>
</file>

<file path=ppt/slideLayouts/slideLayout32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9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9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AEA8F4A8-BF02-4DB9-9567-8705FF371CB3}" type="slidenum">
              <a:t>&lt;#&gt;</a:t>
            </a:fld>
          </a:p>
        </p:txBody>
      </p:sp>
    </p:spTree>
  </p:cSld>
</p:sldLayout>
</file>

<file path=ppt/slideLayouts/slideLayout32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9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9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A20D58F1-58F5-4226-A119-8D62FDD18492}" type="slidenum">
              <a:t>&lt;#&gt;</a:t>
            </a:fld>
          </a:p>
        </p:txBody>
      </p:sp>
    </p:spTree>
  </p:cSld>
</p:sldLayout>
</file>

<file path=ppt/slideLayouts/slideLayout33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0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0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0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0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0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64"/>
          </p:nvPr>
        </p:nvSpPr>
        <p:spPr/>
        <p:txBody>
          <a:bodyPr/>
          <a:p>
            <a:fld id="{4879D66F-6FEB-45A7-9F4E-58BFEBE3EC3B}" type="slidenum">
              <a:t>&lt;#&gt;</a:t>
            </a:fld>
          </a:p>
        </p:txBody>
      </p:sp>
    </p:spTree>
  </p:cSld>
</p:sldLayout>
</file>

<file path=ppt/slideLayouts/slideLayout33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76151188-0649-4D00-AC08-EE0C946E1449}" type="slidenum">
              <a:t>&lt;#&gt;</a:t>
            </a:fld>
          </a:p>
        </p:txBody>
      </p:sp>
    </p:spTree>
  </p:cSld>
</p:sldLayout>
</file>

<file path=ppt/slideLayouts/slideLayout33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1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922031C5-4D8C-47CA-8D84-8CDB1BFEEBB6}" type="slidenum">
              <a:t>&lt;#&gt;</a:t>
            </a:fld>
          </a:p>
        </p:txBody>
      </p:sp>
    </p:spTree>
  </p:cSld>
</p:sldLayout>
</file>

<file path=ppt/slideLayouts/slideLayout33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C5483D98-B739-45EF-9F8A-B3B674260B44}" type="slidenum">
              <a:t>&lt;#&gt;</a:t>
            </a:fld>
          </a:p>
        </p:txBody>
      </p:sp>
    </p:spTree>
  </p:cSld>
</p:sldLayout>
</file>

<file path=ppt/slideLayouts/slideLayout33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05BA4981-5EEF-41C0-9FA6-4C8B5986D9D6}" type="slidenum">
              <a:t>&lt;#&gt;</a:t>
            </a:fld>
          </a:p>
        </p:txBody>
      </p:sp>
    </p:spTree>
  </p:cSld>
</p:sldLayout>
</file>

<file path=ppt/slideLayouts/slideLayout33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FAB81EE3-17F2-46C2-A9B9-5AB7030D2F1F}" type="slidenum">
              <a:t>&lt;#&gt;</a:t>
            </a:fld>
          </a:p>
        </p:txBody>
      </p:sp>
    </p:spTree>
  </p:cSld>
</p:sldLayout>
</file>

<file path=ppt/slideLayouts/slideLayout33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B6B69936-4B30-456E-A1E7-AB79D3F02EEB}" type="slidenum">
              <a:t>&lt;#&gt;</a:t>
            </a:fld>
          </a:p>
        </p:txBody>
      </p:sp>
    </p:spTree>
  </p:cSld>
</p:sldLayout>
</file>

<file path=ppt/slideLayouts/slideLayout33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71DB6C21-8E68-450C-B5FC-A17C0D882CBD}" type="slidenum">
              <a:t>&lt;#&gt;</a:t>
            </a:fld>
          </a:p>
        </p:txBody>
      </p:sp>
    </p:spTree>
  </p:cSld>
</p:sldLayout>
</file>

<file path=ppt/slideLayouts/slideLayout33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3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F089DD12-28A4-408D-BB22-67126CEB20C1}" type="slidenum">
              <a:t>&lt;#&gt;</a:t>
            </a:fld>
          </a:p>
        </p:txBody>
      </p:sp>
    </p:spTree>
  </p:cSld>
</p:sldLayout>
</file>

<file path=ppt/slideLayouts/slideLayout33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0589136D-B632-46E4-BD53-0365A98C3187}" type="slidenum">
              <a:t>&lt;#&gt;</a:t>
            </a:fld>
          </a:p>
        </p:txBody>
      </p:sp>
    </p:spTree>
  </p:cSld>
</p:sldLayout>
</file>

<file path=ppt/slideLayouts/slideLayout33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3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CA0567CE-3BC6-4EF8-AAB2-EB4953A96D3F}" type="slidenum">
              <a:t>&lt;#&gt;</a:t>
            </a:fld>
          </a:p>
        </p:txBody>
      </p:sp>
    </p:spTree>
  </p:cSld>
</p:sldLayout>
</file>

<file path=ppt/slideLayouts/slideLayout33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4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A8F164D9-4319-44CE-9761-FA388E795CFC}" type="slidenum">
              <a:t>&lt;#&gt;</a:t>
            </a:fld>
          </a:p>
        </p:txBody>
      </p:sp>
    </p:spTree>
  </p:cSld>
</p:sldLayout>
</file>

<file path=ppt/slideLayouts/slideLayout33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4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4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4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4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4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65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66"/>
          </p:nvPr>
        </p:nvSpPr>
        <p:spPr/>
        <p:txBody>
          <a:bodyPr/>
          <a:p>
            <a:fld id="{E6A8EA01-FEF7-4BDE-A87D-CDC26F7CA531}" type="slidenum">
              <a:t>&lt;#&gt;</a:t>
            </a:fld>
          </a:p>
        </p:txBody>
      </p:sp>
    </p:spTree>
  </p:cSld>
</p:sldLayout>
</file>

<file path=ppt/slideLayouts/slideLayout33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063450AF-A09B-4E5B-A8E5-398E2B3F8CDC}" type="slidenum">
              <a:t>&lt;#&gt;</a:t>
            </a:fld>
          </a:p>
        </p:txBody>
      </p:sp>
    </p:spTree>
  </p:cSld>
</p:sldLayout>
</file>

<file path=ppt/slideLayouts/slideLayout33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5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4C011106-C563-4AE1-A115-BB0382F467AC}" type="slidenum">
              <a:t>&lt;#&gt;</a:t>
            </a:fld>
          </a:p>
        </p:txBody>
      </p:sp>
    </p:spTree>
  </p:cSld>
</p:sldLayout>
</file>

<file path=ppt/slideLayouts/slideLayout33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28192155-B455-4EA1-89DF-66C934557AF4}" type="slidenum">
              <a:t>&lt;#&gt;</a:t>
            </a:fld>
          </a:p>
        </p:txBody>
      </p:sp>
    </p:spTree>
  </p:cSld>
</p:sldLayout>
</file>

<file path=ppt/slideLayouts/slideLayout33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44965357-11F3-431C-B9EE-1AB365117521}" type="slidenum">
              <a:t>&lt;#&gt;</a:t>
            </a:fld>
          </a:p>
        </p:txBody>
      </p:sp>
    </p:spTree>
  </p:cSld>
</p:sldLayout>
</file>

<file path=ppt/slideLayouts/slideLayout33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07AD5D0B-A6D2-4D08-A4F5-4E1F038FBA08}" type="slidenum">
              <a:t>&lt;#&gt;</a:t>
            </a:fld>
          </a:p>
        </p:txBody>
      </p:sp>
    </p:spTree>
  </p:cSld>
</p:sldLayout>
</file>

<file path=ppt/slideLayouts/slideLayout33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4C2246A4-E492-4E0A-B630-E0DDA49AC55E}" type="slidenum">
              <a:t>&lt;#&gt;</a:t>
            </a:fld>
          </a:p>
        </p:txBody>
      </p:sp>
    </p:spTree>
  </p:cSld>
</p:sldLayout>
</file>

<file path=ppt/slideLayouts/slideLayout33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1C675FD8-9434-4C34-A790-A437435E3304}" type="slidenum">
              <a:t>&lt;#&gt;</a:t>
            </a:fld>
          </a:p>
        </p:txBody>
      </p:sp>
    </p:spTree>
  </p:cSld>
</p:sldLayout>
</file>

<file path=ppt/slideLayouts/slideLayout33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6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6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7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B6D3CA5B-CC84-4307-88BD-D915F603B8F8}" type="slidenum">
              <a:t>&lt;#&gt;</a:t>
            </a:fld>
          </a:p>
        </p:txBody>
      </p:sp>
    </p:spTree>
  </p:cSld>
</p:sldLayout>
</file>

<file path=ppt/slideLayouts/slideLayout33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7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7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34AD9196-6AB8-4C5C-B221-6F9A12362973}" type="slidenum">
              <a:t>&lt;#&gt;</a:t>
            </a:fld>
          </a:p>
        </p:txBody>
      </p:sp>
    </p:spTree>
  </p:cSld>
</p:sldLayout>
</file>

<file path=ppt/slideLayouts/slideLayout33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7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83BB2685-BB12-4D93-BF0A-CF632E037CD7}" type="slidenum">
              <a:t>&lt;#&gt;</a:t>
            </a:fld>
          </a:p>
        </p:txBody>
      </p:sp>
    </p:spTree>
  </p:cSld>
</p:sldLayout>
</file>

<file path=ppt/slideLayouts/slideLayout33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8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A1677CDB-C5CC-4FA0-8F74-208F5C922218}" type="slidenum">
              <a:t>&lt;#&gt;</a:t>
            </a:fld>
          </a:p>
        </p:txBody>
      </p:sp>
    </p:spTree>
  </p:cSld>
</p:sldLayout>
</file>

<file path=ppt/slideLayouts/slideLayout33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8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8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8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8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8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sldNum" idx="367"/>
          </p:nvPr>
        </p:nvSpPr>
        <p:spPr/>
        <p:txBody>
          <a:bodyPr/>
          <a:p>
            <a:fld id="{E7C26B07-0189-4709-AFA2-A5E7D20DCB13}" type="slidenum">
              <a:t>&lt;#&gt;</a:t>
            </a:fld>
          </a:p>
        </p:txBody>
      </p:sp>
    </p:spTree>
  </p:cSld>
</p:sldLayout>
</file>

<file path=ppt/slideLayouts/slideLayout33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3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9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3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1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1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1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2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2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2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2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2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3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3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3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3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4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4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4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5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5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6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6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6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6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6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6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7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7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7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8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9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9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7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9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0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0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0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0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0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1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1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68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3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3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3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3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3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4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4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4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4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5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5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5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5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5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6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6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6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6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6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3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8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9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3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9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9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9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8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0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0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0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0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1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1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1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1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1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1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2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3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4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4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3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5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5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5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5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5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5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6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6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6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6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6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7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7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7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7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7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3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9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3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99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0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4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1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1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1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1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2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2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2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2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2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3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4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4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5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5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5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5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5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4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5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6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6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6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7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7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7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7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7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7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7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8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8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8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8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4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0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0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4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1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2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2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2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2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2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3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3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3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3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3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3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3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3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4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5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5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6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4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6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6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6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7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7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8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8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8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8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8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1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8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8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9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9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9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1AB5ADA6-C44D-4C62-9E6E-A5773C78C72D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1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0D5EAE70-6F63-427F-B0EA-45B64DAD7D63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1FCEFF0C-CCF9-4618-B41C-EB8D96F9504D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1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1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A2F20041-8D41-4A95-8874-7877139EFF99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F4663A90-604B-4B92-902D-04DC46EA9DED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EA6FEC91-4741-43A9-9402-EF921BFD8141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2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D669DEAD-27F6-4F8E-A717-275496DDAAD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2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76E46CC6-7E8D-40FF-8D1F-F1E442915AED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3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D194BAB3-FCF9-47AC-8E7D-D13521689C4D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3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A6482E44-2CFD-4316-8FD1-1F5B5DBDFDB6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3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3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DAD875EB-FC76-4EE7-BDCF-D8C1824DA237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4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4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4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4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4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70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71"/>
          </p:nvPr>
        </p:nvSpPr>
        <p:spPr/>
        <p:txBody>
          <a:bodyPr/>
          <a:p>
            <a:fld id="{2F946E91-C618-4E5A-BD4D-11EEECB4E8B4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69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4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6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4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7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7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8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8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2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9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9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9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9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9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4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7C0ACC84-3E13-42E9-8C1C-880AC951B0E3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1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1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FEADDB78-8D60-45C1-B10C-CE51C16C9F29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08EE33F3-A6D6-42F6-A6A1-F49216DD5D63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1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1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2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B5841746-9049-48C8-91D4-CC32753EBCF7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3F3E2833-FD52-4628-B5B9-0294D30217C9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D708D518-B75A-4B09-BEF9-87981180C91E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39A88BB1-4AC1-46F7-ADC8-75615288D7E0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2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3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7A6C70AD-90DF-4C03-923E-720E1390AC4A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3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3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3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32AC7E8E-B93A-4D62-A633-BA3F293D59C0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3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B3412896-5BB3-466E-A9CB-3B7A98D4E470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4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4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3BD72FBD-18D5-4479-8F37-AF96124F40E6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4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4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4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4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4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73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74"/>
          </p:nvPr>
        </p:nvSpPr>
        <p:spPr/>
        <p:txBody>
          <a:bodyPr/>
          <a:p>
            <a:fld id="{44000EDD-2A68-4103-8CEB-CAA58FFD8DCE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72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4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6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7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7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7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8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8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8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8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8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8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8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9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9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9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3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9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9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9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0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0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75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0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0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1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1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4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1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5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2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5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2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2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2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5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2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5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3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3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3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3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5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3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3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3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3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4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4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76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5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5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6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6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5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6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7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7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7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7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7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7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8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8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8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8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8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9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9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9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9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9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5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1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2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2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5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2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2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2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2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3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3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3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3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3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3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3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4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4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4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4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4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4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4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4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5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5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70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7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7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7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7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5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77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7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8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8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85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8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8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8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9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92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9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9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97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5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00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01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02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03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04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5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26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2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3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3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5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3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3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3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3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41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4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4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48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53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5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56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57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58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59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60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5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7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79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8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8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8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5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6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5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8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8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9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6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94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6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6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9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6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0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01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6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0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04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05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06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6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0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09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10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11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12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13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6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56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3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6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3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6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3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4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6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57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7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4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4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4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7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4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4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5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7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5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5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5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7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5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5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7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5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6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6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6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7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6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6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6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6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6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6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7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57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88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7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9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8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9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9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8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58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5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8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79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98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99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8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03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8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0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8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10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8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1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1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1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15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8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1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18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19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20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21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22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58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82AF9C4A-62A0-433D-BD00-E456A65D8D48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59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41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95A3F4DB-4DD4-4451-8926-1BFB58434345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59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4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868025BF-6F8E-49EE-B0D0-6C7C333DC043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59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4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4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73F6BB39-51B0-4EE6-8E37-FBAA9DDBE6E5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59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2A65AC77-5DD1-4382-9458-AF38ECBDE9E8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59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8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5979B44D-3F9E-4887-B0DF-C323124C9223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59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5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5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52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A96D33A5-19F5-4E24-988F-90F5C860D08D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59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56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D7A6F1E4-19A3-45AD-9650-B421D9ADCA03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59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60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E96E5B85-31FD-4CAD-B74C-74576B00C91C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59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63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0EDF2873-C2A5-42DE-8EDC-BF496F088E0B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59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6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6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67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68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9B96AE72-28BD-41C0-8996-B252FDCA820E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0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7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71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72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73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74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75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78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79"/>
          </p:nvPr>
        </p:nvSpPr>
        <p:spPr/>
        <p:txBody>
          <a:bodyPr/>
          <a:p>
            <a:fld id="{E9085A21-7080-44AB-8172-0229F4235F86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77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0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360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92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60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9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60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89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9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60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</p:sldLayout>
</file>

<file path=ppt/slideLayouts/slideLayout360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9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60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0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60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05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06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07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60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0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1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1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6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12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13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14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6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1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1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1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1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19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6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22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23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24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25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26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Layouts/slideLayout36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3" name="PlaceHolder 2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4EE7ED6A-958E-4706-ACA2-B10F01D43864}" type="slidenum">
              <a:t>&lt;#&gt;</a:t>
            </a:fld>
          </a:p>
        </p:txBody>
      </p:sp>
      <p:sp>
        <p:nvSpPr>
          <p:cNvPr id="4" name="PlaceHolder 3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4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45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C3EABBF5-3820-4B8A-AB31-7C489467D519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47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5" name="PlaceHolder 4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12032D18-E5F8-4E9C-B072-98FA4446D5FC}" type="slidenum">
              <a:t>&lt;#&gt;</a:t>
            </a:fld>
          </a:p>
        </p:txBody>
      </p:sp>
      <p:sp>
        <p:nvSpPr>
          <p:cNvPr id="6" name="PlaceHolder 5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4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5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2EDD42FC-7EE2-4403-BC74-DC9F988C159E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CDBB3234-BE22-4E06-8231-9D118426BAEF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2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4" name="PlaceHolder 3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A40483ED-3F3E-430A-8BC3-922968A9E599}" type="slidenum">
              <a:t>&lt;#&gt;</a:t>
            </a:fld>
          </a:p>
        </p:txBody>
      </p:sp>
      <p:sp>
        <p:nvSpPr>
          <p:cNvPr id="5" name="PlaceHolder 4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5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5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5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3945FB22-3CC7-4AC9-AA2E-1FA7B3E7E3B2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5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59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60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B5BA2564-3B89-48A8-92B5-1C071780A4B4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61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62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63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64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7" name="PlaceHolder 6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4C011407-40A3-4763-B768-8CB77DF90C1A}" type="slidenum">
              <a:t>&lt;#&gt;</a:t>
            </a:fld>
          </a:p>
        </p:txBody>
      </p:sp>
      <p:sp>
        <p:nvSpPr>
          <p:cNvPr id="8" name="PlaceHolder 7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6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6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67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6" name="PlaceHolder 5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462D9908-1621-49CE-A35D-1C0ADCBAC34C}" type="slidenum">
              <a:t>&lt;#&gt;</a:t>
            </a:fld>
          </a:p>
        </p:txBody>
      </p:sp>
      <p:sp>
        <p:nvSpPr>
          <p:cNvPr id="7" name="PlaceHolder 6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6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6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70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71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72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8" name="PlaceHolder 7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24C5E9B8-DFB0-4B34-A2A7-15F83E10A29F}" type="slidenum">
              <a:t>&lt;#&gt;</a:t>
            </a:fld>
          </a:p>
        </p:txBody>
      </p:sp>
      <p:sp>
        <p:nvSpPr>
          <p:cNvPr id="9" name="PlaceHolder 8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7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75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76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77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78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79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81"/>
          </p:nvPr>
        </p:nvSpPr>
        <p:spPr/>
        <p:txBody>
          <a:bodyPr/>
          <a:p>
            <a:r>
              <a:t>Footer</a:t>
            </a:r>
          </a:p>
        </p:txBody>
      </p:sp>
      <p:sp>
        <p:nvSpPr>
          <p:cNvPr id="10" name="PlaceHolder 9"/>
          <p:cNvSpPr>
            <a:spLocks noGrp="1"/>
          </p:cNvSpPr>
          <p:nvPr>
            <p:ph type="sldNum" idx="382"/>
          </p:nvPr>
        </p:nvSpPr>
        <p:spPr/>
        <p:txBody>
          <a:bodyPr/>
          <a:p>
            <a:fld id="{50B2737A-4BBF-4575-A5DB-02FEE862B52A}" type="slidenum">
              <a:t>&lt;#&gt;</a:t>
            </a:fld>
          </a:p>
        </p:txBody>
      </p:sp>
      <p:sp>
        <p:nvSpPr>
          <p:cNvPr id="11" name="PlaceHolder 10"/>
          <p:cNvSpPr>
            <a:spLocks noGrp="1"/>
          </p:cNvSpPr>
          <p:nvPr>
            <p:ph type="dt" idx="380"/>
          </p:nvPr>
        </p:nvSpPr>
        <p:spPr/>
        <p:txBody>
          <a:bodyPr/>
          <a:p>
            <a:r>
              <a:rPr lang="en-US"/>
              <a:t/>
            </a:r>
          </a:p>
        </p:txBody>
      </p:sp>
    </p:spTree>
  </p:cSld>
</p:sldLayout>
</file>

<file path=ppt/slideLayouts/slideLayout36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6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97" name="PlaceHolder 2"/>
          <p:cNvSpPr>
            <a:spLocks noGrp="1"/>
          </p:cNvSpPr>
          <p:nvPr>
            <p:ph type="subTitle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8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99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" name="PlaceHolder 3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0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0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" name="PlaceHolder 1"/>
          <p:cNvSpPr>
            <a:spLocks noGrp="1"/>
          </p:cNvSpPr>
          <p:nvPr>
            <p:ph type="subTitle"/>
          </p:nvPr>
        </p:nvSpPr>
        <p:spPr>
          <a:xfrm>
            <a:off x="227160" y="-360"/>
            <a:ext cx="12461760" cy="52995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algn="ctr">
              <a:spcBef>
                <a:spcPts val="499"/>
              </a:spcBef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0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07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08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9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10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11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12" name="PlaceHolder 4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3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14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15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16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PlaceHolder 5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7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18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19" name="PlaceHolder 3"/>
          <p:cNvSpPr>
            <a:spLocks noGrp="1"/>
          </p:cNvSpPr>
          <p:nvPr>
            <p:ph/>
          </p:nvPr>
        </p:nvSpPr>
        <p:spPr>
          <a:xfrm>
            <a:off x="226800" y="3904920"/>
            <a:ext cx="1389996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PlaceHolder 4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20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21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22" name="PlaceHolder 3"/>
          <p:cNvSpPr>
            <a:spLocks noGrp="1"/>
          </p:cNvSpPr>
          <p:nvPr>
            <p:ph/>
          </p:nvPr>
        </p:nvSpPr>
        <p:spPr>
          <a:xfrm>
            <a:off x="7349400" y="126000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23" name="PlaceHolder 4"/>
          <p:cNvSpPr>
            <a:spLocks noGrp="1"/>
          </p:cNvSpPr>
          <p:nvPr>
            <p:ph/>
          </p:nvPr>
        </p:nvSpPr>
        <p:spPr>
          <a:xfrm>
            <a:off x="2268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24" name="PlaceHolder 5"/>
          <p:cNvSpPr>
            <a:spLocks noGrp="1"/>
          </p:cNvSpPr>
          <p:nvPr>
            <p:ph/>
          </p:nvPr>
        </p:nvSpPr>
        <p:spPr>
          <a:xfrm>
            <a:off x="7349400" y="3904920"/>
            <a:ext cx="67831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" name="PlaceHolder 6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Layouts/slideLayout36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25" name="PlaceHolder 1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026" name="PlaceHolder 2"/>
          <p:cNvSpPr>
            <a:spLocks noGrp="1"/>
          </p:cNvSpPr>
          <p:nvPr>
            <p:ph/>
          </p:nvPr>
        </p:nvSpPr>
        <p:spPr>
          <a:xfrm>
            <a:off x="2268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27" name="PlaceHolder 3"/>
          <p:cNvSpPr>
            <a:spLocks noGrp="1"/>
          </p:cNvSpPr>
          <p:nvPr>
            <p:ph/>
          </p:nvPr>
        </p:nvSpPr>
        <p:spPr>
          <a:xfrm>
            <a:off x="492660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28" name="PlaceHolder 4"/>
          <p:cNvSpPr>
            <a:spLocks noGrp="1"/>
          </p:cNvSpPr>
          <p:nvPr>
            <p:ph/>
          </p:nvPr>
        </p:nvSpPr>
        <p:spPr>
          <a:xfrm>
            <a:off x="9626040" y="126000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29" name="PlaceHolder 5"/>
          <p:cNvSpPr>
            <a:spLocks noGrp="1"/>
          </p:cNvSpPr>
          <p:nvPr>
            <p:ph/>
          </p:nvPr>
        </p:nvSpPr>
        <p:spPr>
          <a:xfrm>
            <a:off x="2268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30" name="PlaceHolder 6"/>
          <p:cNvSpPr>
            <a:spLocks noGrp="1"/>
          </p:cNvSpPr>
          <p:nvPr>
            <p:ph/>
          </p:nvPr>
        </p:nvSpPr>
        <p:spPr>
          <a:xfrm>
            <a:off x="492660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31" name="PlaceHolder 7"/>
          <p:cNvSpPr>
            <a:spLocks noGrp="1"/>
          </p:cNvSpPr>
          <p:nvPr>
            <p:ph/>
          </p:nvPr>
        </p:nvSpPr>
        <p:spPr>
          <a:xfrm>
            <a:off x="9626040" y="3904920"/>
            <a:ext cx="4475520" cy="2415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" name="PlaceHolder 8"/>
          <p:cNvSpPr>
            <a:spLocks noGrp="1"/>
          </p:cNvSpPr>
          <p:nvPr>
            <p:ph type="ftr" idx="383"/>
          </p:nvPr>
        </p:nvSpPr>
        <p:spPr/>
        <p:txBody>
          <a:bodyPr/>
          <a:p>
            <a:r>
              <a:t>Footer</a:t>
            </a:r>
          </a:p>
        </p:txBody>
      </p:sp>
    </p:spTree>
  </p:cSld>
</p:sldLayout>
</file>

<file path=ppt/slideMasters/_rels/slideMaster1.xml.rels><?xml version="1.0" encoding="UTF-8"?>
<Relationships xmlns="http://schemas.openxmlformats.org/package/2006/relationships"><Relationship Id="rId1" Type="http://schemas.openxmlformats.org/officeDocument/2006/relationships/theme" Target="../theme/theme1.xml"/><Relationship Id="rId2" Type="http://schemas.openxmlformats.org/officeDocument/2006/relationships/image" Target="../media/image1.jpeg"/><Relationship Id="rId3" Type="http://schemas.openxmlformats.org/officeDocument/2006/relationships/slideLayout" Target="../slideLayouts/slideLayout1.xml"/><Relationship Id="rId4" Type="http://schemas.openxmlformats.org/officeDocument/2006/relationships/slideLayout" Target="../slideLayouts/slideLayout2.xml"/><Relationship Id="rId5" Type="http://schemas.openxmlformats.org/officeDocument/2006/relationships/slideLayout" Target="../slideLayouts/slideLayout3.xml"/><Relationship Id="rId6" Type="http://schemas.openxmlformats.org/officeDocument/2006/relationships/slideLayout" Target="../slideLayouts/slideLayout4.xml"/><Relationship Id="rId7" Type="http://schemas.openxmlformats.org/officeDocument/2006/relationships/slideLayout" Target="../slideLayouts/slideLayout5.xml"/><Relationship Id="rId8" Type="http://schemas.openxmlformats.org/officeDocument/2006/relationships/slideLayout" Target="../slideLayouts/slideLayout6.xml"/><Relationship Id="rId9" Type="http://schemas.openxmlformats.org/officeDocument/2006/relationships/slideLayout" Target="../slideLayouts/slideLayout7.xml"/><Relationship Id="rId10" Type="http://schemas.openxmlformats.org/officeDocument/2006/relationships/slideLayout" Target="../slideLayouts/slideLayout8.xml"/><Relationship Id="rId11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2.xml"/>
</Relationships>
</file>

<file path=ppt/slideMasters/_rels/slideMaster2.xml.rels><?xml version="1.0" encoding="UTF-8"?>
<Relationships xmlns="http://schemas.openxmlformats.org/package/2006/relationships"><Relationship Id="rId1" Type="http://schemas.openxmlformats.org/officeDocument/2006/relationships/theme" Target="../theme/theme2.xml"/><Relationship Id="rId2" Type="http://schemas.openxmlformats.org/officeDocument/2006/relationships/image" Target="../media/image2.jpeg"/><Relationship Id="rId3" Type="http://schemas.openxmlformats.org/officeDocument/2006/relationships/slideLayout" Target="../slideLayouts/slideLayout13.xml"/><Relationship Id="rId4" Type="http://schemas.openxmlformats.org/officeDocument/2006/relationships/slideLayout" Target="../slideLayouts/slideLayout14.xml"/><Relationship Id="rId5" Type="http://schemas.openxmlformats.org/officeDocument/2006/relationships/slideLayout" Target="../slideLayouts/slideLayout15.xml"/><Relationship Id="rId6" Type="http://schemas.openxmlformats.org/officeDocument/2006/relationships/slideLayout" Target="../slideLayouts/slideLayout16.xml"/><Relationship Id="rId7" Type="http://schemas.openxmlformats.org/officeDocument/2006/relationships/slideLayout" Target="../slideLayouts/slideLayout17.xml"/><Relationship Id="rId8" Type="http://schemas.openxmlformats.org/officeDocument/2006/relationships/slideLayout" Target="../slideLayouts/slideLayout18.xml"/><Relationship Id="rId9" Type="http://schemas.openxmlformats.org/officeDocument/2006/relationships/slideLayout" Target="../slideLayouts/slideLayout19.xml"/><Relationship Id="rId1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1.xml"/><Relationship Id="rId12" Type="http://schemas.openxmlformats.org/officeDocument/2006/relationships/slideLayout" Target="../slideLayouts/slideLayout22.xml"/><Relationship Id="rId13" Type="http://schemas.openxmlformats.org/officeDocument/2006/relationships/slideLayout" Target="../slideLayouts/slideLayout23.xml"/><Relationship Id="rId14" Type="http://schemas.openxmlformats.org/officeDocument/2006/relationships/slideLayout" Target="../slideLayouts/slideLayout24.xml"/>
</Relationships>
</file>

<file path=ppt/slideMasters/_rels/slideMaster3.xml.rels><?xml version="1.0" encoding="UTF-8"?>
<Relationships xmlns="http://schemas.openxmlformats.org/package/2006/relationships"><Relationship Id="rId1" Type="http://schemas.openxmlformats.org/officeDocument/2006/relationships/theme" Target="../theme/theme3.xml"/><Relationship Id="rId2" Type="http://schemas.openxmlformats.org/officeDocument/2006/relationships/image" Target="../media/image3.jpeg"/><Relationship Id="rId3" Type="http://schemas.openxmlformats.org/officeDocument/2006/relationships/slideLayout" Target="../slideLayouts/slideLayout25.xml"/><Relationship Id="rId4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7.xml"/><Relationship Id="rId6" Type="http://schemas.openxmlformats.org/officeDocument/2006/relationships/slideLayout" Target="../slideLayouts/slideLayout28.xml"/><Relationship Id="rId7" Type="http://schemas.openxmlformats.org/officeDocument/2006/relationships/slideLayout" Target="../slideLayouts/slideLayout29.xml"/><Relationship Id="rId8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1.xml"/><Relationship Id="rId10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3.xml"/><Relationship Id="rId12" Type="http://schemas.openxmlformats.org/officeDocument/2006/relationships/slideLayout" Target="../slideLayouts/slideLayout34.xml"/><Relationship Id="rId13" Type="http://schemas.openxmlformats.org/officeDocument/2006/relationships/slideLayout" Target="../slideLayouts/slideLayout35.xml"/><Relationship Id="rId14" Type="http://schemas.openxmlformats.org/officeDocument/2006/relationships/slideLayout" Target="../slideLayouts/slideLayout36.xml"/>
</Relationships>
</file>

<file path=ppt/slideMasters/_rels/slideMaster4.xml.rels><?xml version="1.0" encoding="UTF-8"?>
<Relationships xmlns="http://schemas.openxmlformats.org/package/2006/relationships"><Relationship Id="rId1" Type="http://schemas.openxmlformats.org/officeDocument/2006/relationships/theme" Target="../theme/theme4.xml"/><Relationship Id="rId2" Type="http://schemas.openxmlformats.org/officeDocument/2006/relationships/image" Target="../media/image4.jpeg"/><Relationship Id="rId3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8.xml"/><Relationship Id="rId5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0.xml"/><Relationship Id="rId7" Type="http://schemas.openxmlformats.org/officeDocument/2006/relationships/slideLayout" Target="../slideLayouts/slideLayout41.xml"/><Relationship Id="rId8" Type="http://schemas.openxmlformats.org/officeDocument/2006/relationships/slideLayout" Target="../slideLayouts/slideLayout42.xml"/><Relationship Id="rId9" Type="http://schemas.openxmlformats.org/officeDocument/2006/relationships/slideLayout" Target="../slideLayouts/slideLayout43.xml"/><Relationship Id="rId10" Type="http://schemas.openxmlformats.org/officeDocument/2006/relationships/slideLayout" Target="../slideLayouts/slideLayout44.xml"/><Relationship Id="rId11" Type="http://schemas.openxmlformats.org/officeDocument/2006/relationships/slideLayout" Target="../slideLayouts/slideLayout45.xml"/><Relationship Id="rId12" Type="http://schemas.openxmlformats.org/officeDocument/2006/relationships/slideLayout" Target="../slideLayouts/slideLayout46.xml"/><Relationship Id="rId13" Type="http://schemas.openxmlformats.org/officeDocument/2006/relationships/slideLayout" Target="../slideLayouts/slideLayout47.xml"/><Relationship Id="rId14" Type="http://schemas.openxmlformats.org/officeDocument/2006/relationships/slideLayout" Target="../slideLayouts/slideLayout48.xml"/>
</Relationships>
</file>

<file path=ppt/slideMasters/_rels/slideMaster5.xml.rels><?xml version="1.0" encoding="UTF-8"?>
<Relationships xmlns="http://schemas.openxmlformats.org/package/2006/relationships"><Relationship Id="rId1" Type="http://schemas.openxmlformats.org/officeDocument/2006/relationships/theme" Target="../theme/theme5.xml"/><Relationship Id="rId2" Type="http://schemas.openxmlformats.org/officeDocument/2006/relationships/image" Target="../media/image5.jpeg"/><Relationship Id="rId3" Type="http://schemas.openxmlformats.org/officeDocument/2006/relationships/slideLayout" Target="../slideLayouts/slideLayout49.xml"/><Relationship Id="rId4" Type="http://schemas.openxmlformats.org/officeDocument/2006/relationships/slideLayout" Target="../slideLayouts/slideLayout50.xml"/><Relationship Id="rId5" Type="http://schemas.openxmlformats.org/officeDocument/2006/relationships/slideLayout" Target="../slideLayouts/slideLayout51.xml"/><Relationship Id="rId6" Type="http://schemas.openxmlformats.org/officeDocument/2006/relationships/slideLayout" Target="../slideLayouts/slideLayout52.xml"/><Relationship Id="rId7" Type="http://schemas.openxmlformats.org/officeDocument/2006/relationships/slideLayout" Target="../slideLayouts/slideLayout53.xml"/><Relationship Id="rId8" Type="http://schemas.openxmlformats.org/officeDocument/2006/relationships/slideLayout" Target="../slideLayouts/slideLayout54.xml"/><Relationship Id="rId9" Type="http://schemas.openxmlformats.org/officeDocument/2006/relationships/slideLayout" Target="../slideLayouts/slideLayout55.xml"/><Relationship Id="rId10" Type="http://schemas.openxmlformats.org/officeDocument/2006/relationships/slideLayout" Target="../slideLayouts/slideLayout56.xml"/><Relationship Id="rId11" Type="http://schemas.openxmlformats.org/officeDocument/2006/relationships/slideLayout" Target="../slideLayouts/slideLayout57.xml"/><Relationship Id="rId12" Type="http://schemas.openxmlformats.org/officeDocument/2006/relationships/slideLayout" Target="../slideLayouts/slideLayout58.xml"/><Relationship Id="rId13" Type="http://schemas.openxmlformats.org/officeDocument/2006/relationships/slideLayout" Target="../slideLayouts/slideLayout59.xml"/><Relationship Id="rId14" Type="http://schemas.openxmlformats.org/officeDocument/2006/relationships/slideLayout" Target="../slideLayouts/slideLayout60.xml"/>
</Relationships>
</file>

<file path=ppt/slideMasters/_rels/slideMaster6.xml.rels><?xml version="1.0" encoding="UTF-8"?>
<Relationships xmlns="http://schemas.openxmlformats.org/package/2006/relationships"><Relationship Id="rId1" Type="http://schemas.openxmlformats.org/officeDocument/2006/relationships/theme" Target="../theme/theme6.xml"/><Relationship Id="rId2" Type="http://schemas.openxmlformats.org/officeDocument/2006/relationships/image" Target="../media/image6.jpeg"/><Relationship Id="rId3" Type="http://schemas.openxmlformats.org/officeDocument/2006/relationships/slideLayout" Target="../slideLayouts/slideLayout61.xml"/><Relationship Id="rId4" Type="http://schemas.openxmlformats.org/officeDocument/2006/relationships/slideLayout" Target="../slideLayouts/slideLayout62.xml"/><Relationship Id="rId5" Type="http://schemas.openxmlformats.org/officeDocument/2006/relationships/slideLayout" Target="../slideLayouts/slideLayout63.xml"/><Relationship Id="rId6" Type="http://schemas.openxmlformats.org/officeDocument/2006/relationships/slideLayout" Target="../slideLayouts/slideLayout64.xml"/><Relationship Id="rId7" Type="http://schemas.openxmlformats.org/officeDocument/2006/relationships/slideLayout" Target="../slideLayouts/slideLayout65.xml"/><Relationship Id="rId8" Type="http://schemas.openxmlformats.org/officeDocument/2006/relationships/slideLayout" Target="../slideLayouts/slideLayout66.xml"/><Relationship Id="rId9" Type="http://schemas.openxmlformats.org/officeDocument/2006/relationships/slideLayout" Target="../slideLayouts/slideLayout67.xml"/><Relationship Id="rId10" Type="http://schemas.openxmlformats.org/officeDocument/2006/relationships/slideLayout" Target="../slideLayouts/slideLayout68.xml"/><Relationship Id="rId11" Type="http://schemas.openxmlformats.org/officeDocument/2006/relationships/slideLayout" Target="../slideLayouts/slideLayout69.xml"/><Relationship Id="rId12" Type="http://schemas.openxmlformats.org/officeDocument/2006/relationships/slideLayout" Target="../slideLayouts/slideLayout70.xml"/><Relationship Id="rId13" Type="http://schemas.openxmlformats.org/officeDocument/2006/relationships/slideLayout" Target="../slideLayouts/slideLayout71.xml"/><Relationship Id="rId14" Type="http://schemas.openxmlformats.org/officeDocument/2006/relationships/slideLayout" Target="../slideLayouts/slideLayout72.xml"/>
</Relationships>
</file>

<file path=ppt/slideMasters/_rels/slideMaster7.xml.rels><?xml version="1.0" encoding="UTF-8"?>
<Relationships xmlns="http://schemas.openxmlformats.org/package/2006/relationships"><Relationship Id="rId1" Type="http://schemas.openxmlformats.org/officeDocument/2006/relationships/theme" Target="../theme/theme7.xml"/><Relationship Id="rId2" Type="http://schemas.openxmlformats.org/officeDocument/2006/relationships/image" Target="../media/image7.jpeg"/><Relationship Id="rId3" Type="http://schemas.openxmlformats.org/officeDocument/2006/relationships/slideLayout" Target="../slideLayouts/slideLayout73.xml"/><Relationship Id="rId4" Type="http://schemas.openxmlformats.org/officeDocument/2006/relationships/slideLayout" Target="../slideLayouts/slideLayout74.xml"/><Relationship Id="rId5" Type="http://schemas.openxmlformats.org/officeDocument/2006/relationships/slideLayout" Target="../slideLayouts/slideLayout75.xml"/><Relationship Id="rId6" Type="http://schemas.openxmlformats.org/officeDocument/2006/relationships/slideLayout" Target="../slideLayouts/slideLayout76.xml"/><Relationship Id="rId7" Type="http://schemas.openxmlformats.org/officeDocument/2006/relationships/slideLayout" Target="../slideLayouts/slideLayout77.xml"/><Relationship Id="rId8" Type="http://schemas.openxmlformats.org/officeDocument/2006/relationships/slideLayout" Target="../slideLayouts/slideLayout78.xml"/><Relationship Id="rId9" Type="http://schemas.openxmlformats.org/officeDocument/2006/relationships/slideLayout" Target="../slideLayouts/slideLayout79.xml"/><Relationship Id="rId10" Type="http://schemas.openxmlformats.org/officeDocument/2006/relationships/slideLayout" Target="../slideLayouts/slideLayout80.xml"/><Relationship Id="rId11" Type="http://schemas.openxmlformats.org/officeDocument/2006/relationships/slideLayout" Target="../slideLayouts/slideLayout81.xml"/><Relationship Id="rId12" Type="http://schemas.openxmlformats.org/officeDocument/2006/relationships/slideLayout" Target="../slideLayouts/slideLayout82.xml"/><Relationship Id="rId13" Type="http://schemas.openxmlformats.org/officeDocument/2006/relationships/slideLayout" Target="../slideLayouts/slideLayout83.xml"/><Relationship Id="rId14" Type="http://schemas.openxmlformats.org/officeDocument/2006/relationships/slideLayout" Target="../slideLayouts/slideLayout84.xml"/>
</Relationships>
</file>

<file path=ppt/slideMasters/_rels/slideMaster8.xml.rels><?xml version="1.0" encoding="UTF-8"?>
<Relationships xmlns="http://schemas.openxmlformats.org/package/2006/relationships"><Relationship Id="rId1" Type="http://schemas.openxmlformats.org/officeDocument/2006/relationships/theme" Target="../theme/theme8.xml"/><Relationship Id="rId2" Type="http://schemas.openxmlformats.org/officeDocument/2006/relationships/image" Target="../media/image8.jpeg"/><Relationship Id="rId3" Type="http://schemas.openxmlformats.org/officeDocument/2006/relationships/slideLayout" Target="../slideLayouts/slideLayout85.xml"/><Relationship Id="rId4" Type="http://schemas.openxmlformats.org/officeDocument/2006/relationships/slideLayout" Target="../slideLayouts/slideLayout86.xml"/><Relationship Id="rId5" Type="http://schemas.openxmlformats.org/officeDocument/2006/relationships/slideLayout" Target="../slideLayouts/slideLayout87.xml"/><Relationship Id="rId6" Type="http://schemas.openxmlformats.org/officeDocument/2006/relationships/slideLayout" Target="../slideLayouts/slideLayout88.xml"/><Relationship Id="rId7" Type="http://schemas.openxmlformats.org/officeDocument/2006/relationships/slideLayout" Target="../slideLayouts/slideLayout89.xml"/><Relationship Id="rId8" Type="http://schemas.openxmlformats.org/officeDocument/2006/relationships/slideLayout" Target="../slideLayouts/slideLayout90.xml"/><Relationship Id="rId9" Type="http://schemas.openxmlformats.org/officeDocument/2006/relationships/slideLayout" Target="../slideLayouts/slideLayout91.xml"/><Relationship Id="rId10" Type="http://schemas.openxmlformats.org/officeDocument/2006/relationships/slideLayout" Target="../slideLayouts/slideLayout92.xml"/><Relationship Id="rId11" Type="http://schemas.openxmlformats.org/officeDocument/2006/relationships/slideLayout" Target="../slideLayouts/slideLayout93.xml"/><Relationship Id="rId12" Type="http://schemas.openxmlformats.org/officeDocument/2006/relationships/slideLayout" Target="../slideLayouts/slideLayout94.xml"/><Relationship Id="rId13" Type="http://schemas.openxmlformats.org/officeDocument/2006/relationships/slideLayout" Target="../slideLayouts/slideLayout95.xml"/><Relationship Id="rId14" Type="http://schemas.openxmlformats.org/officeDocument/2006/relationships/slideLayout" Target="../slideLayouts/slideLayout96.xml"/>
</Relationships>
</file>

<file path=ppt/slideMasters/_rels/slideMaster9.xml.rels><?xml version="1.0" encoding="UTF-8"?>
<Relationships xmlns="http://schemas.openxmlformats.org/package/2006/relationships"><Relationship Id="rId1" Type="http://schemas.openxmlformats.org/officeDocument/2006/relationships/theme" Target="../theme/theme9.xml"/><Relationship Id="rId2" Type="http://schemas.openxmlformats.org/officeDocument/2006/relationships/image" Target="../media/image9.jpeg"/><Relationship Id="rId3" Type="http://schemas.openxmlformats.org/officeDocument/2006/relationships/slideLayout" Target="../slideLayouts/slideLayout97.xml"/><Relationship Id="rId4" Type="http://schemas.openxmlformats.org/officeDocument/2006/relationships/slideLayout" Target="../slideLayouts/slideLayout98.xml"/><Relationship Id="rId5" Type="http://schemas.openxmlformats.org/officeDocument/2006/relationships/slideLayout" Target="../slideLayouts/slideLayout99.xml"/><Relationship Id="rId6" Type="http://schemas.openxmlformats.org/officeDocument/2006/relationships/slideLayout" Target="../slideLayouts/slideLayout100.xml"/><Relationship Id="rId7" Type="http://schemas.openxmlformats.org/officeDocument/2006/relationships/slideLayout" Target="../slideLayouts/slideLayout101.xml"/><Relationship Id="rId8" Type="http://schemas.openxmlformats.org/officeDocument/2006/relationships/slideLayout" Target="../slideLayouts/slideLayout102.xml"/><Relationship Id="rId9" Type="http://schemas.openxmlformats.org/officeDocument/2006/relationships/slideLayout" Target="../slideLayouts/slideLayout103.xml"/><Relationship Id="rId10" Type="http://schemas.openxmlformats.org/officeDocument/2006/relationships/slideLayout" Target="../slideLayouts/slideLayout104.xml"/><Relationship Id="rId11" Type="http://schemas.openxmlformats.org/officeDocument/2006/relationships/slideLayout" Target="../slideLayouts/slideLayout105.xml"/><Relationship Id="rId12" Type="http://schemas.openxmlformats.org/officeDocument/2006/relationships/slideLayout" Target="../slideLayouts/slideLayout106.xml"/><Relationship Id="rId13" Type="http://schemas.openxmlformats.org/officeDocument/2006/relationships/slideLayout" Target="../slideLayouts/slideLayout107.xml"/><Relationship Id="rId14" Type="http://schemas.openxmlformats.org/officeDocument/2006/relationships/slideLayout" Target="../slideLayouts/slideLayout108.xml"/>
</Relationships>
</file>

<file path=ppt/slideMasters/_rels/slideMaster10.xml.rels><?xml version="1.0" encoding="UTF-8"?>
<Relationships xmlns="http://schemas.openxmlformats.org/package/2006/relationships"><Relationship Id="rId1" Type="http://schemas.openxmlformats.org/officeDocument/2006/relationships/theme" Target="../theme/theme10.xml"/><Relationship Id="rId2" Type="http://schemas.openxmlformats.org/officeDocument/2006/relationships/image" Target="../media/image10.jpeg"/><Relationship Id="rId3" Type="http://schemas.openxmlformats.org/officeDocument/2006/relationships/slideLayout" Target="../slideLayouts/slideLayout109.xml"/><Relationship Id="rId4" Type="http://schemas.openxmlformats.org/officeDocument/2006/relationships/slideLayout" Target="../slideLayouts/slideLayout110.xml"/><Relationship Id="rId5" Type="http://schemas.openxmlformats.org/officeDocument/2006/relationships/slideLayout" Target="../slideLayouts/slideLayout111.xml"/><Relationship Id="rId6" Type="http://schemas.openxmlformats.org/officeDocument/2006/relationships/slideLayout" Target="../slideLayouts/slideLayout112.xml"/><Relationship Id="rId7" Type="http://schemas.openxmlformats.org/officeDocument/2006/relationships/slideLayout" Target="../slideLayouts/slideLayout113.xml"/><Relationship Id="rId8" Type="http://schemas.openxmlformats.org/officeDocument/2006/relationships/slideLayout" Target="../slideLayouts/slideLayout114.xml"/><Relationship Id="rId9" Type="http://schemas.openxmlformats.org/officeDocument/2006/relationships/slideLayout" Target="../slideLayouts/slideLayout115.xml"/><Relationship Id="rId10" Type="http://schemas.openxmlformats.org/officeDocument/2006/relationships/slideLayout" Target="../slideLayouts/slideLayout116.xml"/><Relationship Id="rId11" Type="http://schemas.openxmlformats.org/officeDocument/2006/relationships/slideLayout" Target="../slideLayouts/slideLayout117.xml"/><Relationship Id="rId12" Type="http://schemas.openxmlformats.org/officeDocument/2006/relationships/slideLayout" Target="../slideLayouts/slideLayout118.xml"/><Relationship Id="rId13" Type="http://schemas.openxmlformats.org/officeDocument/2006/relationships/slideLayout" Target="../slideLayouts/slideLayout119.xml"/><Relationship Id="rId14" Type="http://schemas.openxmlformats.org/officeDocument/2006/relationships/slideLayout" Target="../slideLayouts/slideLayout120.xml"/>
</Relationships>
</file>

<file path=ppt/slideMasters/_rels/slideMaster11.xml.rels><?xml version="1.0" encoding="UTF-8"?>
<Relationships xmlns="http://schemas.openxmlformats.org/package/2006/relationships"><Relationship Id="rId1" Type="http://schemas.openxmlformats.org/officeDocument/2006/relationships/theme" Target="../theme/theme11.xml"/><Relationship Id="rId2" Type="http://schemas.openxmlformats.org/officeDocument/2006/relationships/image" Target="../media/image11.jpeg"/><Relationship Id="rId3" Type="http://schemas.openxmlformats.org/officeDocument/2006/relationships/slideLayout" Target="../slideLayouts/slideLayout121.xml"/><Relationship Id="rId4" Type="http://schemas.openxmlformats.org/officeDocument/2006/relationships/slideLayout" Target="../slideLayouts/slideLayout122.xml"/><Relationship Id="rId5" Type="http://schemas.openxmlformats.org/officeDocument/2006/relationships/slideLayout" Target="../slideLayouts/slideLayout123.xml"/><Relationship Id="rId6" Type="http://schemas.openxmlformats.org/officeDocument/2006/relationships/slideLayout" Target="../slideLayouts/slideLayout124.xml"/><Relationship Id="rId7" Type="http://schemas.openxmlformats.org/officeDocument/2006/relationships/slideLayout" Target="../slideLayouts/slideLayout125.xml"/><Relationship Id="rId8" Type="http://schemas.openxmlformats.org/officeDocument/2006/relationships/slideLayout" Target="../slideLayouts/slideLayout126.xml"/><Relationship Id="rId9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28.xml"/><Relationship Id="rId11" Type="http://schemas.openxmlformats.org/officeDocument/2006/relationships/slideLayout" Target="../slideLayouts/slideLayout129.xml"/><Relationship Id="rId12" Type="http://schemas.openxmlformats.org/officeDocument/2006/relationships/slideLayout" Target="../slideLayouts/slideLayout130.xml"/><Relationship Id="rId13" Type="http://schemas.openxmlformats.org/officeDocument/2006/relationships/slideLayout" Target="../slideLayouts/slideLayout131.xml"/><Relationship Id="rId14" Type="http://schemas.openxmlformats.org/officeDocument/2006/relationships/slideLayout" Target="../slideLayouts/slideLayout132.xml"/>
</Relationships>
</file>

<file path=ppt/slideMasters/_rels/slideMaster12.xml.rels><?xml version="1.0" encoding="UTF-8"?>
<Relationships xmlns="http://schemas.openxmlformats.org/package/2006/relationships"><Relationship Id="rId1" Type="http://schemas.openxmlformats.org/officeDocument/2006/relationships/theme" Target="../theme/theme12.xml"/><Relationship Id="rId2" Type="http://schemas.openxmlformats.org/officeDocument/2006/relationships/image" Target="../media/image12.jpeg"/><Relationship Id="rId3" Type="http://schemas.openxmlformats.org/officeDocument/2006/relationships/slideLayout" Target="../slideLayouts/slideLayout133.xml"/><Relationship Id="rId4" Type="http://schemas.openxmlformats.org/officeDocument/2006/relationships/slideLayout" Target="../slideLayouts/slideLayout134.xml"/><Relationship Id="rId5" Type="http://schemas.openxmlformats.org/officeDocument/2006/relationships/slideLayout" Target="../slideLayouts/slideLayout135.xml"/><Relationship Id="rId6" Type="http://schemas.openxmlformats.org/officeDocument/2006/relationships/slideLayout" Target="../slideLayouts/slideLayout136.xml"/><Relationship Id="rId7" Type="http://schemas.openxmlformats.org/officeDocument/2006/relationships/slideLayout" Target="../slideLayouts/slideLayout137.xml"/><Relationship Id="rId8" Type="http://schemas.openxmlformats.org/officeDocument/2006/relationships/slideLayout" Target="../slideLayouts/slideLayout138.xml"/><Relationship Id="rId9" Type="http://schemas.openxmlformats.org/officeDocument/2006/relationships/slideLayout" Target="../slideLayouts/slideLayout139.xml"/><Relationship Id="rId10" Type="http://schemas.openxmlformats.org/officeDocument/2006/relationships/slideLayout" Target="../slideLayouts/slideLayout140.xml"/><Relationship Id="rId11" Type="http://schemas.openxmlformats.org/officeDocument/2006/relationships/slideLayout" Target="../slideLayouts/slideLayout141.xml"/><Relationship Id="rId12" Type="http://schemas.openxmlformats.org/officeDocument/2006/relationships/slideLayout" Target="../slideLayouts/slideLayout142.xml"/><Relationship Id="rId13" Type="http://schemas.openxmlformats.org/officeDocument/2006/relationships/slideLayout" Target="../slideLayouts/slideLayout143.xml"/><Relationship Id="rId14" Type="http://schemas.openxmlformats.org/officeDocument/2006/relationships/slideLayout" Target="../slideLayouts/slideLayout144.xml"/>
</Relationships>
</file>

<file path=ppt/slideMasters/_rels/slideMaster13.xml.rels><?xml version="1.0" encoding="UTF-8"?>
<Relationships xmlns="http://schemas.openxmlformats.org/package/2006/relationships"><Relationship Id="rId1" Type="http://schemas.openxmlformats.org/officeDocument/2006/relationships/theme" Target="../theme/theme13.xml"/><Relationship Id="rId2" Type="http://schemas.openxmlformats.org/officeDocument/2006/relationships/image" Target="../media/image13.jpeg"/><Relationship Id="rId3" Type="http://schemas.openxmlformats.org/officeDocument/2006/relationships/slideLayout" Target="../slideLayouts/slideLayout145.xml"/><Relationship Id="rId4" Type="http://schemas.openxmlformats.org/officeDocument/2006/relationships/slideLayout" Target="../slideLayouts/slideLayout146.xml"/><Relationship Id="rId5" Type="http://schemas.openxmlformats.org/officeDocument/2006/relationships/slideLayout" Target="../slideLayouts/slideLayout147.xml"/><Relationship Id="rId6" Type="http://schemas.openxmlformats.org/officeDocument/2006/relationships/slideLayout" Target="../slideLayouts/slideLayout148.xml"/><Relationship Id="rId7" Type="http://schemas.openxmlformats.org/officeDocument/2006/relationships/slideLayout" Target="../slideLayouts/slideLayout149.xml"/><Relationship Id="rId8" Type="http://schemas.openxmlformats.org/officeDocument/2006/relationships/slideLayout" Target="../slideLayouts/slideLayout150.xml"/><Relationship Id="rId9" Type="http://schemas.openxmlformats.org/officeDocument/2006/relationships/slideLayout" Target="../slideLayouts/slideLayout151.xml"/><Relationship Id="rId10" Type="http://schemas.openxmlformats.org/officeDocument/2006/relationships/slideLayout" Target="../slideLayouts/slideLayout152.xml"/><Relationship Id="rId11" Type="http://schemas.openxmlformats.org/officeDocument/2006/relationships/slideLayout" Target="../slideLayouts/slideLayout153.xml"/><Relationship Id="rId12" Type="http://schemas.openxmlformats.org/officeDocument/2006/relationships/slideLayout" Target="../slideLayouts/slideLayout154.xml"/><Relationship Id="rId13" Type="http://schemas.openxmlformats.org/officeDocument/2006/relationships/slideLayout" Target="../slideLayouts/slideLayout155.xml"/><Relationship Id="rId14" Type="http://schemas.openxmlformats.org/officeDocument/2006/relationships/slideLayout" Target="../slideLayouts/slideLayout156.xml"/>
</Relationships>
</file>

<file path=ppt/slideMasters/_rels/slideMaster14.xml.rels><?xml version="1.0" encoding="UTF-8"?>
<Relationships xmlns="http://schemas.openxmlformats.org/package/2006/relationships"><Relationship Id="rId1" Type="http://schemas.openxmlformats.org/officeDocument/2006/relationships/theme" Target="../theme/theme14.xml"/><Relationship Id="rId2" Type="http://schemas.openxmlformats.org/officeDocument/2006/relationships/image" Target="../media/image14.jpeg"/><Relationship Id="rId3" Type="http://schemas.openxmlformats.org/officeDocument/2006/relationships/slideLayout" Target="../slideLayouts/slideLayout157.xml"/><Relationship Id="rId4" Type="http://schemas.openxmlformats.org/officeDocument/2006/relationships/slideLayout" Target="../slideLayouts/slideLayout158.xml"/><Relationship Id="rId5" Type="http://schemas.openxmlformats.org/officeDocument/2006/relationships/slideLayout" Target="../slideLayouts/slideLayout159.xml"/><Relationship Id="rId6" Type="http://schemas.openxmlformats.org/officeDocument/2006/relationships/slideLayout" Target="../slideLayouts/slideLayout160.xml"/><Relationship Id="rId7" Type="http://schemas.openxmlformats.org/officeDocument/2006/relationships/slideLayout" Target="../slideLayouts/slideLayout161.xml"/><Relationship Id="rId8" Type="http://schemas.openxmlformats.org/officeDocument/2006/relationships/slideLayout" Target="../slideLayouts/slideLayout162.xml"/><Relationship Id="rId9" Type="http://schemas.openxmlformats.org/officeDocument/2006/relationships/slideLayout" Target="../slideLayouts/slideLayout163.xml"/><Relationship Id="rId10" Type="http://schemas.openxmlformats.org/officeDocument/2006/relationships/slideLayout" Target="../slideLayouts/slideLayout164.xml"/><Relationship Id="rId11" Type="http://schemas.openxmlformats.org/officeDocument/2006/relationships/slideLayout" Target="../slideLayouts/slideLayout165.xml"/><Relationship Id="rId12" Type="http://schemas.openxmlformats.org/officeDocument/2006/relationships/slideLayout" Target="../slideLayouts/slideLayout166.xml"/><Relationship Id="rId13" Type="http://schemas.openxmlformats.org/officeDocument/2006/relationships/slideLayout" Target="../slideLayouts/slideLayout167.xml"/><Relationship Id="rId14" Type="http://schemas.openxmlformats.org/officeDocument/2006/relationships/slideLayout" Target="../slideLayouts/slideLayout168.xml"/>
</Relationships>
</file>

<file path=ppt/slideMasters/_rels/slideMaster15.xml.rels><?xml version="1.0" encoding="UTF-8"?>
<Relationships xmlns="http://schemas.openxmlformats.org/package/2006/relationships"><Relationship Id="rId1" Type="http://schemas.openxmlformats.org/officeDocument/2006/relationships/theme" Target="../theme/theme15.xml"/><Relationship Id="rId2" Type="http://schemas.openxmlformats.org/officeDocument/2006/relationships/image" Target="../media/image15.jpeg"/><Relationship Id="rId3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170.xml"/><Relationship Id="rId5" Type="http://schemas.openxmlformats.org/officeDocument/2006/relationships/slideLayout" Target="../slideLayouts/slideLayout171.xml"/><Relationship Id="rId6" Type="http://schemas.openxmlformats.org/officeDocument/2006/relationships/slideLayout" Target="../slideLayouts/slideLayout172.xml"/><Relationship Id="rId7" Type="http://schemas.openxmlformats.org/officeDocument/2006/relationships/slideLayout" Target="../slideLayouts/slideLayout173.xml"/><Relationship Id="rId8" Type="http://schemas.openxmlformats.org/officeDocument/2006/relationships/slideLayout" Target="../slideLayouts/slideLayout174.xml"/><Relationship Id="rId9" Type="http://schemas.openxmlformats.org/officeDocument/2006/relationships/slideLayout" Target="../slideLayouts/slideLayout175.xml"/><Relationship Id="rId10" Type="http://schemas.openxmlformats.org/officeDocument/2006/relationships/slideLayout" Target="../slideLayouts/slideLayout176.xml"/><Relationship Id="rId11" Type="http://schemas.openxmlformats.org/officeDocument/2006/relationships/slideLayout" Target="../slideLayouts/slideLayout177.xml"/><Relationship Id="rId12" Type="http://schemas.openxmlformats.org/officeDocument/2006/relationships/slideLayout" Target="../slideLayouts/slideLayout178.xml"/><Relationship Id="rId13" Type="http://schemas.openxmlformats.org/officeDocument/2006/relationships/slideLayout" Target="../slideLayouts/slideLayout179.xml"/><Relationship Id="rId14" Type="http://schemas.openxmlformats.org/officeDocument/2006/relationships/slideLayout" Target="../slideLayouts/slideLayout180.xml"/>
</Relationships>
</file>

<file path=ppt/slideMasters/_rels/slideMaster16.xml.rels><?xml version="1.0" encoding="UTF-8"?>
<Relationships xmlns="http://schemas.openxmlformats.org/package/2006/relationships"><Relationship Id="rId1" Type="http://schemas.openxmlformats.org/officeDocument/2006/relationships/theme" Target="../theme/theme16.xml"/><Relationship Id="rId2" Type="http://schemas.openxmlformats.org/officeDocument/2006/relationships/image" Target="../media/image16.jpeg"/><Relationship Id="rId3" Type="http://schemas.openxmlformats.org/officeDocument/2006/relationships/slideLayout" Target="../slideLayouts/slideLayout181.xml"/><Relationship Id="rId4" Type="http://schemas.openxmlformats.org/officeDocument/2006/relationships/slideLayout" Target="../slideLayouts/slideLayout182.xml"/><Relationship Id="rId5" Type="http://schemas.openxmlformats.org/officeDocument/2006/relationships/slideLayout" Target="../slideLayouts/slideLayout183.xml"/><Relationship Id="rId6" Type="http://schemas.openxmlformats.org/officeDocument/2006/relationships/slideLayout" Target="../slideLayouts/slideLayout184.xml"/><Relationship Id="rId7" Type="http://schemas.openxmlformats.org/officeDocument/2006/relationships/slideLayout" Target="../slideLayouts/slideLayout185.xml"/><Relationship Id="rId8" Type="http://schemas.openxmlformats.org/officeDocument/2006/relationships/slideLayout" Target="../slideLayouts/slideLayout186.xml"/><Relationship Id="rId9" Type="http://schemas.openxmlformats.org/officeDocument/2006/relationships/slideLayout" Target="../slideLayouts/slideLayout187.xml"/><Relationship Id="rId10" Type="http://schemas.openxmlformats.org/officeDocument/2006/relationships/slideLayout" Target="../slideLayouts/slideLayout188.xml"/><Relationship Id="rId11" Type="http://schemas.openxmlformats.org/officeDocument/2006/relationships/slideLayout" Target="../slideLayouts/slideLayout189.xml"/><Relationship Id="rId12" Type="http://schemas.openxmlformats.org/officeDocument/2006/relationships/slideLayout" Target="../slideLayouts/slideLayout190.xml"/><Relationship Id="rId13" Type="http://schemas.openxmlformats.org/officeDocument/2006/relationships/slideLayout" Target="../slideLayouts/slideLayout191.xml"/><Relationship Id="rId14" Type="http://schemas.openxmlformats.org/officeDocument/2006/relationships/slideLayout" Target="../slideLayouts/slideLayout192.xml"/>
</Relationships>
</file>

<file path=ppt/slideMasters/_rels/slideMaster17.xml.rels><?xml version="1.0" encoding="UTF-8"?>
<Relationships xmlns="http://schemas.openxmlformats.org/package/2006/relationships"><Relationship Id="rId1" Type="http://schemas.openxmlformats.org/officeDocument/2006/relationships/theme" Target="../theme/theme17.xml"/><Relationship Id="rId2" Type="http://schemas.openxmlformats.org/officeDocument/2006/relationships/image" Target="../media/image17.jpeg"/><Relationship Id="rId3" Type="http://schemas.openxmlformats.org/officeDocument/2006/relationships/slideLayout" Target="../slideLayouts/slideLayout193.xml"/><Relationship Id="rId4" Type="http://schemas.openxmlformats.org/officeDocument/2006/relationships/slideLayout" Target="../slideLayouts/slideLayout194.xml"/><Relationship Id="rId5" Type="http://schemas.openxmlformats.org/officeDocument/2006/relationships/slideLayout" Target="../slideLayouts/slideLayout195.xml"/><Relationship Id="rId6" Type="http://schemas.openxmlformats.org/officeDocument/2006/relationships/slideLayout" Target="../slideLayouts/slideLayout196.xml"/><Relationship Id="rId7" Type="http://schemas.openxmlformats.org/officeDocument/2006/relationships/slideLayout" Target="../slideLayouts/slideLayout197.xml"/><Relationship Id="rId8" Type="http://schemas.openxmlformats.org/officeDocument/2006/relationships/slideLayout" Target="../slideLayouts/slideLayout198.xml"/><Relationship Id="rId9" Type="http://schemas.openxmlformats.org/officeDocument/2006/relationships/slideLayout" Target="../slideLayouts/slideLayout199.xml"/><Relationship Id="rId10" Type="http://schemas.openxmlformats.org/officeDocument/2006/relationships/slideLayout" Target="../slideLayouts/slideLayout200.xml"/><Relationship Id="rId11" Type="http://schemas.openxmlformats.org/officeDocument/2006/relationships/slideLayout" Target="../slideLayouts/slideLayout201.xml"/><Relationship Id="rId12" Type="http://schemas.openxmlformats.org/officeDocument/2006/relationships/slideLayout" Target="../slideLayouts/slideLayout202.xml"/><Relationship Id="rId13" Type="http://schemas.openxmlformats.org/officeDocument/2006/relationships/slideLayout" Target="../slideLayouts/slideLayout203.xml"/><Relationship Id="rId14" Type="http://schemas.openxmlformats.org/officeDocument/2006/relationships/slideLayout" Target="../slideLayouts/slideLayout204.xml"/>
</Relationships>
</file>

<file path=ppt/slideMasters/_rels/slideMaster18.xml.rels><?xml version="1.0" encoding="UTF-8"?>
<Relationships xmlns="http://schemas.openxmlformats.org/package/2006/relationships"><Relationship Id="rId1" Type="http://schemas.openxmlformats.org/officeDocument/2006/relationships/theme" Target="../theme/theme18.xml"/><Relationship Id="rId2" Type="http://schemas.openxmlformats.org/officeDocument/2006/relationships/image" Target="../media/image18.jpeg"/><Relationship Id="rId3" Type="http://schemas.openxmlformats.org/officeDocument/2006/relationships/slideLayout" Target="../slideLayouts/slideLayout205.xml"/><Relationship Id="rId4" Type="http://schemas.openxmlformats.org/officeDocument/2006/relationships/slideLayout" Target="../slideLayouts/slideLayout206.xml"/><Relationship Id="rId5" Type="http://schemas.openxmlformats.org/officeDocument/2006/relationships/slideLayout" Target="../slideLayouts/slideLayout207.xml"/><Relationship Id="rId6" Type="http://schemas.openxmlformats.org/officeDocument/2006/relationships/slideLayout" Target="../slideLayouts/slideLayout208.xml"/><Relationship Id="rId7" Type="http://schemas.openxmlformats.org/officeDocument/2006/relationships/slideLayout" Target="../slideLayouts/slideLayout209.xml"/><Relationship Id="rId8" Type="http://schemas.openxmlformats.org/officeDocument/2006/relationships/slideLayout" Target="../slideLayouts/slideLayout210.xml"/><Relationship Id="rId9" Type="http://schemas.openxmlformats.org/officeDocument/2006/relationships/slideLayout" Target="../slideLayouts/slideLayout211.xml"/><Relationship Id="rId10" Type="http://schemas.openxmlformats.org/officeDocument/2006/relationships/slideLayout" Target="../slideLayouts/slideLayout212.xml"/><Relationship Id="rId11" Type="http://schemas.openxmlformats.org/officeDocument/2006/relationships/slideLayout" Target="../slideLayouts/slideLayout213.xml"/><Relationship Id="rId12" Type="http://schemas.openxmlformats.org/officeDocument/2006/relationships/slideLayout" Target="../slideLayouts/slideLayout214.xml"/><Relationship Id="rId13" Type="http://schemas.openxmlformats.org/officeDocument/2006/relationships/slideLayout" Target="../slideLayouts/slideLayout215.xml"/><Relationship Id="rId14" Type="http://schemas.openxmlformats.org/officeDocument/2006/relationships/slideLayout" Target="../slideLayouts/slideLayout216.xml"/>
</Relationships>
</file>

<file path=ppt/slideMasters/_rels/slideMaster19.xml.rels><?xml version="1.0" encoding="UTF-8"?>
<Relationships xmlns="http://schemas.openxmlformats.org/package/2006/relationships"><Relationship Id="rId1" Type="http://schemas.openxmlformats.org/officeDocument/2006/relationships/theme" Target="../theme/theme19.xml"/><Relationship Id="rId2" Type="http://schemas.openxmlformats.org/officeDocument/2006/relationships/image" Target="../media/image19.jpeg"/><Relationship Id="rId3" Type="http://schemas.openxmlformats.org/officeDocument/2006/relationships/slideLayout" Target="../slideLayouts/slideLayout217.xml"/><Relationship Id="rId4" Type="http://schemas.openxmlformats.org/officeDocument/2006/relationships/slideLayout" Target="../slideLayouts/slideLayout218.xml"/><Relationship Id="rId5" Type="http://schemas.openxmlformats.org/officeDocument/2006/relationships/slideLayout" Target="../slideLayouts/slideLayout219.xml"/><Relationship Id="rId6" Type="http://schemas.openxmlformats.org/officeDocument/2006/relationships/slideLayout" Target="../slideLayouts/slideLayout220.xml"/><Relationship Id="rId7" Type="http://schemas.openxmlformats.org/officeDocument/2006/relationships/slideLayout" Target="../slideLayouts/slideLayout221.xml"/><Relationship Id="rId8" Type="http://schemas.openxmlformats.org/officeDocument/2006/relationships/slideLayout" Target="../slideLayouts/slideLayout222.xml"/><Relationship Id="rId9" Type="http://schemas.openxmlformats.org/officeDocument/2006/relationships/slideLayout" Target="../slideLayouts/slideLayout223.xml"/><Relationship Id="rId10" Type="http://schemas.openxmlformats.org/officeDocument/2006/relationships/slideLayout" Target="../slideLayouts/slideLayout224.xml"/><Relationship Id="rId11" Type="http://schemas.openxmlformats.org/officeDocument/2006/relationships/slideLayout" Target="../slideLayouts/slideLayout225.xml"/><Relationship Id="rId12" Type="http://schemas.openxmlformats.org/officeDocument/2006/relationships/slideLayout" Target="../slideLayouts/slideLayout226.xml"/><Relationship Id="rId13" Type="http://schemas.openxmlformats.org/officeDocument/2006/relationships/slideLayout" Target="../slideLayouts/slideLayout227.xml"/><Relationship Id="rId14" Type="http://schemas.openxmlformats.org/officeDocument/2006/relationships/slideLayout" Target="../slideLayouts/slideLayout228.xml"/>
</Relationships>
</file>

<file path=ppt/slideMasters/_rels/slideMaster20.xml.rels><?xml version="1.0" encoding="UTF-8"?>
<Relationships xmlns="http://schemas.openxmlformats.org/package/2006/relationships"><Relationship Id="rId1" Type="http://schemas.openxmlformats.org/officeDocument/2006/relationships/theme" Target="../theme/theme20.xml"/><Relationship Id="rId2" Type="http://schemas.openxmlformats.org/officeDocument/2006/relationships/image" Target="../media/image20.jpeg"/><Relationship Id="rId3" Type="http://schemas.openxmlformats.org/officeDocument/2006/relationships/slideLayout" Target="../slideLayouts/slideLayout229.xml"/><Relationship Id="rId4" Type="http://schemas.openxmlformats.org/officeDocument/2006/relationships/slideLayout" Target="../slideLayouts/slideLayout230.xml"/><Relationship Id="rId5" Type="http://schemas.openxmlformats.org/officeDocument/2006/relationships/slideLayout" Target="../slideLayouts/slideLayout231.xml"/><Relationship Id="rId6" Type="http://schemas.openxmlformats.org/officeDocument/2006/relationships/slideLayout" Target="../slideLayouts/slideLayout232.xml"/><Relationship Id="rId7" Type="http://schemas.openxmlformats.org/officeDocument/2006/relationships/slideLayout" Target="../slideLayouts/slideLayout233.xml"/><Relationship Id="rId8" Type="http://schemas.openxmlformats.org/officeDocument/2006/relationships/slideLayout" Target="../slideLayouts/slideLayout234.xml"/><Relationship Id="rId9" Type="http://schemas.openxmlformats.org/officeDocument/2006/relationships/slideLayout" Target="../slideLayouts/slideLayout235.xml"/><Relationship Id="rId10" Type="http://schemas.openxmlformats.org/officeDocument/2006/relationships/slideLayout" Target="../slideLayouts/slideLayout236.xml"/><Relationship Id="rId11" Type="http://schemas.openxmlformats.org/officeDocument/2006/relationships/slideLayout" Target="../slideLayouts/slideLayout237.xml"/><Relationship Id="rId12" Type="http://schemas.openxmlformats.org/officeDocument/2006/relationships/slideLayout" Target="../slideLayouts/slideLayout238.xml"/><Relationship Id="rId13" Type="http://schemas.openxmlformats.org/officeDocument/2006/relationships/slideLayout" Target="../slideLayouts/slideLayout239.xml"/><Relationship Id="rId14" Type="http://schemas.openxmlformats.org/officeDocument/2006/relationships/slideLayout" Target="../slideLayouts/slideLayout240.xml"/>
</Relationships>
</file>

<file path=ppt/slideMasters/_rels/slideMaster21.xml.rels><?xml version="1.0" encoding="UTF-8"?>
<Relationships xmlns="http://schemas.openxmlformats.org/package/2006/relationships"><Relationship Id="rId1" Type="http://schemas.openxmlformats.org/officeDocument/2006/relationships/theme" Target="../theme/theme21.xml"/><Relationship Id="rId2" Type="http://schemas.openxmlformats.org/officeDocument/2006/relationships/image" Target="../media/image21.jpeg"/><Relationship Id="rId3" Type="http://schemas.openxmlformats.org/officeDocument/2006/relationships/slideLayout" Target="../slideLayouts/slideLayout241.xml"/><Relationship Id="rId4" Type="http://schemas.openxmlformats.org/officeDocument/2006/relationships/slideLayout" Target="../slideLayouts/slideLayout242.xml"/><Relationship Id="rId5" Type="http://schemas.openxmlformats.org/officeDocument/2006/relationships/slideLayout" Target="../slideLayouts/slideLayout243.xml"/><Relationship Id="rId6" Type="http://schemas.openxmlformats.org/officeDocument/2006/relationships/slideLayout" Target="../slideLayouts/slideLayout244.xml"/><Relationship Id="rId7" Type="http://schemas.openxmlformats.org/officeDocument/2006/relationships/slideLayout" Target="../slideLayouts/slideLayout245.xml"/><Relationship Id="rId8" Type="http://schemas.openxmlformats.org/officeDocument/2006/relationships/slideLayout" Target="../slideLayouts/slideLayout246.xml"/><Relationship Id="rId9" Type="http://schemas.openxmlformats.org/officeDocument/2006/relationships/slideLayout" Target="../slideLayouts/slideLayout247.xml"/><Relationship Id="rId10" Type="http://schemas.openxmlformats.org/officeDocument/2006/relationships/slideLayout" Target="../slideLayouts/slideLayout248.xml"/><Relationship Id="rId11" Type="http://schemas.openxmlformats.org/officeDocument/2006/relationships/slideLayout" Target="../slideLayouts/slideLayout249.xml"/><Relationship Id="rId12" Type="http://schemas.openxmlformats.org/officeDocument/2006/relationships/slideLayout" Target="../slideLayouts/slideLayout250.xml"/><Relationship Id="rId13" Type="http://schemas.openxmlformats.org/officeDocument/2006/relationships/slideLayout" Target="../slideLayouts/slideLayout251.xml"/><Relationship Id="rId14" Type="http://schemas.openxmlformats.org/officeDocument/2006/relationships/slideLayout" Target="../slideLayouts/slideLayout252.xml"/>
</Relationships>
</file>

<file path=ppt/slideMasters/_rels/slideMaster22.xml.rels><?xml version="1.0" encoding="UTF-8"?>
<Relationships xmlns="http://schemas.openxmlformats.org/package/2006/relationships"><Relationship Id="rId1" Type="http://schemas.openxmlformats.org/officeDocument/2006/relationships/theme" Target="../theme/theme22.xml"/><Relationship Id="rId2" Type="http://schemas.openxmlformats.org/officeDocument/2006/relationships/image" Target="../media/image22.jpeg"/><Relationship Id="rId3" Type="http://schemas.openxmlformats.org/officeDocument/2006/relationships/slideLayout" Target="../slideLayouts/slideLayout253.xml"/><Relationship Id="rId4" Type="http://schemas.openxmlformats.org/officeDocument/2006/relationships/slideLayout" Target="../slideLayouts/slideLayout254.xml"/><Relationship Id="rId5" Type="http://schemas.openxmlformats.org/officeDocument/2006/relationships/slideLayout" Target="../slideLayouts/slideLayout255.xml"/><Relationship Id="rId6" Type="http://schemas.openxmlformats.org/officeDocument/2006/relationships/slideLayout" Target="../slideLayouts/slideLayout256.xml"/><Relationship Id="rId7" Type="http://schemas.openxmlformats.org/officeDocument/2006/relationships/slideLayout" Target="../slideLayouts/slideLayout257.xml"/><Relationship Id="rId8" Type="http://schemas.openxmlformats.org/officeDocument/2006/relationships/slideLayout" Target="../slideLayouts/slideLayout258.xml"/><Relationship Id="rId9" Type="http://schemas.openxmlformats.org/officeDocument/2006/relationships/slideLayout" Target="../slideLayouts/slideLayout259.xml"/><Relationship Id="rId10" Type="http://schemas.openxmlformats.org/officeDocument/2006/relationships/slideLayout" Target="../slideLayouts/slideLayout260.xml"/><Relationship Id="rId11" Type="http://schemas.openxmlformats.org/officeDocument/2006/relationships/slideLayout" Target="../slideLayouts/slideLayout261.xml"/><Relationship Id="rId12" Type="http://schemas.openxmlformats.org/officeDocument/2006/relationships/slideLayout" Target="../slideLayouts/slideLayout262.xml"/><Relationship Id="rId13" Type="http://schemas.openxmlformats.org/officeDocument/2006/relationships/slideLayout" Target="../slideLayouts/slideLayout263.xml"/><Relationship Id="rId14" Type="http://schemas.openxmlformats.org/officeDocument/2006/relationships/slideLayout" Target="../slideLayouts/slideLayout264.xml"/>
</Relationships>
</file>

<file path=ppt/slideMasters/_rels/slideMaster23.xml.rels><?xml version="1.0" encoding="UTF-8"?>
<Relationships xmlns="http://schemas.openxmlformats.org/package/2006/relationships"><Relationship Id="rId1" Type="http://schemas.openxmlformats.org/officeDocument/2006/relationships/theme" Target="../theme/theme23.xml"/><Relationship Id="rId2" Type="http://schemas.openxmlformats.org/officeDocument/2006/relationships/image" Target="../media/image23.jpeg"/><Relationship Id="rId3" Type="http://schemas.openxmlformats.org/officeDocument/2006/relationships/slideLayout" Target="../slideLayouts/slideLayout265.xml"/><Relationship Id="rId4" Type="http://schemas.openxmlformats.org/officeDocument/2006/relationships/slideLayout" Target="../slideLayouts/slideLayout266.xml"/><Relationship Id="rId5" Type="http://schemas.openxmlformats.org/officeDocument/2006/relationships/slideLayout" Target="../slideLayouts/slideLayout267.xml"/><Relationship Id="rId6" Type="http://schemas.openxmlformats.org/officeDocument/2006/relationships/slideLayout" Target="../slideLayouts/slideLayout268.xml"/><Relationship Id="rId7" Type="http://schemas.openxmlformats.org/officeDocument/2006/relationships/slideLayout" Target="../slideLayouts/slideLayout269.xml"/><Relationship Id="rId8" Type="http://schemas.openxmlformats.org/officeDocument/2006/relationships/slideLayout" Target="../slideLayouts/slideLayout270.xml"/><Relationship Id="rId9" Type="http://schemas.openxmlformats.org/officeDocument/2006/relationships/slideLayout" Target="../slideLayouts/slideLayout271.xml"/><Relationship Id="rId10" Type="http://schemas.openxmlformats.org/officeDocument/2006/relationships/slideLayout" Target="../slideLayouts/slideLayout272.xml"/><Relationship Id="rId11" Type="http://schemas.openxmlformats.org/officeDocument/2006/relationships/slideLayout" Target="../slideLayouts/slideLayout273.xml"/><Relationship Id="rId12" Type="http://schemas.openxmlformats.org/officeDocument/2006/relationships/slideLayout" Target="../slideLayouts/slideLayout274.xml"/><Relationship Id="rId13" Type="http://schemas.openxmlformats.org/officeDocument/2006/relationships/slideLayout" Target="../slideLayouts/slideLayout275.xml"/><Relationship Id="rId14" Type="http://schemas.openxmlformats.org/officeDocument/2006/relationships/slideLayout" Target="../slideLayouts/slideLayout276.xml"/>
</Relationships>
</file>

<file path=ppt/slideMasters/_rels/slideMaster24.xml.rels><?xml version="1.0" encoding="UTF-8"?>
<Relationships xmlns="http://schemas.openxmlformats.org/package/2006/relationships"><Relationship Id="rId1" Type="http://schemas.openxmlformats.org/officeDocument/2006/relationships/theme" Target="../theme/theme24.xml"/><Relationship Id="rId2" Type="http://schemas.openxmlformats.org/officeDocument/2006/relationships/image" Target="../media/image24.jpeg"/><Relationship Id="rId3" Type="http://schemas.openxmlformats.org/officeDocument/2006/relationships/slideLayout" Target="../slideLayouts/slideLayout277.xml"/><Relationship Id="rId4" Type="http://schemas.openxmlformats.org/officeDocument/2006/relationships/slideLayout" Target="../slideLayouts/slideLayout278.xml"/><Relationship Id="rId5" Type="http://schemas.openxmlformats.org/officeDocument/2006/relationships/slideLayout" Target="../slideLayouts/slideLayout279.xml"/><Relationship Id="rId6" Type="http://schemas.openxmlformats.org/officeDocument/2006/relationships/slideLayout" Target="../slideLayouts/slideLayout280.xml"/><Relationship Id="rId7" Type="http://schemas.openxmlformats.org/officeDocument/2006/relationships/slideLayout" Target="../slideLayouts/slideLayout281.xml"/><Relationship Id="rId8" Type="http://schemas.openxmlformats.org/officeDocument/2006/relationships/slideLayout" Target="../slideLayouts/slideLayout282.xml"/><Relationship Id="rId9" Type="http://schemas.openxmlformats.org/officeDocument/2006/relationships/slideLayout" Target="../slideLayouts/slideLayout283.xml"/><Relationship Id="rId10" Type="http://schemas.openxmlformats.org/officeDocument/2006/relationships/slideLayout" Target="../slideLayouts/slideLayout284.xml"/><Relationship Id="rId11" Type="http://schemas.openxmlformats.org/officeDocument/2006/relationships/slideLayout" Target="../slideLayouts/slideLayout285.xml"/><Relationship Id="rId12" Type="http://schemas.openxmlformats.org/officeDocument/2006/relationships/slideLayout" Target="../slideLayouts/slideLayout286.xml"/><Relationship Id="rId13" Type="http://schemas.openxmlformats.org/officeDocument/2006/relationships/slideLayout" Target="../slideLayouts/slideLayout287.xml"/><Relationship Id="rId14" Type="http://schemas.openxmlformats.org/officeDocument/2006/relationships/slideLayout" Target="../slideLayouts/slideLayout288.xml"/>
</Relationships>
</file>

<file path=ppt/slideMasters/_rels/slideMaster25.xml.rels><?xml version="1.0" encoding="UTF-8"?>
<Relationships xmlns="http://schemas.openxmlformats.org/package/2006/relationships"><Relationship Id="rId1" Type="http://schemas.openxmlformats.org/officeDocument/2006/relationships/theme" Target="../theme/theme25.xml"/><Relationship Id="rId2" Type="http://schemas.openxmlformats.org/officeDocument/2006/relationships/image" Target="../media/image25.jpeg"/><Relationship Id="rId3" Type="http://schemas.openxmlformats.org/officeDocument/2006/relationships/slideLayout" Target="../slideLayouts/slideLayout289.xml"/><Relationship Id="rId4" Type="http://schemas.openxmlformats.org/officeDocument/2006/relationships/slideLayout" Target="../slideLayouts/slideLayout290.xml"/><Relationship Id="rId5" Type="http://schemas.openxmlformats.org/officeDocument/2006/relationships/slideLayout" Target="../slideLayouts/slideLayout291.xml"/><Relationship Id="rId6" Type="http://schemas.openxmlformats.org/officeDocument/2006/relationships/slideLayout" Target="../slideLayouts/slideLayout292.xml"/><Relationship Id="rId7" Type="http://schemas.openxmlformats.org/officeDocument/2006/relationships/slideLayout" Target="../slideLayouts/slideLayout293.xml"/><Relationship Id="rId8" Type="http://schemas.openxmlformats.org/officeDocument/2006/relationships/slideLayout" Target="../slideLayouts/slideLayout294.xml"/><Relationship Id="rId9" Type="http://schemas.openxmlformats.org/officeDocument/2006/relationships/slideLayout" Target="../slideLayouts/slideLayout295.xml"/><Relationship Id="rId10" Type="http://schemas.openxmlformats.org/officeDocument/2006/relationships/slideLayout" Target="../slideLayouts/slideLayout296.xml"/><Relationship Id="rId11" Type="http://schemas.openxmlformats.org/officeDocument/2006/relationships/slideLayout" Target="../slideLayouts/slideLayout297.xml"/><Relationship Id="rId12" Type="http://schemas.openxmlformats.org/officeDocument/2006/relationships/slideLayout" Target="../slideLayouts/slideLayout298.xml"/><Relationship Id="rId13" Type="http://schemas.openxmlformats.org/officeDocument/2006/relationships/slideLayout" Target="../slideLayouts/slideLayout299.xml"/><Relationship Id="rId14" Type="http://schemas.openxmlformats.org/officeDocument/2006/relationships/slideLayout" Target="../slideLayouts/slideLayout300.xml"/>
</Relationships>
</file>

<file path=ppt/slideMasters/_rels/slideMaster26.xml.rels><?xml version="1.0" encoding="UTF-8"?>
<Relationships xmlns="http://schemas.openxmlformats.org/package/2006/relationships"><Relationship Id="rId1" Type="http://schemas.openxmlformats.org/officeDocument/2006/relationships/theme" Target="../theme/theme26.xml"/><Relationship Id="rId2" Type="http://schemas.openxmlformats.org/officeDocument/2006/relationships/image" Target="../media/image26.jpeg"/><Relationship Id="rId3" Type="http://schemas.openxmlformats.org/officeDocument/2006/relationships/slideLayout" Target="../slideLayouts/slideLayout301.xml"/><Relationship Id="rId4" Type="http://schemas.openxmlformats.org/officeDocument/2006/relationships/slideLayout" Target="../slideLayouts/slideLayout302.xml"/><Relationship Id="rId5" Type="http://schemas.openxmlformats.org/officeDocument/2006/relationships/slideLayout" Target="../slideLayouts/slideLayout303.xml"/><Relationship Id="rId6" Type="http://schemas.openxmlformats.org/officeDocument/2006/relationships/slideLayout" Target="../slideLayouts/slideLayout304.xml"/><Relationship Id="rId7" Type="http://schemas.openxmlformats.org/officeDocument/2006/relationships/slideLayout" Target="../slideLayouts/slideLayout305.xml"/><Relationship Id="rId8" Type="http://schemas.openxmlformats.org/officeDocument/2006/relationships/slideLayout" Target="../slideLayouts/slideLayout306.xml"/><Relationship Id="rId9" Type="http://schemas.openxmlformats.org/officeDocument/2006/relationships/slideLayout" Target="../slideLayouts/slideLayout307.xml"/><Relationship Id="rId10" Type="http://schemas.openxmlformats.org/officeDocument/2006/relationships/slideLayout" Target="../slideLayouts/slideLayout308.xml"/><Relationship Id="rId11" Type="http://schemas.openxmlformats.org/officeDocument/2006/relationships/slideLayout" Target="../slideLayouts/slideLayout309.xml"/><Relationship Id="rId12" Type="http://schemas.openxmlformats.org/officeDocument/2006/relationships/slideLayout" Target="../slideLayouts/slideLayout310.xml"/><Relationship Id="rId13" Type="http://schemas.openxmlformats.org/officeDocument/2006/relationships/slideLayout" Target="../slideLayouts/slideLayout311.xml"/><Relationship Id="rId14" Type="http://schemas.openxmlformats.org/officeDocument/2006/relationships/slideLayout" Target="../slideLayouts/slideLayout312.xml"/>
</Relationships>
</file>

<file path=ppt/slideMasters/_rels/slideMaster27.xml.rels><?xml version="1.0" encoding="UTF-8"?>
<Relationships xmlns="http://schemas.openxmlformats.org/package/2006/relationships"><Relationship Id="rId1" Type="http://schemas.openxmlformats.org/officeDocument/2006/relationships/theme" Target="../theme/theme27.xml"/><Relationship Id="rId2" Type="http://schemas.openxmlformats.org/officeDocument/2006/relationships/image" Target="../media/image27.jpeg"/><Relationship Id="rId3" Type="http://schemas.openxmlformats.org/officeDocument/2006/relationships/slideLayout" Target="../slideLayouts/slideLayout313.xml"/><Relationship Id="rId4" Type="http://schemas.openxmlformats.org/officeDocument/2006/relationships/slideLayout" Target="../slideLayouts/slideLayout314.xml"/><Relationship Id="rId5" Type="http://schemas.openxmlformats.org/officeDocument/2006/relationships/slideLayout" Target="../slideLayouts/slideLayout315.xml"/><Relationship Id="rId6" Type="http://schemas.openxmlformats.org/officeDocument/2006/relationships/slideLayout" Target="../slideLayouts/slideLayout316.xml"/><Relationship Id="rId7" Type="http://schemas.openxmlformats.org/officeDocument/2006/relationships/slideLayout" Target="../slideLayouts/slideLayout317.xml"/><Relationship Id="rId8" Type="http://schemas.openxmlformats.org/officeDocument/2006/relationships/slideLayout" Target="../slideLayouts/slideLayout318.xml"/><Relationship Id="rId9" Type="http://schemas.openxmlformats.org/officeDocument/2006/relationships/slideLayout" Target="../slideLayouts/slideLayout319.xml"/><Relationship Id="rId10" Type="http://schemas.openxmlformats.org/officeDocument/2006/relationships/slideLayout" Target="../slideLayouts/slideLayout320.xml"/><Relationship Id="rId11" Type="http://schemas.openxmlformats.org/officeDocument/2006/relationships/slideLayout" Target="../slideLayouts/slideLayout321.xml"/><Relationship Id="rId12" Type="http://schemas.openxmlformats.org/officeDocument/2006/relationships/slideLayout" Target="../slideLayouts/slideLayout322.xml"/><Relationship Id="rId13" Type="http://schemas.openxmlformats.org/officeDocument/2006/relationships/slideLayout" Target="../slideLayouts/slideLayout323.xml"/><Relationship Id="rId14" Type="http://schemas.openxmlformats.org/officeDocument/2006/relationships/slideLayout" Target="../slideLayouts/slideLayout324.xml"/>
</Relationships>
</file>

<file path=ppt/slideMasters/_rels/slideMaster28.xml.rels><?xml version="1.0" encoding="UTF-8"?>
<Relationships xmlns="http://schemas.openxmlformats.org/package/2006/relationships"><Relationship Id="rId1" Type="http://schemas.openxmlformats.org/officeDocument/2006/relationships/theme" Target="../theme/theme28.xml"/><Relationship Id="rId2" Type="http://schemas.openxmlformats.org/officeDocument/2006/relationships/image" Target="../media/image28.jpeg"/><Relationship Id="rId3" Type="http://schemas.openxmlformats.org/officeDocument/2006/relationships/slideLayout" Target="../slideLayouts/slideLayout325.xml"/><Relationship Id="rId4" Type="http://schemas.openxmlformats.org/officeDocument/2006/relationships/slideLayout" Target="../slideLayouts/slideLayout326.xml"/><Relationship Id="rId5" Type="http://schemas.openxmlformats.org/officeDocument/2006/relationships/slideLayout" Target="../slideLayouts/slideLayout327.xml"/><Relationship Id="rId6" Type="http://schemas.openxmlformats.org/officeDocument/2006/relationships/slideLayout" Target="../slideLayouts/slideLayout328.xml"/><Relationship Id="rId7" Type="http://schemas.openxmlformats.org/officeDocument/2006/relationships/slideLayout" Target="../slideLayouts/slideLayout329.xml"/><Relationship Id="rId8" Type="http://schemas.openxmlformats.org/officeDocument/2006/relationships/slideLayout" Target="../slideLayouts/slideLayout330.xml"/><Relationship Id="rId9" Type="http://schemas.openxmlformats.org/officeDocument/2006/relationships/slideLayout" Target="../slideLayouts/slideLayout331.xml"/><Relationship Id="rId10" Type="http://schemas.openxmlformats.org/officeDocument/2006/relationships/slideLayout" Target="../slideLayouts/slideLayout332.xml"/><Relationship Id="rId11" Type="http://schemas.openxmlformats.org/officeDocument/2006/relationships/slideLayout" Target="../slideLayouts/slideLayout333.xml"/><Relationship Id="rId12" Type="http://schemas.openxmlformats.org/officeDocument/2006/relationships/slideLayout" Target="../slideLayouts/slideLayout334.xml"/><Relationship Id="rId13" Type="http://schemas.openxmlformats.org/officeDocument/2006/relationships/slideLayout" Target="../slideLayouts/slideLayout335.xml"/><Relationship Id="rId14" Type="http://schemas.openxmlformats.org/officeDocument/2006/relationships/slideLayout" Target="../slideLayouts/slideLayout336.xml"/>
</Relationships>
</file>

<file path=ppt/slideMasters/_rels/slideMaster29.xml.rels><?xml version="1.0" encoding="UTF-8"?>
<Relationships xmlns="http://schemas.openxmlformats.org/package/2006/relationships"><Relationship Id="rId1" Type="http://schemas.openxmlformats.org/officeDocument/2006/relationships/theme" Target="../theme/theme29.xml"/><Relationship Id="rId2" Type="http://schemas.openxmlformats.org/officeDocument/2006/relationships/image" Target="../media/image29.jpeg"/><Relationship Id="rId3" Type="http://schemas.openxmlformats.org/officeDocument/2006/relationships/slideLayout" Target="../slideLayouts/slideLayout337.xml"/><Relationship Id="rId4" Type="http://schemas.openxmlformats.org/officeDocument/2006/relationships/slideLayout" Target="../slideLayouts/slideLayout338.xml"/><Relationship Id="rId5" Type="http://schemas.openxmlformats.org/officeDocument/2006/relationships/slideLayout" Target="../slideLayouts/slideLayout339.xml"/><Relationship Id="rId6" Type="http://schemas.openxmlformats.org/officeDocument/2006/relationships/slideLayout" Target="../slideLayouts/slideLayout340.xml"/><Relationship Id="rId7" Type="http://schemas.openxmlformats.org/officeDocument/2006/relationships/slideLayout" Target="../slideLayouts/slideLayout341.xml"/><Relationship Id="rId8" Type="http://schemas.openxmlformats.org/officeDocument/2006/relationships/slideLayout" Target="../slideLayouts/slideLayout342.xml"/><Relationship Id="rId9" Type="http://schemas.openxmlformats.org/officeDocument/2006/relationships/slideLayout" Target="../slideLayouts/slideLayout343.xml"/><Relationship Id="rId10" Type="http://schemas.openxmlformats.org/officeDocument/2006/relationships/slideLayout" Target="../slideLayouts/slideLayout344.xml"/><Relationship Id="rId11" Type="http://schemas.openxmlformats.org/officeDocument/2006/relationships/slideLayout" Target="../slideLayouts/slideLayout345.xml"/><Relationship Id="rId12" Type="http://schemas.openxmlformats.org/officeDocument/2006/relationships/slideLayout" Target="../slideLayouts/slideLayout346.xml"/><Relationship Id="rId13" Type="http://schemas.openxmlformats.org/officeDocument/2006/relationships/slideLayout" Target="../slideLayouts/slideLayout347.xml"/><Relationship Id="rId14" Type="http://schemas.openxmlformats.org/officeDocument/2006/relationships/slideLayout" Target="../slideLayouts/slideLayout348.xml"/>
</Relationships>
</file>

<file path=ppt/slideMasters/_rels/slideMaster30.xml.rels><?xml version="1.0" encoding="UTF-8"?>
<Relationships xmlns="http://schemas.openxmlformats.org/package/2006/relationships"><Relationship Id="rId1" Type="http://schemas.openxmlformats.org/officeDocument/2006/relationships/theme" Target="../theme/theme30.xml"/><Relationship Id="rId2" Type="http://schemas.openxmlformats.org/officeDocument/2006/relationships/image" Target="../media/image30.jpeg"/><Relationship Id="rId3" Type="http://schemas.openxmlformats.org/officeDocument/2006/relationships/slideLayout" Target="../slideLayouts/slideLayout349.xml"/><Relationship Id="rId4" Type="http://schemas.openxmlformats.org/officeDocument/2006/relationships/slideLayout" Target="../slideLayouts/slideLayout350.xml"/><Relationship Id="rId5" Type="http://schemas.openxmlformats.org/officeDocument/2006/relationships/slideLayout" Target="../slideLayouts/slideLayout351.xml"/><Relationship Id="rId6" Type="http://schemas.openxmlformats.org/officeDocument/2006/relationships/slideLayout" Target="../slideLayouts/slideLayout352.xml"/><Relationship Id="rId7" Type="http://schemas.openxmlformats.org/officeDocument/2006/relationships/slideLayout" Target="../slideLayouts/slideLayout353.xml"/><Relationship Id="rId8" Type="http://schemas.openxmlformats.org/officeDocument/2006/relationships/slideLayout" Target="../slideLayouts/slideLayout354.xml"/><Relationship Id="rId9" Type="http://schemas.openxmlformats.org/officeDocument/2006/relationships/slideLayout" Target="../slideLayouts/slideLayout355.xml"/><Relationship Id="rId10" Type="http://schemas.openxmlformats.org/officeDocument/2006/relationships/slideLayout" Target="../slideLayouts/slideLayout356.xml"/><Relationship Id="rId11" Type="http://schemas.openxmlformats.org/officeDocument/2006/relationships/slideLayout" Target="../slideLayouts/slideLayout357.xml"/><Relationship Id="rId12" Type="http://schemas.openxmlformats.org/officeDocument/2006/relationships/slideLayout" Target="../slideLayouts/slideLayout358.xml"/><Relationship Id="rId13" Type="http://schemas.openxmlformats.org/officeDocument/2006/relationships/slideLayout" Target="../slideLayouts/slideLayout359.xml"/><Relationship Id="rId14" Type="http://schemas.openxmlformats.org/officeDocument/2006/relationships/slideLayout" Target="../slideLayouts/slideLayout360.xml"/>
</Relationships>
</file>

<file path=ppt/slideMasters/_rels/slideMaster31.xml.rels><?xml version="1.0" encoding="UTF-8"?>
<Relationships xmlns="http://schemas.openxmlformats.org/package/2006/relationships"><Relationship Id="rId1" Type="http://schemas.openxmlformats.org/officeDocument/2006/relationships/theme" Target="../theme/theme31.xml"/><Relationship Id="rId2" Type="http://schemas.openxmlformats.org/officeDocument/2006/relationships/image" Target="../media/image31.jpeg"/><Relationship Id="rId3" Type="http://schemas.openxmlformats.org/officeDocument/2006/relationships/slideLayout" Target="../slideLayouts/slideLayout361.xml"/><Relationship Id="rId4" Type="http://schemas.openxmlformats.org/officeDocument/2006/relationships/slideLayout" Target="../slideLayouts/slideLayout362.xml"/><Relationship Id="rId5" Type="http://schemas.openxmlformats.org/officeDocument/2006/relationships/slideLayout" Target="../slideLayouts/slideLayout363.xml"/><Relationship Id="rId6" Type="http://schemas.openxmlformats.org/officeDocument/2006/relationships/slideLayout" Target="../slideLayouts/slideLayout364.xml"/><Relationship Id="rId7" Type="http://schemas.openxmlformats.org/officeDocument/2006/relationships/slideLayout" Target="../slideLayouts/slideLayout365.xml"/><Relationship Id="rId8" Type="http://schemas.openxmlformats.org/officeDocument/2006/relationships/slideLayout" Target="../slideLayouts/slideLayout366.xml"/><Relationship Id="rId9" Type="http://schemas.openxmlformats.org/officeDocument/2006/relationships/slideLayout" Target="../slideLayouts/slideLayout367.xml"/><Relationship Id="rId10" Type="http://schemas.openxmlformats.org/officeDocument/2006/relationships/slideLayout" Target="../slideLayouts/slideLayout368.xml"/><Relationship Id="rId11" Type="http://schemas.openxmlformats.org/officeDocument/2006/relationships/slideLayout" Target="../slideLayouts/slideLayout369.xml"/><Relationship Id="rId12" Type="http://schemas.openxmlformats.org/officeDocument/2006/relationships/slideLayout" Target="../slideLayouts/slideLayout370.xml"/><Relationship Id="rId13" Type="http://schemas.openxmlformats.org/officeDocument/2006/relationships/slideLayout" Target="../slideLayouts/slideLayout371.xml"/><Relationship Id="rId14" Type="http://schemas.openxmlformats.org/officeDocument/2006/relationships/slideLayout" Target="../slideLayouts/slideLayout372.xml"/>
</Relationships>
</file>

<file path=ppt/slideMasters/_rels/slideMaster32.xml.rels><?xml version="1.0" encoding="UTF-8"?>
<Relationships xmlns="http://schemas.openxmlformats.org/package/2006/relationships"><Relationship Id="rId1" Type="http://schemas.openxmlformats.org/officeDocument/2006/relationships/theme" Target="../theme/theme32.xml"/><Relationship Id="rId2" Type="http://schemas.openxmlformats.org/officeDocument/2006/relationships/slideLayout" Target="../slideLayouts/slideLayout373.xml"/><Relationship Id="rId3" Type="http://schemas.openxmlformats.org/officeDocument/2006/relationships/slideLayout" Target="../slideLayouts/slideLayout374.xml"/><Relationship Id="rId4" Type="http://schemas.openxmlformats.org/officeDocument/2006/relationships/slideLayout" Target="../slideLayouts/slideLayout375.xml"/><Relationship Id="rId5" Type="http://schemas.openxmlformats.org/officeDocument/2006/relationships/slideLayout" Target="../slideLayouts/slideLayout376.xml"/><Relationship Id="rId6" Type="http://schemas.openxmlformats.org/officeDocument/2006/relationships/slideLayout" Target="../slideLayouts/slideLayout377.xml"/><Relationship Id="rId7" Type="http://schemas.openxmlformats.org/officeDocument/2006/relationships/slideLayout" Target="../slideLayouts/slideLayout378.xml"/><Relationship Id="rId8" Type="http://schemas.openxmlformats.org/officeDocument/2006/relationships/slideLayout" Target="../slideLayouts/slideLayout379.xml"/><Relationship Id="rId9" Type="http://schemas.openxmlformats.org/officeDocument/2006/relationships/slideLayout" Target="../slideLayouts/slideLayout380.xml"/><Relationship Id="rId10" Type="http://schemas.openxmlformats.org/officeDocument/2006/relationships/slideLayout" Target="../slideLayouts/slideLayout381.xml"/><Relationship Id="rId11" Type="http://schemas.openxmlformats.org/officeDocument/2006/relationships/slideLayout" Target="../slideLayouts/slideLayout382.xml"/><Relationship Id="rId12" Type="http://schemas.openxmlformats.org/officeDocument/2006/relationships/slideLayout" Target="../slideLayouts/slideLayout383.xml"/><Relationship Id="rId13" Type="http://schemas.openxmlformats.org/officeDocument/2006/relationships/slideLayout" Target="../slideLayouts/slideLayout384.xml"/>
</Relationships>
</file>

<file path=ppt/slideMasters/_rels/slideMaster33.xml.rels><?xml version="1.0" encoding="UTF-8"?>
<Relationships xmlns="http://schemas.openxmlformats.org/package/2006/relationships"><Relationship Id="rId1" Type="http://schemas.openxmlformats.org/officeDocument/2006/relationships/theme" Target="../theme/theme33.xml"/><Relationship Id="rId2" Type="http://schemas.openxmlformats.org/officeDocument/2006/relationships/image" Target="../media/image32.wmf"/><Relationship Id="rId3" Type="http://schemas.openxmlformats.org/officeDocument/2006/relationships/image" Target="../media/image33.wmf"/><Relationship Id="rId4" Type="http://schemas.openxmlformats.org/officeDocument/2006/relationships/slideLayout" Target="../slideLayouts/slideLayout385.xml"/><Relationship Id="rId5" Type="http://schemas.openxmlformats.org/officeDocument/2006/relationships/slideLayout" Target="../slideLayouts/slideLayout386.xml"/><Relationship Id="rId6" Type="http://schemas.openxmlformats.org/officeDocument/2006/relationships/slideLayout" Target="../slideLayouts/slideLayout387.xml"/><Relationship Id="rId7" Type="http://schemas.openxmlformats.org/officeDocument/2006/relationships/slideLayout" Target="../slideLayouts/slideLayout388.xml"/><Relationship Id="rId8" Type="http://schemas.openxmlformats.org/officeDocument/2006/relationships/slideLayout" Target="../slideLayouts/slideLayout389.xml"/><Relationship Id="rId9" Type="http://schemas.openxmlformats.org/officeDocument/2006/relationships/slideLayout" Target="../slideLayouts/slideLayout390.xml"/><Relationship Id="rId10" Type="http://schemas.openxmlformats.org/officeDocument/2006/relationships/slideLayout" Target="../slideLayouts/slideLayout391.xml"/><Relationship Id="rId11" Type="http://schemas.openxmlformats.org/officeDocument/2006/relationships/slideLayout" Target="../slideLayouts/slideLayout392.xml"/><Relationship Id="rId12" Type="http://schemas.openxmlformats.org/officeDocument/2006/relationships/slideLayout" Target="../slideLayouts/slideLayout393.xml"/><Relationship Id="rId13" Type="http://schemas.openxmlformats.org/officeDocument/2006/relationships/slideLayout" Target="../slideLayouts/slideLayout394.xml"/><Relationship Id="rId14" Type="http://schemas.openxmlformats.org/officeDocument/2006/relationships/slideLayout" Target="../slideLayouts/slideLayout395.xml"/><Relationship Id="rId15" Type="http://schemas.openxmlformats.org/officeDocument/2006/relationships/slideLayout" Target="../slideLayouts/slideLayout396.xml"/>
</Relationships>
</file>

<file path=ppt/slideMasters/_rels/slideMaster34.xml.rels><?xml version="1.0" encoding="UTF-8"?>
<Relationships xmlns="http://schemas.openxmlformats.org/package/2006/relationships"><Relationship Id="rId1" Type="http://schemas.openxmlformats.org/officeDocument/2006/relationships/theme" Target="../theme/theme34.xml"/><Relationship Id="rId2" Type="http://schemas.openxmlformats.org/officeDocument/2006/relationships/slideLayout" Target="../slideLayouts/slideLayout397.xml"/><Relationship Id="rId3" Type="http://schemas.openxmlformats.org/officeDocument/2006/relationships/slideLayout" Target="../slideLayouts/slideLayout398.xml"/><Relationship Id="rId4" Type="http://schemas.openxmlformats.org/officeDocument/2006/relationships/slideLayout" Target="../slideLayouts/slideLayout399.xml"/><Relationship Id="rId5" Type="http://schemas.openxmlformats.org/officeDocument/2006/relationships/slideLayout" Target="../slideLayouts/slideLayout400.xml"/><Relationship Id="rId6" Type="http://schemas.openxmlformats.org/officeDocument/2006/relationships/slideLayout" Target="../slideLayouts/slideLayout401.xml"/><Relationship Id="rId7" Type="http://schemas.openxmlformats.org/officeDocument/2006/relationships/slideLayout" Target="../slideLayouts/slideLayout402.xml"/><Relationship Id="rId8" Type="http://schemas.openxmlformats.org/officeDocument/2006/relationships/slideLayout" Target="../slideLayouts/slideLayout403.xml"/><Relationship Id="rId9" Type="http://schemas.openxmlformats.org/officeDocument/2006/relationships/slideLayout" Target="../slideLayouts/slideLayout404.xml"/><Relationship Id="rId10" Type="http://schemas.openxmlformats.org/officeDocument/2006/relationships/slideLayout" Target="../slideLayouts/slideLayout405.xml"/><Relationship Id="rId11" Type="http://schemas.openxmlformats.org/officeDocument/2006/relationships/slideLayout" Target="../slideLayouts/slideLayout406.xml"/><Relationship Id="rId12" Type="http://schemas.openxmlformats.org/officeDocument/2006/relationships/slideLayout" Target="../slideLayouts/slideLayout407.xml"/><Relationship Id="rId13" Type="http://schemas.openxmlformats.org/officeDocument/2006/relationships/slideLayout" Target="../slideLayouts/slideLayout408.xml"/>
</Relationships>
</file>

<file path=ppt/slideMasters/_rels/slideMaster35.xml.rels><?xml version="1.0" encoding="UTF-8"?>
<Relationships xmlns="http://schemas.openxmlformats.org/package/2006/relationships"><Relationship Id="rId1" Type="http://schemas.openxmlformats.org/officeDocument/2006/relationships/theme" Target="../theme/theme35.xml"/><Relationship Id="rId2" Type="http://schemas.openxmlformats.org/officeDocument/2006/relationships/image" Target="../media/image34.wmf"/><Relationship Id="rId3" Type="http://schemas.openxmlformats.org/officeDocument/2006/relationships/image" Target="../media/image35.wmf"/><Relationship Id="rId4" Type="http://schemas.openxmlformats.org/officeDocument/2006/relationships/slideLayout" Target="../slideLayouts/slideLayout409.xml"/><Relationship Id="rId5" Type="http://schemas.openxmlformats.org/officeDocument/2006/relationships/slideLayout" Target="../slideLayouts/slideLayout410.xml"/><Relationship Id="rId6" Type="http://schemas.openxmlformats.org/officeDocument/2006/relationships/slideLayout" Target="../slideLayouts/slideLayout411.xml"/><Relationship Id="rId7" Type="http://schemas.openxmlformats.org/officeDocument/2006/relationships/slideLayout" Target="../slideLayouts/slideLayout412.xml"/><Relationship Id="rId8" Type="http://schemas.openxmlformats.org/officeDocument/2006/relationships/slideLayout" Target="../slideLayouts/slideLayout413.xml"/><Relationship Id="rId9" Type="http://schemas.openxmlformats.org/officeDocument/2006/relationships/slideLayout" Target="../slideLayouts/slideLayout414.xml"/><Relationship Id="rId10" Type="http://schemas.openxmlformats.org/officeDocument/2006/relationships/slideLayout" Target="../slideLayouts/slideLayout415.xml"/><Relationship Id="rId11" Type="http://schemas.openxmlformats.org/officeDocument/2006/relationships/slideLayout" Target="../slideLayouts/slideLayout416.xml"/><Relationship Id="rId12" Type="http://schemas.openxmlformats.org/officeDocument/2006/relationships/slideLayout" Target="../slideLayouts/slideLayout417.xml"/><Relationship Id="rId13" Type="http://schemas.openxmlformats.org/officeDocument/2006/relationships/slideLayout" Target="../slideLayouts/slideLayout418.xml"/><Relationship Id="rId14" Type="http://schemas.openxmlformats.org/officeDocument/2006/relationships/slideLayout" Target="../slideLayouts/slideLayout419.xml"/><Relationship Id="rId15" Type="http://schemas.openxmlformats.org/officeDocument/2006/relationships/slideLayout" Target="../slideLayouts/slideLayout420.xml"/>
</Relationships>
</file>

<file path=ppt/slideMasters/_rels/slideMaster36.xml.rels><?xml version="1.0" encoding="UTF-8"?>
<Relationships xmlns="http://schemas.openxmlformats.org/package/2006/relationships"><Relationship Id="rId1" Type="http://schemas.openxmlformats.org/officeDocument/2006/relationships/theme" Target="../theme/theme36.xml"/><Relationship Id="rId2" Type="http://schemas.openxmlformats.org/officeDocument/2006/relationships/image" Target="../media/image36.jpeg"/><Relationship Id="rId3" Type="http://schemas.openxmlformats.org/officeDocument/2006/relationships/image" Target="../media/image37.jpeg"/><Relationship Id="rId4" Type="http://schemas.openxmlformats.org/officeDocument/2006/relationships/slideLayout" Target="../slideLayouts/slideLayout421.xml"/><Relationship Id="rId5" Type="http://schemas.openxmlformats.org/officeDocument/2006/relationships/slideLayout" Target="../slideLayouts/slideLayout422.xml"/><Relationship Id="rId6" Type="http://schemas.openxmlformats.org/officeDocument/2006/relationships/slideLayout" Target="../slideLayouts/slideLayout423.xml"/><Relationship Id="rId7" Type="http://schemas.openxmlformats.org/officeDocument/2006/relationships/slideLayout" Target="../slideLayouts/slideLayout424.xml"/><Relationship Id="rId8" Type="http://schemas.openxmlformats.org/officeDocument/2006/relationships/slideLayout" Target="../slideLayouts/slideLayout425.xml"/><Relationship Id="rId9" Type="http://schemas.openxmlformats.org/officeDocument/2006/relationships/slideLayout" Target="../slideLayouts/slideLayout426.xml"/><Relationship Id="rId10" Type="http://schemas.openxmlformats.org/officeDocument/2006/relationships/slideLayout" Target="../slideLayouts/slideLayout427.xml"/><Relationship Id="rId11" Type="http://schemas.openxmlformats.org/officeDocument/2006/relationships/slideLayout" Target="../slideLayouts/slideLayout428.xml"/><Relationship Id="rId12" Type="http://schemas.openxmlformats.org/officeDocument/2006/relationships/slideLayout" Target="../slideLayouts/slideLayout429.xml"/><Relationship Id="rId13" Type="http://schemas.openxmlformats.org/officeDocument/2006/relationships/slideLayout" Target="../slideLayouts/slideLayout430.xml"/><Relationship Id="rId14" Type="http://schemas.openxmlformats.org/officeDocument/2006/relationships/slideLayout" Target="../slideLayouts/slideLayout431.xml"/><Relationship Id="rId15" Type="http://schemas.openxmlformats.org/officeDocument/2006/relationships/slideLayout" Target="../slideLayouts/slideLayout432.xml"/>
</Relationships>
</file>

<file path=ppt/slideMasters/_rels/slideMaster37.xml.rels><?xml version="1.0" encoding="UTF-8"?>
<Relationships xmlns="http://schemas.openxmlformats.org/package/2006/relationships"><Relationship Id="rId1" Type="http://schemas.openxmlformats.org/officeDocument/2006/relationships/theme" Target="../theme/theme37.xml"/><Relationship Id="rId2" Type="http://schemas.openxmlformats.org/officeDocument/2006/relationships/image" Target="../media/image38.jpeg"/><Relationship Id="rId3" Type="http://schemas.openxmlformats.org/officeDocument/2006/relationships/slideLayout" Target="../slideLayouts/slideLayout433.xml"/><Relationship Id="rId4" Type="http://schemas.openxmlformats.org/officeDocument/2006/relationships/slideLayout" Target="../slideLayouts/slideLayout434.xml"/><Relationship Id="rId5" Type="http://schemas.openxmlformats.org/officeDocument/2006/relationships/slideLayout" Target="../slideLayouts/slideLayout435.xml"/><Relationship Id="rId6" Type="http://schemas.openxmlformats.org/officeDocument/2006/relationships/slideLayout" Target="../slideLayouts/slideLayout436.xml"/><Relationship Id="rId7" Type="http://schemas.openxmlformats.org/officeDocument/2006/relationships/slideLayout" Target="../slideLayouts/slideLayout437.xml"/><Relationship Id="rId8" Type="http://schemas.openxmlformats.org/officeDocument/2006/relationships/slideLayout" Target="../slideLayouts/slideLayout438.xml"/><Relationship Id="rId9" Type="http://schemas.openxmlformats.org/officeDocument/2006/relationships/slideLayout" Target="../slideLayouts/slideLayout439.xml"/><Relationship Id="rId10" Type="http://schemas.openxmlformats.org/officeDocument/2006/relationships/slideLayout" Target="../slideLayouts/slideLayout440.xml"/><Relationship Id="rId11" Type="http://schemas.openxmlformats.org/officeDocument/2006/relationships/slideLayout" Target="../slideLayouts/slideLayout441.xml"/><Relationship Id="rId12" Type="http://schemas.openxmlformats.org/officeDocument/2006/relationships/slideLayout" Target="../slideLayouts/slideLayout442.xml"/><Relationship Id="rId13" Type="http://schemas.openxmlformats.org/officeDocument/2006/relationships/slideLayout" Target="../slideLayouts/slideLayout443.xml"/><Relationship Id="rId14" Type="http://schemas.openxmlformats.org/officeDocument/2006/relationships/slideLayout" Target="../slideLayouts/slideLayout444.xml"/>
</Relationships>
</file>

<file path=ppt/slideMasters/_rels/slideMaster38.xml.rels><?xml version="1.0" encoding="UTF-8"?>
<Relationships xmlns="http://schemas.openxmlformats.org/package/2006/relationships"><Relationship Id="rId1" Type="http://schemas.openxmlformats.org/officeDocument/2006/relationships/theme" Target="../theme/theme38.xml"/><Relationship Id="rId2" Type="http://schemas.openxmlformats.org/officeDocument/2006/relationships/image" Target="../media/image39.jpeg"/><Relationship Id="rId3" Type="http://schemas.openxmlformats.org/officeDocument/2006/relationships/slideLayout" Target="../slideLayouts/slideLayout445.xml"/><Relationship Id="rId4" Type="http://schemas.openxmlformats.org/officeDocument/2006/relationships/slideLayout" Target="../slideLayouts/slideLayout446.xml"/><Relationship Id="rId5" Type="http://schemas.openxmlformats.org/officeDocument/2006/relationships/slideLayout" Target="../slideLayouts/slideLayout447.xml"/><Relationship Id="rId6" Type="http://schemas.openxmlformats.org/officeDocument/2006/relationships/slideLayout" Target="../slideLayouts/slideLayout448.xml"/><Relationship Id="rId7" Type="http://schemas.openxmlformats.org/officeDocument/2006/relationships/slideLayout" Target="../slideLayouts/slideLayout449.xml"/><Relationship Id="rId8" Type="http://schemas.openxmlformats.org/officeDocument/2006/relationships/slideLayout" Target="../slideLayouts/slideLayout450.xml"/><Relationship Id="rId9" Type="http://schemas.openxmlformats.org/officeDocument/2006/relationships/slideLayout" Target="../slideLayouts/slideLayout451.xml"/><Relationship Id="rId10" Type="http://schemas.openxmlformats.org/officeDocument/2006/relationships/slideLayout" Target="../slideLayouts/slideLayout452.xml"/><Relationship Id="rId11" Type="http://schemas.openxmlformats.org/officeDocument/2006/relationships/slideLayout" Target="../slideLayouts/slideLayout453.xml"/><Relationship Id="rId12" Type="http://schemas.openxmlformats.org/officeDocument/2006/relationships/slideLayout" Target="../slideLayouts/slideLayout454.xml"/><Relationship Id="rId13" Type="http://schemas.openxmlformats.org/officeDocument/2006/relationships/slideLayout" Target="../slideLayouts/slideLayout455.xml"/><Relationship Id="rId14" Type="http://schemas.openxmlformats.org/officeDocument/2006/relationships/slideLayout" Target="../slideLayouts/slideLayout456.xml"/>
</Relationships>
</file>

<file path=ppt/slideMasters/_rels/slideMaster39.xml.rels><?xml version="1.0" encoding="UTF-8"?>
<Relationships xmlns="http://schemas.openxmlformats.org/package/2006/relationships"><Relationship Id="rId1" Type="http://schemas.openxmlformats.org/officeDocument/2006/relationships/theme" Target="../theme/theme39.xml"/><Relationship Id="rId2" Type="http://schemas.openxmlformats.org/officeDocument/2006/relationships/image" Target="../media/image40.jpeg"/><Relationship Id="rId3" Type="http://schemas.openxmlformats.org/officeDocument/2006/relationships/slideLayout" Target="../slideLayouts/slideLayout457.xml"/><Relationship Id="rId4" Type="http://schemas.openxmlformats.org/officeDocument/2006/relationships/slideLayout" Target="../slideLayouts/slideLayout458.xml"/><Relationship Id="rId5" Type="http://schemas.openxmlformats.org/officeDocument/2006/relationships/slideLayout" Target="../slideLayouts/slideLayout459.xml"/><Relationship Id="rId6" Type="http://schemas.openxmlformats.org/officeDocument/2006/relationships/slideLayout" Target="../slideLayouts/slideLayout460.xml"/><Relationship Id="rId7" Type="http://schemas.openxmlformats.org/officeDocument/2006/relationships/slideLayout" Target="../slideLayouts/slideLayout461.xml"/><Relationship Id="rId8" Type="http://schemas.openxmlformats.org/officeDocument/2006/relationships/slideLayout" Target="../slideLayouts/slideLayout462.xml"/><Relationship Id="rId9" Type="http://schemas.openxmlformats.org/officeDocument/2006/relationships/slideLayout" Target="../slideLayouts/slideLayout463.xml"/><Relationship Id="rId10" Type="http://schemas.openxmlformats.org/officeDocument/2006/relationships/slideLayout" Target="../slideLayouts/slideLayout464.xml"/><Relationship Id="rId11" Type="http://schemas.openxmlformats.org/officeDocument/2006/relationships/slideLayout" Target="../slideLayouts/slideLayout465.xml"/><Relationship Id="rId12" Type="http://schemas.openxmlformats.org/officeDocument/2006/relationships/slideLayout" Target="../slideLayouts/slideLayout466.xml"/><Relationship Id="rId13" Type="http://schemas.openxmlformats.org/officeDocument/2006/relationships/slideLayout" Target="../slideLayouts/slideLayout467.xml"/><Relationship Id="rId14" Type="http://schemas.openxmlformats.org/officeDocument/2006/relationships/slideLayout" Target="../slideLayouts/slideLayout468.xml"/>
</Relationships>
</file>

<file path=ppt/slideMasters/_rels/slideMaster40.xml.rels><?xml version="1.0" encoding="UTF-8"?>
<Relationships xmlns="http://schemas.openxmlformats.org/package/2006/relationships"><Relationship Id="rId1" Type="http://schemas.openxmlformats.org/officeDocument/2006/relationships/theme" Target="../theme/theme40.xml"/><Relationship Id="rId2" Type="http://schemas.openxmlformats.org/officeDocument/2006/relationships/image" Target="../media/image41.jpeg"/><Relationship Id="rId3" Type="http://schemas.openxmlformats.org/officeDocument/2006/relationships/slideLayout" Target="../slideLayouts/slideLayout469.xml"/><Relationship Id="rId4" Type="http://schemas.openxmlformats.org/officeDocument/2006/relationships/slideLayout" Target="../slideLayouts/slideLayout470.xml"/><Relationship Id="rId5" Type="http://schemas.openxmlformats.org/officeDocument/2006/relationships/slideLayout" Target="../slideLayouts/slideLayout471.xml"/><Relationship Id="rId6" Type="http://schemas.openxmlformats.org/officeDocument/2006/relationships/slideLayout" Target="../slideLayouts/slideLayout472.xml"/><Relationship Id="rId7" Type="http://schemas.openxmlformats.org/officeDocument/2006/relationships/slideLayout" Target="../slideLayouts/slideLayout473.xml"/><Relationship Id="rId8" Type="http://schemas.openxmlformats.org/officeDocument/2006/relationships/slideLayout" Target="../slideLayouts/slideLayout474.xml"/><Relationship Id="rId9" Type="http://schemas.openxmlformats.org/officeDocument/2006/relationships/slideLayout" Target="../slideLayouts/slideLayout475.xml"/><Relationship Id="rId10" Type="http://schemas.openxmlformats.org/officeDocument/2006/relationships/slideLayout" Target="../slideLayouts/slideLayout476.xml"/><Relationship Id="rId11" Type="http://schemas.openxmlformats.org/officeDocument/2006/relationships/slideLayout" Target="../slideLayouts/slideLayout477.xml"/><Relationship Id="rId12" Type="http://schemas.openxmlformats.org/officeDocument/2006/relationships/slideLayout" Target="../slideLayouts/slideLayout478.xml"/><Relationship Id="rId13" Type="http://schemas.openxmlformats.org/officeDocument/2006/relationships/slideLayout" Target="../slideLayouts/slideLayout479.xml"/><Relationship Id="rId14" Type="http://schemas.openxmlformats.org/officeDocument/2006/relationships/slideLayout" Target="../slideLayouts/slideLayout480.xml"/>
</Relationships>
</file>

<file path=ppt/slideMasters/_rels/slideMaster41.xml.rels><?xml version="1.0" encoding="UTF-8"?>
<Relationships xmlns="http://schemas.openxmlformats.org/package/2006/relationships"><Relationship Id="rId1" Type="http://schemas.openxmlformats.org/officeDocument/2006/relationships/theme" Target="../theme/theme41.xml"/><Relationship Id="rId2" Type="http://schemas.openxmlformats.org/officeDocument/2006/relationships/slideLayout" Target="../slideLayouts/slideLayout481.xml"/><Relationship Id="rId3" Type="http://schemas.openxmlformats.org/officeDocument/2006/relationships/slideLayout" Target="../slideLayouts/slideLayout482.xml"/><Relationship Id="rId4" Type="http://schemas.openxmlformats.org/officeDocument/2006/relationships/slideLayout" Target="../slideLayouts/slideLayout483.xml"/><Relationship Id="rId5" Type="http://schemas.openxmlformats.org/officeDocument/2006/relationships/slideLayout" Target="../slideLayouts/slideLayout484.xml"/><Relationship Id="rId6" Type="http://schemas.openxmlformats.org/officeDocument/2006/relationships/slideLayout" Target="../slideLayouts/slideLayout485.xml"/><Relationship Id="rId7" Type="http://schemas.openxmlformats.org/officeDocument/2006/relationships/slideLayout" Target="../slideLayouts/slideLayout486.xml"/><Relationship Id="rId8" Type="http://schemas.openxmlformats.org/officeDocument/2006/relationships/slideLayout" Target="../slideLayouts/slideLayout487.xml"/><Relationship Id="rId9" Type="http://schemas.openxmlformats.org/officeDocument/2006/relationships/slideLayout" Target="../slideLayouts/slideLayout488.xml"/><Relationship Id="rId10" Type="http://schemas.openxmlformats.org/officeDocument/2006/relationships/slideLayout" Target="../slideLayouts/slideLayout489.xml"/><Relationship Id="rId11" Type="http://schemas.openxmlformats.org/officeDocument/2006/relationships/slideLayout" Target="../slideLayouts/slideLayout490.xml"/><Relationship Id="rId12" Type="http://schemas.openxmlformats.org/officeDocument/2006/relationships/slideLayout" Target="../slideLayouts/slideLayout491.xml"/><Relationship Id="rId13" Type="http://schemas.openxmlformats.org/officeDocument/2006/relationships/slideLayout" Target="../slideLayouts/slideLayout492.xml"/>
</Relationships>
</file>

<file path=ppt/slideMasters/_rels/slideMaster42.xml.rels><?xml version="1.0" encoding="UTF-8"?>
<Relationships xmlns="http://schemas.openxmlformats.org/package/2006/relationships"><Relationship Id="rId1" Type="http://schemas.openxmlformats.org/officeDocument/2006/relationships/theme" Target="../theme/theme42.xml"/><Relationship Id="rId2" Type="http://schemas.openxmlformats.org/officeDocument/2006/relationships/image" Target="../media/image42.jpeg"/><Relationship Id="rId3" Type="http://schemas.openxmlformats.org/officeDocument/2006/relationships/slideLayout" Target="../slideLayouts/slideLayout493.xml"/><Relationship Id="rId4" Type="http://schemas.openxmlformats.org/officeDocument/2006/relationships/slideLayout" Target="../slideLayouts/slideLayout494.xml"/><Relationship Id="rId5" Type="http://schemas.openxmlformats.org/officeDocument/2006/relationships/slideLayout" Target="../slideLayouts/slideLayout495.xml"/><Relationship Id="rId6" Type="http://schemas.openxmlformats.org/officeDocument/2006/relationships/slideLayout" Target="../slideLayouts/slideLayout496.xml"/><Relationship Id="rId7" Type="http://schemas.openxmlformats.org/officeDocument/2006/relationships/slideLayout" Target="../slideLayouts/slideLayout497.xml"/><Relationship Id="rId8" Type="http://schemas.openxmlformats.org/officeDocument/2006/relationships/slideLayout" Target="../slideLayouts/slideLayout498.xml"/><Relationship Id="rId9" Type="http://schemas.openxmlformats.org/officeDocument/2006/relationships/slideLayout" Target="../slideLayouts/slideLayout499.xml"/><Relationship Id="rId10" Type="http://schemas.openxmlformats.org/officeDocument/2006/relationships/slideLayout" Target="../slideLayouts/slideLayout500.xml"/><Relationship Id="rId11" Type="http://schemas.openxmlformats.org/officeDocument/2006/relationships/slideLayout" Target="../slideLayouts/slideLayout501.xml"/><Relationship Id="rId12" Type="http://schemas.openxmlformats.org/officeDocument/2006/relationships/slideLayout" Target="../slideLayouts/slideLayout502.xml"/><Relationship Id="rId13" Type="http://schemas.openxmlformats.org/officeDocument/2006/relationships/slideLayout" Target="../slideLayouts/slideLayout503.xml"/><Relationship Id="rId14" Type="http://schemas.openxmlformats.org/officeDocument/2006/relationships/slideLayout" Target="../slideLayouts/slideLayout504.xml"/>
</Relationships>
</file>

<file path=ppt/slideMasters/_rels/slideMaster43.xml.rels><?xml version="1.0" encoding="UTF-8"?>
<Relationships xmlns="http://schemas.openxmlformats.org/package/2006/relationships"><Relationship Id="rId1" Type="http://schemas.openxmlformats.org/officeDocument/2006/relationships/theme" Target="../theme/theme43.xml"/><Relationship Id="rId2" Type="http://schemas.openxmlformats.org/officeDocument/2006/relationships/image" Target="../media/image43.jpeg"/><Relationship Id="rId3" Type="http://schemas.openxmlformats.org/officeDocument/2006/relationships/slideLayout" Target="../slideLayouts/slideLayout505.xml"/><Relationship Id="rId4" Type="http://schemas.openxmlformats.org/officeDocument/2006/relationships/slideLayout" Target="../slideLayouts/slideLayout506.xml"/><Relationship Id="rId5" Type="http://schemas.openxmlformats.org/officeDocument/2006/relationships/slideLayout" Target="../slideLayouts/slideLayout507.xml"/><Relationship Id="rId6" Type="http://schemas.openxmlformats.org/officeDocument/2006/relationships/slideLayout" Target="../slideLayouts/slideLayout508.xml"/><Relationship Id="rId7" Type="http://schemas.openxmlformats.org/officeDocument/2006/relationships/slideLayout" Target="../slideLayouts/slideLayout509.xml"/><Relationship Id="rId8" Type="http://schemas.openxmlformats.org/officeDocument/2006/relationships/slideLayout" Target="../slideLayouts/slideLayout510.xml"/><Relationship Id="rId9" Type="http://schemas.openxmlformats.org/officeDocument/2006/relationships/slideLayout" Target="../slideLayouts/slideLayout511.xml"/><Relationship Id="rId10" Type="http://schemas.openxmlformats.org/officeDocument/2006/relationships/slideLayout" Target="../slideLayouts/slideLayout512.xml"/><Relationship Id="rId11" Type="http://schemas.openxmlformats.org/officeDocument/2006/relationships/slideLayout" Target="../slideLayouts/slideLayout513.xml"/><Relationship Id="rId12" Type="http://schemas.openxmlformats.org/officeDocument/2006/relationships/slideLayout" Target="../slideLayouts/slideLayout514.xml"/><Relationship Id="rId13" Type="http://schemas.openxmlformats.org/officeDocument/2006/relationships/slideLayout" Target="../slideLayouts/slideLayout515.xml"/><Relationship Id="rId14" Type="http://schemas.openxmlformats.org/officeDocument/2006/relationships/slideLayout" Target="../slideLayouts/slideLayout516.xml"/>
</Relationships>
</file>

<file path=ppt/slideMasters/_rels/slideMaster44.xml.rels><?xml version="1.0" encoding="UTF-8"?>
<Relationships xmlns="http://schemas.openxmlformats.org/package/2006/relationships"><Relationship Id="rId1" Type="http://schemas.openxmlformats.org/officeDocument/2006/relationships/theme" Target="../theme/theme44.xml"/><Relationship Id="rId2" Type="http://schemas.openxmlformats.org/officeDocument/2006/relationships/image" Target="../media/image44.jpeg"/><Relationship Id="rId3" Type="http://schemas.openxmlformats.org/officeDocument/2006/relationships/image" Target="../media/image45.jpeg"/><Relationship Id="rId4" Type="http://schemas.openxmlformats.org/officeDocument/2006/relationships/slideLayout" Target="../slideLayouts/slideLayout517.xml"/><Relationship Id="rId5" Type="http://schemas.openxmlformats.org/officeDocument/2006/relationships/slideLayout" Target="../slideLayouts/slideLayout518.xml"/><Relationship Id="rId6" Type="http://schemas.openxmlformats.org/officeDocument/2006/relationships/slideLayout" Target="../slideLayouts/slideLayout519.xml"/><Relationship Id="rId7" Type="http://schemas.openxmlformats.org/officeDocument/2006/relationships/slideLayout" Target="../slideLayouts/slideLayout520.xml"/><Relationship Id="rId8" Type="http://schemas.openxmlformats.org/officeDocument/2006/relationships/slideLayout" Target="../slideLayouts/slideLayout521.xml"/><Relationship Id="rId9" Type="http://schemas.openxmlformats.org/officeDocument/2006/relationships/slideLayout" Target="../slideLayouts/slideLayout522.xml"/><Relationship Id="rId10" Type="http://schemas.openxmlformats.org/officeDocument/2006/relationships/slideLayout" Target="../slideLayouts/slideLayout523.xml"/><Relationship Id="rId11" Type="http://schemas.openxmlformats.org/officeDocument/2006/relationships/slideLayout" Target="../slideLayouts/slideLayout524.xml"/><Relationship Id="rId12" Type="http://schemas.openxmlformats.org/officeDocument/2006/relationships/slideLayout" Target="../slideLayouts/slideLayout525.xml"/><Relationship Id="rId13" Type="http://schemas.openxmlformats.org/officeDocument/2006/relationships/slideLayout" Target="../slideLayouts/slideLayout526.xml"/><Relationship Id="rId14" Type="http://schemas.openxmlformats.org/officeDocument/2006/relationships/slideLayout" Target="../slideLayouts/slideLayout527.xml"/><Relationship Id="rId15" Type="http://schemas.openxmlformats.org/officeDocument/2006/relationships/slideLayout" Target="../slideLayouts/slideLayout528.xml"/>
</Relationships>
</file>

<file path=ppt/slideMasters/_rels/slideMaster45.xml.rels><?xml version="1.0" encoding="UTF-8"?>
<Relationships xmlns="http://schemas.openxmlformats.org/package/2006/relationships"><Relationship Id="rId1" Type="http://schemas.openxmlformats.org/officeDocument/2006/relationships/theme" Target="../theme/theme45.xml"/><Relationship Id="rId2" Type="http://schemas.openxmlformats.org/officeDocument/2006/relationships/image" Target="../media/image46.jpeg"/><Relationship Id="rId3" Type="http://schemas.openxmlformats.org/officeDocument/2006/relationships/slideLayout" Target="../slideLayouts/slideLayout529.xml"/><Relationship Id="rId4" Type="http://schemas.openxmlformats.org/officeDocument/2006/relationships/slideLayout" Target="../slideLayouts/slideLayout530.xml"/><Relationship Id="rId5" Type="http://schemas.openxmlformats.org/officeDocument/2006/relationships/slideLayout" Target="../slideLayouts/slideLayout531.xml"/><Relationship Id="rId6" Type="http://schemas.openxmlformats.org/officeDocument/2006/relationships/slideLayout" Target="../slideLayouts/slideLayout532.xml"/><Relationship Id="rId7" Type="http://schemas.openxmlformats.org/officeDocument/2006/relationships/slideLayout" Target="../slideLayouts/slideLayout533.xml"/><Relationship Id="rId8" Type="http://schemas.openxmlformats.org/officeDocument/2006/relationships/slideLayout" Target="../slideLayouts/slideLayout534.xml"/><Relationship Id="rId9" Type="http://schemas.openxmlformats.org/officeDocument/2006/relationships/slideLayout" Target="../slideLayouts/slideLayout535.xml"/><Relationship Id="rId10" Type="http://schemas.openxmlformats.org/officeDocument/2006/relationships/slideLayout" Target="../slideLayouts/slideLayout536.xml"/><Relationship Id="rId11" Type="http://schemas.openxmlformats.org/officeDocument/2006/relationships/slideLayout" Target="../slideLayouts/slideLayout537.xml"/><Relationship Id="rId12" Type="http://schemas.openxmlformats.org/officeDocument/2006/relationships/slideLayout" Target="../slideLayouts/slideLayout538.xml"/><Relationship Id="rId13" Type="http://schemas.openxmlformats.org/officeDocument/2006/relationships/slideLayout" Target="../slideLayouts/slideLayout539.xml"/><Relationship Id="rId14" Type="http://schemas.openxmlformats.org/officeDocument/2006/relationships/slideLayout" Target="../slideLayouts/slideLayout540.xml"/>
</Relationships>
</file>

<file path=ppt/slideMasters/_rels/slideMaster46.xml.rels><?xml version="1.0" encoding="UTF-8"?>
<Relationships xmlns="http://schemas.openxmlformats.org/package/2006/relationships"><Relationship Id="rId1" Type="http://schemas.openxmlformats.org/officeDocument/2006/relationships/theme" Target="../theme/theme46.xml"/><Relationship Id="rId2" Type="http://schemas.openxmlformats.org/officeDocument/2006/relationships/image" Target="../media/image47.jpeg"/><Relationship Id="rId3" Type="http://schemas.openxmlformats.org/officeDocument/2006/relationships/slideLayout" Target="../slideLayouts/slideLayout541.xml"/><Relationship Id="rId4" Type="http://schemas.openxmlformats.org/officeDocument/2006/relationships/slideLayout" Target="../slideLayouts/slideLayout542.xml"/><Relationship Id="rId5" Type="http://schemas.openxmlformats.org/officeDocument/2006/relationships/slideLayout" Target="../slideLayouts/slideLayout543.xml"/><Relationship Id="rId6" Type="http://schemas.openxmlformats.org/officeDocument/2006/relationships/slideLayout" Target="../slideLayouts/slideLayout544.xml"/><Relationship Id="rId7" Type="http://schemas.openxmlformats.org/officeDocument/2006/relationships/slideLayout" Target="../slideLayouts/slideLayout545.xml"/><Relationship Id="rId8" Type="http://schemas.openxmlformats.org/officeDocument/2006/relationships/slideLayout" Target="../slideLayouts/slideLayout546.xml"/><Relationship Id="rId9" Type="http://schemas.openxmlformats.org/officeDocument/2006/relationships/slideLayout" Target="../slideLayouts/slideLayout547.xml"/><Relationship Id="rId10" Type="http://schemas.openxmlformats.org/officeDocument/2006/relationships/slideLayout" Target="../slideLayouts/slideLayout548.xml"/><Relationship Id="rId11" Type="http://schemas.openxmlformats.org/officeDocument/2006/relationships/slideLayout" Target="../slideLayouts/slideLayout549.xml"/><Relationship Id="rId12" Type="http://schemas.openxmlformats.org/officeDocument/2006/relationships/slideLayout" Target="../slideLayouts/slideLayout550.xml"/><Relationship Id="rId13" Type="http://schemas.openxmlformats.org/officeDocument/2006/relationships/slideLayout" Target="../slideLayouts/slideLayout551.xml"/><Relationship Id="rId14" Type="http://schemas.openxmlformats.org/officeDocument/2006/relationships/slideLayout" Target="../slideLayouts/slideLayout552.xml"/>
</Relationships>
</file>

<file path=ppt/slideMasters/_rels/slideMaster47.xml.rels><?xml version="1.0" encoding="UTF-8"?>
<Relationships xmlns="http://schemas.openxmlformats.org/package/2006/relationships"><Relationship Id="rId1" Type="http://schemas.openxmlformats.org/officeDocument/2006/relationships/theme" Target="../theme/theme47.xml"/><Relationship Id="rId2" Type="http://schemas.openxmlformats.org/officeDocument/2006/relationships/image" Target="../media/image48.jpeg"/><Relationship Id="rId3" Type="http://schemas.openxmlformats.org/officeDocument/2006/relationships/slideLayout" Target="../slideLayouts/slideLayout553.xml"/><Relationship Id="rId4" Type="http://schemas.openxmlformats.org/officeDocument/2006/relationships/slideLayout" Target="../slideLayouts/slideLayout554.xml"/><Relationship Id="rId5" Type="http://schemas.openxmlformats.org/officeDocument/2006/relationships/slideLayout" Target="../slideLayouts/slideLayout555.xml"/><Relationship Id="rId6" Type="http://schemas.openxmlformats.org/officeDocument/2006/relationships/slideLayout" Target="../slideLayouts/slideLayout556.xml"/><Relationship Id="rId7" Type="http://schemas.openxmlformats.org/officeDocument/2006/relationships/slideLayout" Target="../slideLayouts/slideLayout557.xml"/><Relationship Id="rId8" Type="http://schemas.openxmlformats.org/officeDocument/2006/relationships/slideLayout" Target="../slideLayouts/slideLayout558.xml"/><Relationship Id="rId9" Type="http://schemas.openxmlformats.org/officeDocument/2006/relationships/slideLayout" Target="../slideLayouts/slideLayout559.xml"/><Relationship Id="rId10" Type="http://schemas.openxmlformats.org/officeDocument/2006/relationships/slideLayout" Target="../slideLayouts/slideLayout560.xml"/><Relationship Id="rId11" Type="http://schemas.openxmlformats.org/officeDocument/2006/relationships/slideLayout" Target="../slideLayouts/slideLayout561.xml"/><Relationship Id="rId12" Type="http://schemas.openxmlformats.org/officeDocument/2006/relationships/slideLayout" Target="../slideLayouts/slideLayout562.xml"/><Relationship Id="rId13" Type="http://schemas.openxmlformats.org/officeDocument/2006/relationships/slideLayout" Target="../slideLayouts/slideLayout563.xml"/><Relationship Id="rId14" Type="http://schemas.openxmlformats.org/officeDocument/2006/relationships/slideLayout" Target="../slideLayouts/slideLayout564.xml"/>
</Relationships>
</file>

<file path=ppt/slideMasters/_rels/slideMaster48.xml.rels><?xml version="1.0" encoding="UTF-8"?>
<Relationships xmlns="http://schemas.openxmlformats.org/package/2006/relationships"><Relationship Id="rId1" Type="http://schemas.openxmlformats.org/officeDocument/2006/relationships/theme" Target="../theme/theme48.xml"/><Relationship Id="rId2" Type="http://schemas.openxmlformats.org/officeDocument/2006/relationships/image" Target="../media/image49.jpeg"/><Relationship Id="rId3" Type="http://schemas.openxmlformats.org/officeDocument/2006/relationships/slideLayout" Target="../slideLayouts/slideLayout565.xml"/><Relationship Id="rId4" Type="http://schemas.openxmlformats.org/officeDocument/2006/relationships/slideLayout" Target="../slideLayouts/slideLayout566.xml"/><Relationship Id="rId5" Type="http://schemas.openxmlformats.org/officeDocument/2006/relationships/slideLayout" Target="../slideLayouts/slideLayout567.xml"/><Relationship Id="rId6" Type="http://schemas.openxmlformats.org/officeDocument/2006/relationships/slideLayout" Target="../slideLayouts/slideLayout568.xml"/><Relationship Id="rId7" Type="http://schemas.openxmlformats.org/officeDocument/2006/relationships/slideLayout" Target="../slideLayouts/slideLayout569.xml"/><Relationship Id="rId8" Type="http://schemas.openxmlformats.org/officeDocument/2006/relationships/slideLayout" Target="../slideLayouts/slideLayout570.xml"/><Relationship Id="rId9" Type="http://schemas.openxmlformats.org/officeDocument/2006/relationships/slideLayout" Target="../slideLayouts/slideLayout571.xml"/><Relationship Id="rId10" Type="http://schemas.openxmlformats.org/officeDocument/2006/relationships/slideLayout" Target="../slideLayouts/slideLayout572.xml"/><Relationship Id="rId11" Type="http://schemas.openxmlformats.org/officeDocument/2006/relationships/slideLayout" Target="../slideLayouts/slideLayout573.xml"/><Relationship Id="rId12" Type="http://schemas.openxmlformats.org/officeDocument/2006/relationships/slideLayout" Target="../slideLayouts/slideLayout574.xml"/><Relationship Id="rId13" Type="http://schemas.openxmlformats.org/officeDocument/2006/relationships/slideLayout" Target="../slideLayouts/slideLayout575.xml"/><Relationship Id="rId14" Type="http://schemas.openxmlformats.org/officeDocument/2006/relationships/slideLayout" Target="../slideLayouts/slideLayout576.xml"/>
</Relationships>
</file>

<file path=ppt/slideMasters/_rels/slideMaster49.xml.rels><?xml version="1.0" encoding="UTF-8"?>
<Relationships xmlns="http://schemas.openxmlformats.org/package/2006/relationships"><Relationship Id="rId1" Type="http://schemas.openxmlformats.org/officeDocument/2006/relationships/theme" Target="../theme/theme49.xml"/><Relationship Id="rId2" Type="http://schemas.openxmlformats.org/officeDocument/2006/relationships/slideLayout" Target="../slideLayouts/slideLayout577.xml"/><Relationship Id="rId3" Type="http://schemas.openxmlformats.org/officeDocument/2006/relationships/slideLayout" Target="../slideLayouts/slideLayout578.xml"/><Relationship Id="rId4" Type="http://schemas.openxmlformats.org/officeDocument/2006/relationships/slideLayout" Target="../slideLayouts/slideLayout579.xml"/><Relationship Id="rId5" Type="http://schemas.openxmlformats.org/officeDocument/2006/relationships/slideLayout" Target="../slideLayouts/slideLayout580.xml"/><Relationship Id="rId6" Type="http://schemas.openxmlformats.org/officeDocument/2006/relationships/slideLayout" Target="../slideLayouts/slideLayout581.xml"/><Relationship Id="rId7" Type="http://schemas.openxmlformats.org/officeDocument/2006/relationships/slideLayout" Target="../slideLayouts/slideLayout582.xml"/><Relationship Id="rId8" Type="http://schemas.openxmlformats.org/officeDocument/2006/relationships/slideLayout" Target="../slideLayouts/slideLayout583.xml"/><Relationship Id="rId9" Type="http://schemas.openxmlformats.org/officeDocument/2006/relationships/slideLayout" Target="../slideLayouts/slideLayout584.xml"/><Relationship Id="rId10" Type="http://schemas.openxmlformats.org/officeDocument/2006/relationships/slideLayout" Target="../slideLayouts/slideLayout585.xml"/><Relationship Id="rId11" Type="http://schemas.openxmlformats.org/officeDocument/2006/relationships/slideLayout" Target="../slideLayouts/slideLayout586.xml"/><Relationship Id="rId12" Type="http://schemas.openxmlformats.org/officeDocument/2006/relationships/slideLayout" Target="../slideLayouts/slideLayout587.xml"/><Relationship Id="rId13" Type="http://schemas.openxmlformats.org/officeDocument/2006/relationships/slideLayout" Target="../slideLayouts/slideLayout588.xml"/>
</Relationships>
</file>

<file path=ppt/slideMasters/_rels/slideMaster50.xml.rels><?xml version="1.0" encoding="UTF-8"?>
<Relationships xmlns="http://schemas.openxmlformats.org/package/2006/relationships"><Relationship Id="rId1" Type="http://schemas.openxmlformats.org/officeDocument/2006/relationships/theme" Target="../theme/theme50.xml"/><Relationship Id="rId2" Type="http://schemas.openxmlformats.org/officeDocument/2006/relationships/image" Target="../media/image50.jpeg"/><Relationship Id="rId3" Type="http://schemas.openxmlformats.org/officeDocument/2006/relationships/slideLayout" Target="../slideLayouts/slideLayout589.xml"/><Relationship Id="rId4" Type="http://schemas.openxmlformats.org/officeDocument/2006/relationships/slideLayout" Target="../slideLayouts/slideLayout590.xml"/><Relationship Id="rId5" Type="http://schemas.openxmlformats.org/officeDocument/2006/relationships/slideLayout" Target="../slideLayouts/slideLayout591.xml"/><Relationship Id="rId6" Type="http://schemas.openxmlformats.org/officeDocument/2006/relationships/slideLayout" Target="../slideLayouts/slideLayout592.xml"/><Relationship Id="rId7" Type="http://schemas.openxmlformats.org/officeDocument/2006/relationships/slideLayout" Target="../slideLayouts/slideLayout593.xml"/><Relationship Id="rId8" Type="http://schemas.openxmlformats.org/officeDocument/2006/relationships/slideLayout" Target="../slideLayouts/slideLayout594.xml"/><Relationship Id="rId9" Type="http://schemas.openxmlformats.org/officeDocument/2006/relationships/slideLayout" Target="../slideLayouts/slideLayout595.xml"/><Relationship Id="rId10" Type="http://schemas.openxmlformats.org/officeDocument/2006/relationships/slideLayout" Target="../slideLayouts/slideLayout596.xml"/><Relationship Id="rId11" Type="http://schemas.openxmlformats.org/officeDocument/2006/relationships/slideLayout" Target="../slideLayouts/slideLayout597.xml"/><Relationship Id="rId12" Type="http://schemas.openxmlformats.org/officeDocument/2006/relationships/slideLayout" Target="../slideLayouts/slideLayout598.xml"/><Relationship Id="rId13" Type="http://schemas.openxmlformats.org/officeDocument/2006/relationships/slideLayout" Target="../slideLayouts/slideLayout599.xml"/><Relationship Id="rId14" Type="http://schemas.openxmlformats.org/officeDocument/2006/relationships/slideLayout" Target="../slideLayouts/slideLayout600.xml"/>
</Relationships>
</file>

<file path=ppt/slideMasters/_rels/slideMaster51.xml.rels><?xml version="1.0" encoding="UTF-8"?>
<Relationships xmlns="http://schemas.openxmlformats.org/package/2006/relationships"><Relationship Id="rId1" Type="http://schemas.openxmlformats.org/officeDocument/2006/relationships/theme" Target="../theme/theme51.xml"/><Relationship Id="rId2" Type="http://schemas.openxmlformats.org/officeDocument/2006/relationships/image" Target="../media/image51.jpeg"/><Relationship Id="rId3" Type="http://schemas.openxmlformats.org/officeDocument/2006/relationships/slideLayout" Target="../slideLayouts/slideLayout601.xml"/><Relationship Id="rId4" Type="http://schemas.openxmlformats.org/officeDocument/2006/relationships/slideLayout" Target="../slideLayouts/slideLayout602.xml"/><Relationship Id="rId5" Type="http://schemas.openxmlformats.org/officeDocument/2006/relationships/slideLayout" Target="../slideLayouts/slideLayout603.xml"/><Relationship Id="rId6" Type="http://schemas.openxmlformats.org/officeDocument/2006/relationships/slideLayout" Target="../slideLayouts/slideLayout604.xml"/><Relationship Id="rId7" Type="http://schemas.openxmlformats.org/officeDocument/2006/relationships/slideLayout" Target="../slideLayouts/slideLayout605.xml"/><Relationship Id="rId8" Type="http://schemas.openxmlformats.org/officeDocument/2006/relationships/slideLayout" Target="../slideLayouts/slideLayout606.xml"/><Relationship Id="rId9" Type="http://schemas.openxmlformats.org/officeDocument/2006/relationships/slideLayout" Target="../slideLayouts/slideLayout607.xml"/><Relationship Id="rId10" Type="http://schemas.openxmlformats.org/officeDocument/2006/relationships/slideLayout" Target="../slideLayouts/slideLayout608.xml"/><Relationship Id="rId11" Type="http://schemas.openxmlformats.org/officeDocument/2006/relationships/slideLayout" Target="../slideLayouts/slideLayout609.xml"/><Relationship Id="rId12" Type="http://schemas.openxmlformats.org/officeDocument/2006/relationships/slideLayout" Target="../slideLayouts/slideLayout610.xml"/><Relationship Id="rId13" Type="http://schemas.openxmlformats.org/officeDocument/2006/relationships/slideLayout" Target="../slideLayouts/slideLayout611.xml"/><Relationship Id="rId14" Type="http://schemas.openxmlformats.org/officeDocument/2006/relationships/slideLayout" Target="../slideLayouts/slideLayout612.xml"/>
</Relationships>
</file>

<file path=ppt/slideMasters/_rels/slideMaster52.xml.rels><?xml version="1.0" encoding="UTF-8"?>
<Relationships xmlns="http://schemas.openxmlformats.org/package/2006/relationships"><Relationship Id="rId1" Type="http://schemas.openxmlformats.org/officeDocument/2006/relationships/theme" Target="../theme/theme52.xml"/><Relationship Id="rId2" Type="http://schemas.openxmlformats.org/officeDocument/2006/relationships/image" Target="../media/image52.jpeg"/><Relationship Id="rId3" Type="http://schemas.openxmlformats.org/officeDocument/2006/relationships/image" Target="../media/image53.jpeg"/><Relationship Id="rId4" Type="http://schemas.openxmlformats.org/officeDocument/2006/relationships/slideLayout" Target="../slideLayouts/slideLayout613.xml"/><Relationship Id="rId5" Type="http://schemas.openxmlformats.org/officeDocument/2006/relationships/slideLayout" Target="../slideLayouts/slideLayout614.xml"/><Relationship Id="rId6" Type="http://schemas.openxmlformats.org/officeDocument/2006/relationships/slideLayout" Target="../slideLayouts/slideLayout615.xml"/><Relationship Id="rId7" Type="http://schemas.openxmlformats.org/officeDocument/2006/relationships/slideLayout" Target="../slideLayouts/slideLayout616.xml"/><Relationship Id="rId8" Type="http://schemas.openxmlformats.org/officeDocument/2006/relationships/slideLayout" Target="../slideLayouts/slideLayout617.xml"/><Relationship Id="rId9" Type="http://schemas.openxmlformats.org/officeDocument/2006/relationships/slideLayout" Target="../slideLayouts/slideLayout618.xml"/><Relationship Id="rId10" Type="http://schemas.openxmlformats.org/officeDocument/2006/relationships/slideLayout" Target="../slideLayouts/slideLayout619.xml"/><Relationship Id="rId11" Type="http://schemas.openxmlformats.org/officeDocument/2006/relationships/slideLayout" Target="../slideLayouts/slideLayout620.xml"/><Relationship Id="rId12" Type="http://schemas.openxmlformats.org/officeDocument/2006/relationships/slideLayout" Target="../slideLayouts/slideLayout621.xml"/><Relationship Id="rId13" Type="http://schemas.openxmlformats.org/officeDocument/2006/relationships/slideLayout" Target="../slideLayouts/slideLayout622.xml"/><Relationship Id="rId14" Type="http://schemas.openxmlformats.org/officeDocument/2006/relationships/slideLayout" Target="../slideLayouts/slideLayout623.xml"/><Relationship Id="rId15" Type="http://schemas.openxmlformats.org/officeDocument/2006/relationships/slideLayout" Target="../slideLayouts/slideLayout624.xml"/>
</Relationships>
</file>

<file path=ppt/slideMasters/_rels/slideMaster53.xml.rels><?xml version="1.0" encoding="UTF-8"?>
<Relationships xmlns="http://schemas.openxmlformats.org/package/2006/relationships"><Relationship Id="rId1" Type="http://schemas.openxmlformats.org/officeDocument/2006/relationships/theme" Target="../theme/theme53.xml"/><Relationship Id="rId2" Type="http://schemas.openxmlformats.org/officeDocument/2006/relationships/image" Target="../media/image54.jpeg"/><Relationship Id="rId3" Type="http://schemas.openxmlformats.org/officeDocument/2006/relationships/slideLayout" Target="../slideLayouts/slideLayout625.xml"/><Relationship Id="rId4" Type="http://schemas.openxmlformats.org/officeDocument/2006/relationships/slideLayout" Target="../slideLayouts/slideLayout626.xml"/><Relationship Id="rId5" Type="http://schemas.openxmlformats.org/officeDocument/2006/relationships/slideLayout" Target="../slideLayouts/slideLayout627.xml"/><Relationship Id="rId6" Type="http://schemas.openxmlformats.org/officeDocument/2006/relationships/slideLayout" Target="../slideLayouts/slideLayout628.xml"/><Relationship Id="rId7" Type="http://schemas.openxmlformats.org/officeDocument/2006/relationships/slideLayout" Target="../slideLayouts/slideLayout629.xml"/><Relationship Id="rId8" Type="http://schemas.openxmlformats.org/officeDocument/2006/relationships/slideLayout" Target="../slideLayouts/slideLayout630.xml"/><Relationship Id="rId9" Type="http://schemas.openxmlformats.org/officeDocument/2006/relationships/slideLayout" Target="../slideLayouts/slideLayout631.xml"/><Relationship Id="rId10" Type="http://schemas.openxmlformats.org/officeDocument/2006/relationships/slideLayout" Target="../slideLayouts/slideLayout632.xml"/><Relationship Id="rId11" Type="http://schemas.openxmlformats.org/officeDocument/2006/relationships/slideLayout" Target="../slideLayouts/slideLayout633.xml"/><Relationship Id="rId12" Type="http://schemas.openxmlformats.org/officeDocument/2006/relationships/slideLayout" Target="../slideLayouts/slideLayout634.xml"/><Relationship Id="rId13" Type="http://schemas.openxmlformats.org/officeDocument/2006/relationships/slideLayout" Target="../slideLayouts/slideLayout635.xml"/><Relationship Id="rId14" Type="http://schemas.openxmlformats.org/officeDocument/2006/relationships/slideLayout" Target="../slideLayouts/slideLayout636.xml"/>
</Relationships>
</file>

<file path=ppt/slideMasters/_rels/slideMaster54.xml.rels><?xml version="1.0" encoding="UTF-8"?>
<Relationships xmlns="http://schemas.openxmlformats.org/package/2006/relationships"><Relationship Id="rId1" Type="http://schemas.openxmlformats.org/officeDocument/2006/relationships/theme" Target="../theme/theme54.xml"/><Relationship Id="rId2" Type="http://schemas.openxmlformats.org/officeDocument/2006/relationships/image" Target="../media/image55.jpeg"/><Relationship Id="rId3" Type="http://schemas.openxmlformats.org/officeDocument/2006/relationships/slideLayout" Target="../slideLayouts/slideLayout637.xml"/><Relationship Id="rId4" Type="http://schemas.openxmlformats.org/officeDocument/2006/relationships/slideLayout" Target="../slideLayouts/slideLayout638.xml"/><Relationship Id="rId5" Type="http://schemas.openxmlformats.org/officeDocument/2006/relationships/slideLayout" Target="../slideLayouts/slideLayout639.xml"/><Relationship Id="rId6" Type="http://schemas.openxmlformats.org/officeDocument/2006/relationships/slideLayout" Target="../slideLayouts/slideLayout640.xml"/><Relationship Id="rId7" Type="http://schemas.openxmlformats.org/officeDocument/2006/relationships/slideLayout" Target="../slideLayouts/slideLayout641.xml"/><Relationship Id="rId8" Type="http://schemas.openxmlformats.org/officeDocument/2006/relationships/slideLayout" Target="../slideLayouts/slideLayout642.xml"/><Relationship Id="rId9" Type="http://schemas.openxmlformats.org/officeDocument/2006/relationships/slideLayout" Target="../slideLayouts/slideLayout643.xml"/><Relationship Id="rId10" Type="http://schemas.openxmlformats.org/officeDocument/2006/relationships/slideLayout" Target="../slideLayouts/slideLayout644.xml"/><Relationship Id="rId11" Type="http://schemas.openxmlformats.org/officeDocument/2006/relationships/slideLayout" Target="../slideLayouts/slideLayout645.xml"/><Relationship Id="rId12" Type="http://schemas.openxmlformats.org/officeDocument/2006/relationships/slideLayout" Target="../slideLayouts/slideLayout646.xml"/><Relationship Id="rId13" Type="http://schemas.openxmlformats.org/officeDocument/2006/relationships/slideLayout" Target="../slideLayouts/slideLayout647.xml"/><Relationship Id="rId14" Type="http://schemas.openxmlformats.org/officeDocument/2006/relationships/slideLayout" Target="../slideLayouts/slideLayout648.xml"/>
</Relationships>
</file>

<file path=ppt/slideMasters/_rels/slideMaster55.xml.rels><?xml version="1.0" encoding="UTF-8"?>
<Relationships xmlns="http://schemas.openxmlformats.org/package/2006/relationships"><Relationship Id="rId1" Type="http://schemas.openxmlformats.org/officeDocument/2006/relationships/theme" Target="../theme/theme55.xml"/><Relationship Id="rId2" Type="http://schemas.openxmlformats.org/officeDocument/2006/relationships/image" Target="../media/image56.jpeg"/><Relationship Id="rId3" Type="http://schemas.openxmlformats.org/officeDocument/2006/relationships/slideLayout" Target="../slideLayouts/slideLayout649.xml"/><Relationship Id="rId4" Type="http://schemas.openxmlformats.org/officeDocument/2006/relationships/slideLayout" Target="../slideLayouts/slideLayout650.xml"/><Relationship Id="rId5" Type="http://schemas.openxmlformats.org/officeDocument/2006/relationships/slideLayout" Target="../slideLayouts/slideLayout651.xml"/><Relationship Id="rId6" Type="http://schemas.openxmlformats.org/officeDocument/2006/relationships/slideLayout" Target="../slideLayouts/slideLayout652.xml"/><Relationship Id="rId7" Type="http://schemas.openxmlformats.org/officeDocument/2006/relationships/slideLayout" Target="../slideLayouts/slideLayout653.xml"/><Relationship Id="rId8" Type="http://schemas.openxmlformats.org/officeDocument/2006/relationships/slideLayout" Target="../slideLayouts/slideLayout654.xml"/><Relationship Id="rId9" Type="http://schemas.openxmlformats.org/officeDocument/2006/relationships/slideLayout" Target="../slideLayouts/slideLayout655.xml"/><Relationship Id="rId10" Type="http://schemas.openxmlformats.org/officeDocument/2006/relationships/slideLayout" Target="../slideLayouts/slideLayout656.xml"/><Relationship Id="rId11" Type="http://schemas.openxmlformats.org/officeDocument/2006/relationships/slideLayout" Target="../slideLayouts/slideLayout657.xml"/><Relationship Id="rId12" Type="http://schemas.openxmlformats.org/officeDocument/2006/relationships/slideLayout" Target="../slideLayouts/slideLayout658.xml"/><Relationship Id="rId13" Type="http://schemas.openxmlformats.org/officeDocument/2006/relationships/slideLayout" Target="../slideLayouts/slideLayout659.xml"/><Relationship Id="rId14" Type="http://schemas.openxmlformats.org/officeDocument/2006/relationships/slideLayout" Target="../slideLayouts/slideLayout660.xml"/>
</Relationships>
</file>

<file path=ppt/slideMasters/_rels/slideMaster56.xml.rels><?xml version="1.0" encoding="UTF-8"?>
<Relationships xmlns="http://schemas.openxmlformats.org/package/2006/relationships"><Relationship Id="rId1" Type="http://schemas.openxmlformats.org/officeDocument/2006/relationships/theme" Target="../theme/theme56.xml"/><Relationship Id="rId2" Type="http://schemas.openxmlformats.org/officeDocument/2006/relationships/image" Target="../media/image57.jpeg"/><Relationship Id="rId3" Type="http://schemas.openxmlformats.org/officeDocument/2006/relationships/slideLayout" Target="../slideLayouts/slideLayout661.xml"/><Relationship Id="rId4" Type="http://schemas.openxmlformats.org/officeDocument/2006/relationships/slideLayout" Target="../slideLayouts/slideLayout662.xml"/><Relationship Id="rId5" Type="http://schemas.openxmlformats.org/officeDocument/2006/relationships/slideLayout" Target="../slideLayouts/slideLayout663.xml"/><Relationship Id="rId6" Type="http://schemas.openxmlformats.org/officeDocument/2006/relationships/slideLayout" Target="../slideLayouts/slideLayout664.xml"/><Relationship Id="rId7" Type="http://schemas.openxmlformats.org/officeDocument/2006/relationships/slideLayout" Target="../slideLayouts/slideLayout665.xml"/><Relationship Id="rId8" Type="http://schemas.openxmlformats.org/officeDocument/2006/relationships/slideLayout" Target="../slideLayouts/slideLayout666.xml"/><Relationship Id="rId9" Type="http://schemas.openxmlformats.org/officeDocument/2006/relationships/slideLayout" Target="../slideLayouts/slideLayout667.xml"/><Relationship Id="rId10" Type="http://schemas.openxmlformats.org/officeDocument/2006/relationships/slideLayout" Target="../slideLayouts/slideLayout668.xml"/><Relationship Id="rId11" Type="http://schemas.openxmlformats.org/officeDocument/2006/relationships/slideLayout" Target="../slideLayouts/slideLayout669.xml"/><Relationship Id="rId12" Type="http://schemas.openxmlformats.org/officeDocument/2006/relationships/slideLayout" Target="../slideLayouts/slideLayout670.xml"/><Relationship Id="rId13" Type="http://schemas.openxmlformats.org/officeDocument/2006/relationships/slideLayout" Target="../slideLayouts/slideLayout671.xml"/><Relationship Id="rId14" Type="http://schemas.openxmlformats.org/officeDocument/2006/relationships/slideLayout" Target="../slideLayouts/slideLayout672.xml"/>
</Relationships>
</file>

<file path=ppt/slideMasters/_rels/slideMaster57.xml.rels><?xml version="1.0" encoding="UTF-8"?>
<Relationships xmlns="http://schemas.openxmlformats.org/package/2006/relationships"><Relationship Id="rId1" Type="http://schemas.openxmlformats.org/officeDocument/2006/relationships/theme" Target="../theme/theme57.xml"/><Relationship Id="rId2" Type="http://schemas.openxmlformats.org/officeDocument/2006/relationships/slideLayout" Target="../slideLayouts/slideLayout673.xml"/><Relationship Id="rId3" Type="http://schemas.openxmlformats.org/officeDocument/2006/relationships/slideLayout" Target="../slideLayouts/slideLayout674.xml"/><Relationship Id="rId4" Type="http://schemas.openxmlformats.org/officeDocument/2006/relationships/slideLayout" Target="../slideLayouts/slideLayout675.xml"/><Relationship Id="rId5" Type="http://schemas.openxmlformats.org/officeDocument/2006/relationships/slideLayout" Target="../slideLayouts/slideLayout676.xml"/><Relationship Id="rId6" Type="http://schemas.openxmlformats.org/officeDocument/2006/relationships/slideLayout" Target="../slideLayouts/slideLayout677.xml"/><Relationship Id="rId7" Type="http://schemas.openxmlformats.org/officeDocument/2006/relationships/slideLayout" Target="../slideLayouts/slideLayout678.xml"/><Relationship Id="rId8" Type="http://schemas.openxmlformats.org/officeDocument/2006/relationships/slideLayout" Target="../slideLayouts/slideLayout679.xml"/><Relationship Id="rId9" Type="http://schemas.openxmlformats.org/officeDocument/2006/relationships/slideLayout" Target="../slideLayouts/slideLayout680.xml"/><Relationship Id="rId10" Type="http://schemas.openxmlformats.org/officeDocument/2006/relationships/slideLayout" Target="../slideLayouts/slideLayout681.xml"/><Relationship Id="rId11" Type="http://schemas.openxmlformats.org/officeDocument/2006/relationships/slideLayout" Target="../slideLayouts/slideLayout682.xml"/><Relationship Id="rId12" Type="http://schemas.openxmlformats.org/officeDocument/2006/relationships/slideLayout" Target="../slideLayouts/slideLayout683.xml"/><Relationship Id="rId13" Type="http://schemas.openxmlformats.org/officeDocument/2006/relationships/slideLayout" Target="../slideLayouts/slideLayout684.xml"/>
</Relationships>
</file>

<file path=ppt/slideMasters/_rels/slideMaster58.xml.rels><?xml version="1.0" encoding="UTF-8"?>
<Relationships xmlns="http://schemas.openxmlformats.org/package/2006/relationships"><Relationship Id="rId1" Type="http://schemas.openxmlformats.org/officeDocument/2006/relationships/theme" Target="../theme/theme58.xml"/><Relationship Id="rId2" Type="http://schemas.openxmlformats.org/officeDocument/2006/relationships/image" Target="../media/image58.jpeg"/><Relationship Id="rId3" Type="http://schemas.openxmlformats.org/officeDocument/2006/relationships/slideLayout" Target="../slideLayouts/slideLayout685.xml"/><Relationship Id="rId4" Type="http://schemas.openxmlformats.org/officeDocument/2006/relationships/slideLayout" Target="../slideLayouts/slideLayout686.xml"/><Relationship Id="rId5" Type="http://schemas.openxmlformats.org/officeDocument/2006/relationships/slideLayout" Target="../slideLayouts/slideLayout687.xml"/><Relationship Id="rId6" Type="http://schemas.openxmlformats.org/officeDocument/2006/relationships/slideLayout" Target="../slideLayouts/slideLayout688.xml"/><Relationship Id="rId7" Type="http://schemas.openxmlformats.org/officeDocument/2006/relationships/slideLayout" Target="../slideLayouts/slideLayout689.xml"/><Relationship Id="rId8" Type="http://schemas.openxmlformats.org/officeDocument/2006/relationships/slideLayout" Target="../slideLayouts/slideLayout690.xml"/><Relationship Id="rId9" Type="http://schemas.openxmlformats.org/officeDocument/2006/relationships/slideLayout" Target="../slideLayouts/slideLayout691.xml"/><Relationship Id="rId10" Type="http://schemas.openxmlformats.org/officeDocument/2006/relationships/slideLayout" Target="../slideLayouts/slideLayout692.xml"/><Relationship Id="rId11" Type="http://schemas.openxmlformats.org/officeDocument/2006/relationships/slideLayout" Target="../slideLayouts/slideLayout693.xml"/><Relationship Id="rId12" Type="http://schemas.openxmlformats.org/officeDocument/2006/relationships/slideLayout" Target="../slideLayouts/slideLayout694.xml"/><Relationship Id="rId13" Type="http://schemas.openxmlformats.org/officeDocument/2006/relationships/slideLayout" Target="../slideLayouts/slideLayout695.xml"/><Relationship Id="rId14" Type="http://schemas.openxmlformats.org/officeDocument/2006/relationships/slideLayout" Target="../slideLayouts/slideLayout696.xml"/>
</Relationships>
</file>

<file path=ppt/slideMasters/_rels/slideMaster59.xml.rels><?xml version="1.0" encoding="UTF-8"?>
<Relationships xmlns="http://schemas.openxmlformats.org/package/2006/relationships"><Relationship Id="rId1" Type="http://schemas.openxmlformats.org/officeDocument/2006/relationships/theme" Target="../theme/theme59.xml"/><Relationship Id="rId2" Type="http://schemas.openxmlformats.org/officeDocument/2006/relationships/image" Target="../media/image59.jpeg"/><Relationship Id="rId3" Type="http://schemas.openxmlformats.org/officeDocument/2006/relationships/slideLayout" Target="../slideLayouts/slideLayout697.xml"/><Relationship Id="rId4" Type="http://schemas.openxmlformats.org/officeDocument/2006/relationships/slideLayout" Target="../slideLayouts/slideLayout698.xml"/><Relationship Id="rId5" Type="http://schemas.openxmlformats.org/officeDocument/2006/relationships/slideLayout" Target="../slideLayouts/slideLayout699.xml"/><Relationship Id="rId6" Type="http://schemas.openxmlformats.org/officeDocument/2006/relationships/slideLayout" Target="../slideLayouts/slideLayout700.xml"/><Relationship Id="rId7" Type="http://schemas.openxmlformats.org/officeDocument/2006/relationships/slideLayout" Target="../slideLayouts/slideLayout701.xml"/><Relationship Id="rId8" Type="http://schemas.openxmlformats.org/officeDocument/2006/relationships/slideLayout" Target="../slideLayouts/slideLayout702.xml"/><Relationship Id="rId9" Type="http://schemas.openxmlformats.org/officeDocument/2006/relationships/slideLayout" Target="../slideLayouts/slideLayout703.xml"/><Relationship Id="rId10" Type="http://schemas.openxmlformats.org/officeDocument/2006/relationships/slideLayout" Target="../slideLayouts/slideLayout704.xml"/><Relationship Id="rId11" Type="http://schemas.openxmlformats.org/officeDocument/2006/relationships/slideLayout" Target="../slideLayouts/slideLayout705.xml"/><Relationship Id="rId12" Type="http://schemas.openxmlformats.org/officeDocument/2006/relationships/slideLayout" Target="../slideLayouts/slideLayout706.xml"/><Relationship Id="rId13" Type="http://schemas.openxmlformats.org/officeDocument/2006/relationships/slideLayout" Target="../slideLayouts/slideLayout707.xml"/><Relationship Id="rId14" Type="http://schemas.openxmlformats.org/officeDocument/2006/relationships/slideLayout" Target="../slideLayouts/slideLayout708.xml"/>
</Relationships>
</file>

<file path=ppt/slideMasters/_rels/slideMaster60.xml.rels><?xml version="1.0" encoding="UTF-8"?>
<Relationships xmlns="http://schemas.openxmlformats.org/package/2006/relationships"><Relationship Id="rId1" Type="http://schemas.openxmlformats.org/officeDocument/2006/relationships/theme" Target="../theme/theme60.xml"/><Relationship Id="rId2" Type="http://schemas.openxmlformats.org/officeDocument/2006/relationships/image" Target="../media/image60.jpeg"/><Relationship Id="rId3" Type="http://schemas.openxmlformats.org/officeDocument/2006/relationships/slideLayout" Target="../slideLayouts/slideLayout709.xml"/><Relationship Id="rId4" Type="http://schemas.openxmlformats.org/officeDocument/2006/relationships/slideLayout" Target="../slideLayouts/slideLayout710.xml"/><Relationship Id="rId5" Type="http://schemas.openxmlformats.org/officeDocument/2006/relationships/slideLayout" Target="../slideLayouts/slideLayout711.xml"/><Relationship Id="rId6" Type="http://schemas.openxmlformats.org/officeDocument/2006/relationships/slideLayout" Target="../slideLayouts/slideLayout712.xml"/><Relationship Id="rId7" Type="http://schemas.openxmlformats.org/officeDocument/2006/relationships/slideLayout" Target="../slideLayouts/slideLayout713.xml"/><Relationship Id="rId8" Type="http://schemas.openxmlformats.org/officeDocument/2006/relationships/slideLayout" Target="../slideLayouts/slideLayout714.xml"/><Relationship Id="rId9" Type="http://schemas.openxmlformats.org/officeDocument/2006/relationships/slideLayout" Target="../slideLayouts/slideLayout715.xml"/><Relationship Id="rId10" Type="http://schemas.openxmlformats.org/officeDocument/2006/relationships/slideLayout" Target="../slideLayouts/slideLayout716.xml"/><Relationship Id="rId11" Type="http://schemas.openxmlformats.org/officeDocument/2006/relationships/slideLayout" Target="../slideLayouts/slideLayout717.xml"/><Relationship Id="rId12" Type="http://schemas.openxmlformats.org/officeDocument/2006/relationships/slideLayout" Target="../slideLayouts/slideLayout718.xml"/><Relationship Id="rId13" Type="http://schemas.openxmlformats.org/officeDocument/2006/relationships/slideLayout" Target="../slideLayouts/slideLayout719.xml"/><Relationship Id="rId14" Type="http://schemas.openxmlformats.org/officeDocument/2006/relationships/slideLayout" Target="../slideLayouts/slideLayout720.xml"/>
</Relationships>
</file>

<file path=ppt/slideMasters/_rels/slideMaster61.xml.rels><?xml version="1.0" encoding="UTF-8"?>
<Relationships xmlns="http://schemas.openxmlformats.org/package/2006/relationships"><Relationship Id="rId1" Type="http://schemas.openxmlformats.org/officeDocument/2006/relationships/theme" Target="../theme/theme61.xml"/><Relationship Id="rId2" Type="http://schemas.openxmlformats.org/officeDocument/2006/relationships/image" Target="../media/image61.jpeg"/><Relationship Id="rId3" Type="http://schemas.openxmlformats.org/officeDocument/2006/relationships/slideLayout" Target="../slideLayouts/slideLayout721.xml"/><Relationship Id="rId4" Type="http://schemas.openxmlformats.org/officeDocument/2006/relationships/slideLayout" Target="../slideLayouts/slideLayout722.xml"/><Relationship Id="rId5" Type="http://schemas.openxmlformats.org/officeDocument/2006/relationships/slideLayout" Target="../slideLayouts/slideLayout723.xml"/><Relationship Id="rId6" Type="http://schemas.openxmlformats.org/officeDocument/2006/relationships/slideLayout" Target="../slideLayouts/slideLayout724.xml"/><Relationship Id="rId7" Type="http://schemas.openxmlformats.org/officeDocument/2006/relationships/slideLayout" Target="../slideLayouts/slideLayout725.xml"/><Relationship Id="rId8" Type="http://schemas.openxmlformats.org/officeDocument/2006/relationships/slideLayout" Target="../slideLayouts/slideLayout726.xml"/><Relationship Id="rId9" Type="http://schemas.openxmlformats.org/officeDocument/2006/relationships/slideLayout" Target="../slideLayouts/slideLayout727.xml"/><Relationship Id="rId10" Type="http://schemas.openxmlformats.org/officeDocument/2006/relationships/slideLayout" Target="../slideLayouts/slideLayout728.xml"/><Relationship Id="rId11" Type="http://schemas.openxmlformats.org/officeDocument/2006/relationships/slideLayout" Target="../slideLayouts/slideLayout729.xml"/><Relationship Id="rId12" Type="http://schemas.openxmlformats.org/officeDocument/2006/relationships/slideLayout" Target="../slideLayouts/slideLayout730.xml"/><Relationship Id="rId13" Type="http://schemas.openxmlformats.org/officeDocument/2006/relationships/slideLayout" Target="../slideLayouts/slideLayout731.xml"/><Relationship Id="rId14" Type="http://schemas.openxmlformats.org/officeDocument/2006/relationships/slideLayout" Target="../slideLayouts/slideLayout732.xml"/>
</Relationships>
</file>

<file path=ppt/slideMasters/_rels/slideMaster62.xml.rels><?xml version="1.0" encoding="UTF-8"?>
<Relationships xmlns="http://schemas.openxmlformats.org/package/2006/relationships"><Relationship Id="rId1" Type="http://schemas.openxmlformats.org/officeDocument/2006/relationships/theme" Target="../theme/theme62.xml"/><Relationship Id="rId2" Type="http://schemas.openxmlformats.org/officeDocument/2006/relationships/image" Target="../media/image62.jpeg"/><Relationship Id="rId3" Type="http://schemas.openxmlformats.org/officeDocument/2006/relationships/slideLayout" Target="../slideLayouts/slideLayout733.xml"/><Relationship Id="rId4" Type="http://schemas.openxmlformats.org/officeDocument/2006/relationships/slideLayout" Target="../slideLayouts/slideLayout734.xml"/><Relationship Id="rId5" Type="http://schemas.openxmlformats.org/officeDocument/2006/relationships/slideLayout" Target="../slideLayouts/slideLayout735.xml"/><Relationship Id="rId6" Type="http://schemas.openxmlformats.org/officeDocument/2006/relationships/slideLayout" Target="../slideLayouts/slideLayout736.xml"/><Relationship Id="rId7" Type="http://schemas.openxmlformats.org/officeDocument/2006/relationships/slideLayout" Target="../slideLayouts/slideLayout737.xml"/><Relationship Id="rId8" Type="http://schemas.openxmlformats.org/officeDocument/2006/relationships/slideLayout" Target="../slideLayouts/slideLayout738.xml"/><Relationship Id="rId9" Type="http://schemas.openxmlformats.org/officeDocument/2006/relationships/slideLayout" Target="../slideLayouts/slideLayout739.xml"/><Relationship Id="rId10" Type="http://schemas.openxmlformats.org/officeDocument/2006/relationships/slideLayout" Target="../slideLayouts/slideLayout740.xml"/><Relationship Id="rId11" Type="http://schemas.openxmlformats.org/officeDocument/2006/relationships/slideLayout" Target="../slideLayouts/slideLayout741.xml"/><Relationship Id="rId12" Type="http://schemas.openxmlformats.org/officeDocument/2006/relationships/slideLayout" Target="../slideLayouts/slideLayout742.xml"/><Relationship Id="rId13" Type="http://schemas.openxmlformats.org/officeDocument/2006/relationships/slideLayout" Target="../slideLayouts/slideLayout743.xml"/><Relationship Id="rId14" Type="http://schemas.openxmlformats.org/officeDocument/2006/relationships/slideLayout" Target="../slideLayouts/slideLayout744.xml"/>
</Relationships>
</file>

<file path=ppt/slideMasters/_rels/slideMaster63.xml.rels><?xml version="1.0" encoding="UTF-8"?>
<Relationships xmlns="http://schemas.openxmlformats.org/package/2006/relationships"><Relationship Id="rId1" Type="http://schemas.openxmlformats.org/officeDocument/2006/relationships/theme" Target="../theme/theme63.xml"/><Relationship Id="rId2" Type="http://schemas.openxmlformats.org/officeDocument/2006/relationships/image" Target="../media/image63.jpeg"/><Relationship Id="rId3" Type="http://schemas.openxmlformats.org/officeDocument/2006/relationships/slideLayout" Target="../slideLayouts/slideLayout745.xml"/><Relationship Id="rId4" Type="http://schemas.openxmlformats.org/officeDocument/2006/relationships/slideLayout" Target="../slideLayouts/slideLayout746.xml"/><Relationship Id="rId5" Type="http://schemas.openxmlformats.org/officeDocument/2006/relationships/slideLayout" Target="../slideLayouts/slideLayout747.xml"/><Relationship Id="rId6" Type="http://schemas.openxmlformats.org/officeDocument/2006/relationships/slideLayout" Target="../slideLayouts/slideLayout748.xml"/><Relationship Id="rId7" Type="http://schemas.openxmlformats.org/officeDocument/2006/relationships/slideLayout" Target="../slideLayouts/slideLayout749.xml"/><Relationship Id="rId8" Type="http://schemas.openxmlformats.org/officeDocument/2006/relationships/slideLayout" Target="../slideLayouts/slideLayout750.xml"/><Relationship Id="rId9" Type="http://schemas.openxmlformats.org/officeDocument/2006/relationships/slideLayout" Target="../slideLayouts/slideLayout751.xml"/><Relationship Id="rId10" Type="http://schemas.openxmlformats.org/officeDocument/2006/relationships/slideLayout" Target="../slideLayouts/slideLayout752.xml"/><Relationship Id="rId11" Type="http://schemas.openxmlformats.org/officeDocument/2006/relationships/slideLayout" Target="../slideLayouts/slideLayout753.xml"/><Relationship Id="rId12" Type="http://schemas.openxmlformats.org/officeDocument/2006/relationships/slideLayout" Target="../slideLayouts/slideLayout754.xml"/><Relationship Id="rId13" Type="http://schemas.openxmlformats.org/officeDocument/2006/relationships/slideLayout" Target="../slideLayouts/slideLayout755.xml"/><Relationship Id="rId14" Type="http://schemas.openxmlformats.org/officeDocument/2006/relationships/slideLayout" Target="../slideLayouts/slideLayout756.xml"/>
</Relationships>
</file>

<file path=ppt/slideMasters/_rels/slideMaster64.xml.rels><?xml version="1.0" encoding="UTF-8"?>
<Relationships xmlns="http://schemas.openxmlformats.org/package/2006/relationships"><Relationship Id="rId1" Type="http://schemas.openxmlformats.org/officeDocument/2006/relationships/theme" Target="../theme/theme64.xml"/><Relationship Id="rId2" Type="http://schemas.openxmlformats.org/officeDocument/2006/relationships/image" Target="../media/image64.jpeg"/><Relationship Id="rId3" Type="http://schemas.openxmlformats.org/officeDocument/2006/relationships/slideLayout" Target="../slideLayouts/slideLayout757.xml"/><Relationship Id="rId4" Type="http://schemas.openxmlformats.org/officeDocument/2006/relationships/slideLayout" Target="../slideLayouts/slideLayout758.xml"/><Relationship Id="rId5" Type="http://schemas.openxmlformats.org/officeDocument/2006/relationships/slideLayout" Target="../slideLayouts/slideLayout759.xml"/><Relationship Id="rId6" Type="http://schemas.openxmlformats.org/officeDocument/2006/relationships/slideLayout" Target="../slideLayouts/slideLayout760.xml"/><Relationship Id="rId7" Type="http://schemas.openxmlformats.org/officeDocument/2006/relationships/slideLayout" Target="../slideLayouts/slideLayout761.xml"/><Relationship Id="rId8" Type="http://schemas.openxmlformats.org/officeDocument/2006/relationships/slideLayout" Target="../slideLayouts/slideLayout762.xml"/><Relationship Id="rId9" Type="http://schemas.openxmlformats.org/officeDocument/2006/relationships/slideLayout" Target="../slideLayouts/slideLayout763.xml"/><Relationship Id="rId10" Type="http://schemas.openxmlformats.org/officeDocument/2006/relationships/slideLayout" Target="../slideLayouts/slideLayout764.xml"/><Relationship Id="rId11" Type="http://schemas.openxmlformats.org/officeDocument/2006/relationships/slideLayout" Target="../slideLayouts/slideLayout765.xml"/><Relationship Id="rId12" Type="http://schemas.openxmlformats.org/officeDocument/2006/relationships/slideLayout" Target="../slideLayouts/slideLayout766.xml"/><Relationship Id="rId13" Type="http://schemas.openxmlformats.org/officeDocument/2006/relationships/slideLayout" Target="../slideLayouts/slideLayout767.xml"/><Relationship Id="rId14" Type="http://schemas.openxmlformats.org/officeDocument/2006/relationships/slideLayout" Target="../slideLayouts/slideLayout768.xml"/>
</Relationships>
</file>

<file path=ppt/slideMasters/_rels/slideMaster65.xml.rels><?xml version="1.0" encoding="UTF-8"?>
<Relationships xmlns="http://schemas.openxmlformats.org/package/2006/relationships"><Relationship Id="rId1" Type="http://schemas.openxmlformats.org/officeDocument/2006/relationships/theme" Target="../theme/theme65.xml"/><Relationship Id="rId2" Type="http://schemas.openxmlformats.org/officeDocument/2006/relationships/image" Target="../media/image65.jpeg"/><Relationship Id="rId3" Type="http://schemas.openxmlformats.org/officeDocument/2006/relationships/image" Target="../media/image66.jpeg"/><Relationship Id="rId4" Type="http://schemas.openxmlformats.org/officeDocument/2006/relationships/slideLayout" Target="../slideLayouts/slideLayout769.xml"/><Relationship Id="rId5" Type="http://schemas.openxmlformats.org/officeDocument/2006/relationships/slideLayout" Target="../slideLayouts/slideLayout770.xml"/><Relationship Id="rId6" Type="http://schemas.openxmlformats.org/officeDocument/2006/relationships/slideLayout" Target="../slideLayouts/slideLayout771.xml"/><Relationship Id="rId7" Type="http://schemas.openxmlformats.org/officeDocument/2006/relationships/slideLayout" Target="../slideLayouts/slideLayout772.xml"/><Relationship Id="rId8" Type="http://schemas.openxmlformats.org/officeDocument/2006/relationships/slideLayout" Target="../slideLayouts/slideLayout773.xml"/><Relationship Id="rId9" Type="http://schemas.openxmlformats.org/officeDocument/2006/relationships/slideLayout" Target="../slideLayouts/slideLayout774.xml"/><Relationship Id="rId10" Type="http://schemas.openxmlformats.org/officeDocument/2006/relationships/slideLayout" Target="../slideLayouts/slideLayout775.xml"/><Relationship Id="rId11" Type="http://schemas.openxmlformats.org/officeDocument/2006/relationships/slideLayout" Target="../slideLayouts/slideLayout776.xml"/><Relationship Id="rId12" Type="http://schemas.openxmlformats.org/officeDocument/2006/relationships/slideLayout" Target="../slideLayouts/slideLayout777.xml"/><Relationship Id="rId13" Type="http://schemas.openxmlformats.org/officeDocument/2006/relationships/slideLayout" Target="../slideLayouts/slideLayout778.xml"/><Relationship Id="rId14" Type="http://schemas.openxmlformats.org/officeDocument/2006/relationships/slideLayout" Target="../slideLayouts/slideLayout779.xml"/><Relationship Id="rId15" Type="http://schemas.openxmlformats.org/officeDocument/2006/relationships/slideLayout" Target="../slideLayouts/slideLayout780.xml"/>
</Relationships>
</file>

<file path=ppt/slideMasters/_rels/slideMaster66.xml.rels><?xml version="1.0" encoding="UTF-8"?>
<Relationships xmlns="http://schemas.openxmlformats.org/package/2006/relationships"><Relationship Id="rId1" Type="http://schemas.openxmlformats.org/officeDocument/2006/relationships/theme" Target="../theme/theme66.xml"/><Relationship Id="rId2" Type="http://schemas.openxmlformats.org/officeDocument/2006/relationships/image" Target="../media/image67.jpeg"/><Relationship Id="rId3" Type="http://schemas.openxmlformats.org/officeDocument/2006/relationships/slideLayout" Target="../slideLayouts/slideLayout781.xml"/><Relationship Id="rId4" Type="http://schemas.openxmlformats.org/officeDocument/2006/relationships/slideLayout" Target="../slideLayouts/slideLayout782.xml"/><Relationship Id="rId5" Type="http://schemas.openxmlformats.org/officeDocument/2006/relationships/slideLayout" Target="../slideLayouts/slideLayout783.xml"/><Relationship Id="rId6" Type="http://schemas.openxmlformats.org/officeDocument/2006/relationships/slideLayout" Target="../slideLayouts/slideLayout784.xml"/><Relationship Id="rId7" Type="http://schemas.openxmlformats.org/officeDocument/2006/relationships/slideLayout" Target="../slideLayouts/slideLayout785.xml"/><Relationship Id="rId8" Type="http://schemas.openxmlformats.org/officeDocument/2006/relationships/slideLayout" Target="../slideLayouts/slideLayout786.xml"/><Relationship Id="rId9" Type="http://schemas.openxmlformats.org/officeDocument/2006/relationships/slideLayout" Target="../slideLayouts/slideLayout787.xml"/><Relationship Id="rId10" Type="http://schemas.openxmlformats.org/officeDocument/2006/relationships/slideLayout" Target="../slideLayouts/slideLayout788.xml"/><Relationship Id="rId11" Type="http://schemas.openxmlformats.org/officeDocument/2006/relationships/slideLayout" Target="../slideLayouts/slideLayout789.xml"/><Relationship Id="rId12" Type="http://schemas.openxmlformats.org/officeDocument/2006/relationships/slideLayout" Target="../slideLayouts/slideLayout790.xml"/><Relationship Id="rId13" Type="http://schemas.openxmlformats.org/officeDocument/2006/relationships/slideLayout" Target="../slideLayouts/slideLayout791.xml"/><Relationship Id="rId14" Type="http://schemas.openxmlformats.org/officeDocument/2006/relationships/slideLayout" Target="../slideLayouts/slideLayout792.xml"/>
</Relationships>
</file>

<file path=ppt/slideMasters/_rels/slideMaster67.xml.rels><?xml version="1.0" encoding="UTF-8"?>
<Relationships xmlns="http://schemas.openxmlformats.org/package/2006/relationships"><Relationship Id="rId1" Type="http://schemas.openxmlformats.org/officeDocument/2006/relationships/theme" Target="../theme/theme67.xml"/><Relationship Id="rId2" Type="http://schemas.openxmlformats.org/officeDocument/2006/relationships/image" Target="../media/image68.jpeg"/><Relationship Id="rId3" Type="http://schemas.openxmlformats.org/officeDocument/2006/relationships/slideLayout" Target="../slideLayouts/slideLayout793.xml"/><Relationship Id="rId4" Type="http://schemas.openxmlformats.org/officeDocument/2006/relationships/slideLayout" Target="../slideLayouts/slideLayout794.xml"/><Relationship Id="rId5" Type="http://schemas.openxmlformats.org/officeDocument/2006/relationships/slideLayout" Target="../slideLayouts/slideLayout795.xml"/><Relationship Id="rId6" Type="http://schemas.openxmlformats.org/officeDocument/2006/relationships/slideLayout" Target="../slideLayouts/slideLayout796.xml"/><Relationship Id="rId7" Type="http://schemas.openxmlformats.org/officeDocument/2006/relationships/slideLayout" Target="../slideLayouts/slideLayout797.xml"/><Relationship Id="rId8" Type="http://schemas.openxmlformats.org/officeDocument/2006/relationships/slideLayout" Target="../slideLayouts/slideLayout798.xml"/><Relationship Id="rId9" Type="http://schemas.openxmlformats.org/officeDocument/2006/relationships/slideLayout" Target="../slideLayouts/slideLayout799.xml"/><Relationship Id="rId10" Type="http://schemas.openxmlformats.org/officeDocument/2006/relationships/slideLayout" Target="../slideLayouts/slideLayout800.xml"/><Relationship Id="rId11" Type="http://schemas.openxmlformats.org/officeDocument/2006/relationships/slideLayout" Target="../slideLayouts/slideLayout801.xml"/><Relationship Id="rId12" Type="http://schemas.openxmlformats.org/officeDocument/2006/relationships/slideLayout" Target="../slideLayouts/slideLayout802.xml"/><Relationship Id="rId13" Type="http://schemas.openxmlformats.org/officeDocument/2006/relationships/slideLayout" Target="../slideLayouts/slideLayout803.xml"/><Relationship Id="rId14" Type="http://schemas.openxmlformats.org/officeDocument/2006/relationships/slideLayout" Target="../slideLayouts/slideLayout804.xml"/>
</Relationships>
</file>

<file path=ppt/slideMasters/_rels/slideMaster68.xml.rels><?xml version="1.0" encoding="UTF-8"?>
<Relationships xmlns="http://schemas.openxmlformats.org/package/2006/relationships"><Relationship Id="rId1" Type="http://schemas.openxmlformats.org/officeDocument/2006/relationships/theme" Target="../theme/theme68.xml"/><Relationship Id="rId2" Type="http://schemas.openxmlformats.org/officeDocument/2006/relationships/image" Target="../media/image69.jpeg"/><Relationship Id="rId3" Type="http://schemas.openxmlformats.org/officeDocument/2006/relationships/slideLayout" Target="../slideLayouts/slideLayout805.xml"/><Relationship Id="rId4" Type="http://schemas.openxmlformats.org/officeDocument/2006/relationships/slideLayout" Target="../slideLayouts/slideLayout806.xml"/><Relationship Id="rId5" Type="http://schemas.openxmlformats.org/officeDocument/2006/relationships/slideLayout" Target="../slideLayouts/slideLayout807.xml"/><Relationship Id="rId6" Type="http://schemas.openxmlformats.org/officeDocument/2006/relationships/slideLayout" Target="../slideLayouts/slideLayout808.xml"/><Relationship Id="rId7" Type="http://schemas.openxmlformats.org/officeDocument/2006/relationships/slideLayout" Target="../slideLayouts/slideLayout809.xml"/><Relationship Id="rId8" Type="http://schemas.openxmlformats.org/officeDocument/2006/relationships/slideLayout" Target="../slideLayouts/slideLayout810.xml"/><Relationship Id="rId9" Type="http://schemas.openxmlformats.org/officeDocument/2006/relationships/slideLayout" Target="../slideLayouts/slideLayout811.xml"/><Relationship Id="rId10" Type="http://schemas.openxmlformats.org/officeDocument/2006/relationships/slideLayout" Target="../slideLayouts/slideLayout812.xml"/><Relationship Id="rId11" Type="http://schemas.openxmlformats.org/officeDocument/2006/relationships/slideLayout" Target="../slideLayouts/slideLayout813.xml"/><Relationship Id="rId12" Type="http://schemas.openxmlformats.org/officeDocument/2006/relationships/slideLayout" Target="../slideLayouts/slideLayout814.xml"/><Relationship Id="rId13" Type="http://schemas.openxmlformats.org/officeDocument/2006/relationships/slideLayout" Target="../slideLayouts/slideLayout815.xml"/><Relationship Id="rId14" Type="http://schemas.openxmlformats.org/officeDocument/2006/relationships/slideLayout" Target="../slideLayouts/slideLayout816.xml"/>
</Relationships>
</file>

<file path=ppt/slideMasters/_rels/slideMaster69.xml.rels><?xml version="1.0" encoding="UTF-8"?>
<Relationships xmlns="http://schemas.openxmlformats.org/package/2006/relationships"><Relationship Id="rId1" Type="http://schemas.openxmlformats.org/officeDocument/2006/relationships/theme" Target="../theme/theme69.xml"/><Relationship Id="rId2" Type="http://schemas.openxmlformats.org/officeDocument/2006/relationships/image" Target="../media/image70.jpeg"/><Relationship Id="rId3" Type="http://schemas.openxmlformats.org/officeDocument/2006/relationships/slideLayout" Target="../slideLayouts/slideLayout817.xml"/><Relationship Id="rId4" Type="http://schemas.openxmlformats.org/officeDocument/2006/relationships/slideLayout" Target="../slideLayouts/slideLayout818.xml"/><Relationship Id="rId5" Type="http://schemas.openxmlformats.org/officeDocument/2006/relationships/slideLayout" Target="../slideLayouts/slideLayout819.xml"/><Relationship Id="rId6" Type="http://schemas.openxmlformats.org/officeDocument/2006/relationships/slideLayout" Target="../slideLayouts/slideLayout820.xml"/><Relationship Id="rId7" Type="http://schemas.openxmlformats.org/officeDocument/2006/relationships/slideLayout" Target="../slideLayouts/slideLayout821.xml"/><Relationship Id="rId8" Type="http://schemas.openxmlformats.org/officeDocument/2006/relationships/slideLayout" Target="../slideLayouts/slideLayout822.xml"/><Relationship Id="rId9" Type="http://schemas.openxmlformats.org/officeDocument/2006/relationships/slideLayout" Target="../slideLayouts/slideLayout823.xml"/><Relationship Id="rId10" Type="http://schemas.openxmlformats.org/officeDocument/2006/relationships/slideLayout" Target="../slideLayouts/slideLayout824.xml"/><Relationship Id="rId11" Type="http://schemas.openxmlformats.org/officeDocument/2006/relationships/slideLayout" Target="../slideLayouts/slideLayout825.xml"/><Relationship Id="rId12" Type="http://schemas.openxmlformats.org/officeDocument/2006/relationships/slideLayout" Target="../slideLayouts/slideLayout826.xml"/><Relationship Id="rId13" Type="http://schemas.openxmlformats.org/officeDocument/2006/relationships/slideLayout" Target="../slideLayouts/slideLayout827.xml"/><Relationship Id="rId14" Type="http://schemas.openxmlformats.org/officeDocument/2006/relationships/slideLayout" Target="../slideLayouts/slideLayout828.xml"/>
</Relationships>
</file>

<file path=ppt/slideMasters/_rels/slideMaster70.xml.rels><?xml version="1.0" encoding="UTF-8"?>
<Relationships xmlns="http://schemas.openxmlformats.org/package/2006/relationships"><Relationship Id="rId1" Type="http://schemas.openxmlformats.org/officeDocument/2006/relationships/theme" Target="../theme/theme70.xml"/><Relationship Id="rId2" Type="http://schemas.openxmlformats.org/officeDocument/2006/relationships/slideLayout" Target="../slideLayouts/slideLayout829.xml"/><Relationship Id="rId3" Type="http://schemas.openxmlformats.org/officeDocument/2006/relationships/slideLayout" Target="../slideLayouts/slideLayout830.xml"/><Relationship Id="rId4" Type="http://schemas.openxmlformats.org/officeDocument/2006/relationships/slideLayout" Target="../slideLayouts/slideLayout831.xml"/><Relationship Id="rId5" Type="http://schemas.openxmlformats.org/officeDocument/2006/relationships/slideLayout" Target="../slideLayouts/slideLayout832.xml"/><Relationship Id="rId6" Type="http://schemas.openxmlformats.org/officeDocument/2006/relationships/slideLayout" Target="../slideLayouts/slideLayout833.xml"/><Relationship Id="rId7" Type="http://schemas.openxmlformats.org/officeDocument/2006/relationships/slideLayout" Target="../slideLayouts/slideLayout834.xml"/><Relationship Id="rId8" Type="http://schemas.openxmlformats.org/officeDocument/2006/relationships/slideLayout" Target="../slideLayouts/slideLayout835.xml"/><Relationship Id="rId9" Type="http://schemas.openxmlformats.org/officeDocument/2006/relationships/slideLayout" Target="../slideLayouts/slideLayout836.xml"/><Relationship Id="rId10" Type="http://schemas.openxmlformats.org/officeDocument/2006/relationships/slideLayout" Target="../slideLayouts/slideLayout837.xml"/><Relationship Id="rId11" Type="http://schemas.openxmlformats.org/officeDocument/2006/relationships/slideLayout" Target="../slideLayouts/slideLayout838.xml"/><Relationship Id="rId12" Type="http://schemas.openxmlformats.org/officeDocument/2006/relationships/slideLayout" Target="../slideLayouts/slideLayout839.xml"/><Relationship Id="rId13" Type="http://schemas.openxmlformats.org/officeDocument/2006/relationships/slideLayout" Target="../slideLayouts/slideLayout840.xml"/>
</Relationships>
</file>

<file path=ppt/slideMasters/_rels/slideMaster71.xml.rels><?xml version="1.0" encoding="UTF-8"?>
<Relationships xmlns="http://schemas.openxmlformats.org/package/2006/relationships"><Relationship Id="rId1" Type="http://schemas.openxmlformats.org/officeDocument/2006/relationships/theme" Target="../theme/theme71.xml"/><Relationship Id="rId2" Type="http://schemas.openxmlformats.org/officeDocument/2006/relationships/image" Target="../media/image71.jpeg"/><Relationship Id="rId3" Type="http://schemas.openxmlformats.org/officeDocument/2006/relationships/slideLayout" Target="../slideLayouts/slideLayout841.xml"/><Relationship Id="rId4" Type="http://schemas.openxmlformats.org/officeDocument/2006/relationships/slideLayout" Target="../slideLayouts/slideLayout842.xml"/><Relationship Id="rId5" Type="http://schemas.openxmlformats.org/officeDocument/2006/relationships/slideLayout" Target="../slideLayouts/slideLayout843.xml"/><Relationship Id="rId6" Type="http://schemas.openxmlformats.org/officeDocument/2006/relationships/slideLayout" Target="../slideLayouts/slideLayout844.xml"/><Relationship Id="rId7" Type="http://schemas.openxmlformats.org/officeDocument/2006/relationships/slideLayout" Target="../slideLayouts/slideLayout845.xml"/><Relationship Id="rId8" Type="http://schemas.openxmlformats.org/officeDocument/2006/relationships/slideLayout" Target="../slideLayouts/slideLayout846.xml"/><Relationship Id="rId9" Type="http://schemas.openxmlformats.org/officeDocument/2006/relationships/slideLayout" Target="../slideLayouts/slideLayout847.xml"/><Relationship Id="rId10" Type="http://schemas.openxmlformats.org/officeDocument/2006/relationships/slideLayout" Target="../slideLayouts/slideLayout848.xml"/><Relationship Id="rId11" Type="http://schemas.openxmlformats.org/officeDocument/2006/relationships/slideLayout" Target="../slideLayouts/slideLayout849.xml"/><Relationship Id="rId12" Type="http://schemas.openxmlformats.org/officeDocument/2006/relationships/slideLayout" Target="../slideLayouts/slideLayout850.xml"/><Relationship Id="rId13" Type="http://schemas.openxmlformats.org/officeDocument/2006/relationships/slideLayout" Target="../slideLayouts/slideLayout851.xml"/><Relationship Id="rId14" Type="http://schemas.openxmlformats.org/officeDocument/2006/relationships/slideLayout" Target="../slideLayouts/slideLayout852.xml"/>
</Relationships>
</file>

<file path=ppt/slideMasters/_rels/slideMaster72.xml.rels><?xml version="1.0" encoding="UTF-8"?>
<Relationships xmlns="http://schemas.openxmlformats.org/package/2006/relationships"><Relationship Id="rId1" Type="http://schemas.openxmlformats.org/officeDocument/2006/relationships/theme" Target="../theme/theme72.xml"/><Relationship Id="rId2" Type="http://schemas.openxmlformats.org/officeDocument/2006/relationships/image" Target="../media/image72.jpeg"/><Relationship Id="rId3" Type="http://schemas.openxmlformats.org/officeDocument/2006/relationships/slideLayout" Target="../slideLayouts/slideLayout853.xml"/><Relationship Id="rId4" Type="http://schemas.openxmlformats.org/officeDocument/2006/relationships/slideLayout" Target="../slideLayouts/slideLayout854.xml"/><Relationship Id="rId5" Type="http://schemas.openxmlformats.org/officeDocument/2006/relationships/slideLayout" Target="../slideLayouts/slideLayout855.xml"/><Relationship Id="rId6" Type="http://schemas.openxmlformats.org/officeDocument/2006/relationships/slideLayout" Target="../slideLayouts/slideLayout856.xml"/><Relationship Id="rId7" Type="http://schemas.openxmlformats.org/officeDocument/2006/relationships/slideLayout" Target="../slideLayouts/slideLayout857.xml"/><Relationship Id="rId8" Type="http://schemas.openxmlformats.org/officeDocument/2006/relationships/slideLayout" Target="../slideLayouts/slideLayout858.xml"/><Relationship Id="rId9" Type="http://schemas.openxmlformats.org/officeDocument/2006/relationships/slideLayout" Target="../slideLayouts/slideLayout859.xml"/><Relationship Id="rId10" Type="http://schemas.openxmlformats.org/officeDocument/2006/relationships/slideLayout" Target="../slideLayouts/slideLayout860.xml"/><Relationship Id="rId11" Type="http://schemas.openxmlformats.org/officeDocument/2006/relationships/slideLayout" Target="../slideLayouts/slideLayout861.xml"/><Relationship Id="rId12" Type="http://schemas.openxmlformats.org/officeDocument/2006/relationships/slideLayout" Target="../slideLayouts/slideLayout862.xml"/><Relationship Id="rId13" Type="http://schemas.openxmlformats.org/officeDocument/2006/relationships/slideLayout" Target="../slideLayouts/slideLayout863.xml"/><Relationship Id="rId14" Type="http://schemas.openxmlformats.org/officeDocument/2006/relationships/slideLayout" Target="../slideLayouts/slideLayout864.xml"/>
</Relationships>
</file>

<file path=ppt/slideMasters/_rels/slideMaster73.xml.rels><?xml version="1.0" encoding="UTF-8"?>
<Relationships xmlns="http://schemas.openxmlformats.org/package/2006/relationships"><Relationship Id="rId1" Type="http://schemas.openxmlformats.org/officeDocument/2006/relationships/theme" Target="../theme/theme73.xml"/><Relationship Id="rId2" Type="http://schemas.openxmlformats.org/officeDocument/2006/relationships/image" Target="../media/image73.png"/><Relationship Id="rId3" Type="http://schemas.openxmlformats.org/officeDocument/2006/relationships/image" Target="../media/image74.png"/><Relationship Id="rId4" Type="http://schemas.openxmlformats.org/officeDocument/2006/relationships/slideLayout" Target="../slideLayouts/slideLayout865.xml"/><Relationship Id="rId5" Type="http://schemas.openxmlformats.org/officeDocument/2006/relationships/slideLayout" Target="../slideLayouts/slideLayout866.xml"/><Relationship Id="rId6" Type="http://schemas.openxmlformats.org/officeDocument/2006/relationships/slideLayout" Target="../slideLayouts/slideLayout867.xml"/><Relationship Id="rId7" Type="http://schemas.openxmlformats.org/officeDocument/2006/relationships/slideLayout" Target="../slideLayouts/slideLayout868.xml"/><Relationship Id="rId8" Type="http://schemas.openxmlformats.org/officeDocument/2006/relationships/slideLayout" Target="../slideLayouts/slideLayout869.xml"/><Relationship Id="rId9" Type="http://schemas.openxmlformats.org/officeDocument/2006/relationships/slideLayout" Target="../slideLayouts/slideLayout870.xml"/><Relationship Id="rId10" Type="http://schemas.openxmlformats.org/officeDocument/2006/relationships/slideLayout" Target="../slideLayouts/slideLayout871.xml"/><Relationship Id="rId11" Type="http://schemas.openxmlformats.org/officeDocument/2006/relationships/slideLayout" Target="../slideLayouts/slideLayout872.xml"/><Relationship Id="rId12" Type="http://schemas.openxmlformats.org/officeDocument/2006/relationships/slideLayout" Target="../slideLayouts/slideLayout873.xml"/><Relationship Id="rId13" Type="http://schemas.openxmlformats.org/officeDocument/2006/relationships/slideLayout" Target="../slideLayouts/slideLayout874.xml"/><Relationship Id="rId14" Type="http://schemas.openxmlformats.org/officeDocument/2006/relationships/slideLayout" Target="../slideLayouts/slideLayout875.xml"/><Relationship Id="rId15" Type="http://schemas.openxmlformats.org/officeDocument/2006/relationships/slideLayout" Target="../slideLayouts/slideLayout876.xml"/>
</Relationships>
</file>

<file path=ppt/slideMasters/_rels/slideMaster74.xml.rels><?xml version="1.0" encoding="UTF-8"?>
<Relationships xmlns="http://schemas.openxmlformats.org/package/2006/relationships"><Relationship Id="rId1" Type="http://schemas.openxmlformats.org/officeDocument/2006/relationships/theme" Target="../theme/theme74.xml"/><Relationship Id="rId2" Type="http://schemas.openxmlformats.org/officeDocument/2006/relationships/image" Target="../media/image75.jpeg"/><Relationship Id="rId3" Type="http://schemas.openxmlformats.org/officeDocument/2006/relationships/image" Target="../media/image76.jpeg"/><Relationship Id="rId4" Type="http://schemas.openxmlformats.org/officeDocument/2006/relationships/slideLayout" Target="../slideLayouts/slideLayout877.xml"/><Relationship Id="rId5" Type="http://schemas.openxmlformats.org/officeDocument/2006/relationships/slideLayout" Target="../slideLayouts/slideLayout878.xml"/><Relationship Id="rId6" Type="http://schemas.openxmlformats.org/officeDocument/2006/relationships/slideLayout" Target="../slideLayouts/slideLayout879.xml"/><Relationship Id="rId7" Type="http://schemas.openxmlformats.org/officeDocument/2006/relationships/slideLayout" Target="../slideLayouts/slideLayout880.xml"/><Relationship Id="rId8" Type="http://schemas.openxmlformats.org/officeDocument/2006/relationships/slideLayout" Target="../slideLayouts/slideLayout881.xml"/><Relationship Id="rId9" Type="http://schemas.openxmlformats.org/officeDocument/2006/relationships/slideLayout" Target="../slideLayouts/slideLayout882.xml"/><Relationship Id="rId10" Type="http://schemas.openxmlformats.org/officeDocument/2006/relationships/slideLayout" Target="../slideLayouts/slideLayout883.xml"/><Relationship Id="rId11" Type="http://schemas.openxmlformats.org/officeDocument/2006/relationships/slideLayout" Target="../slideLayouts/slideLayout884.xml"/><Relationship Id="rId12" Type="http://schemas.openxmlformats.org/officeDocument/2006/relationships/slideLayout" Target="../slideLayouts/slideLayout885.xml"/><Relationship Id="rId13" Type="http://schemas.openxmlformats.org/officeDocument/2006/relationships/slideLayout" Target="../slideLayouts/slideLayout886.xml"/><Relationship Id="rId14" Type="http://schemas.openxmlformats.org/officeDocument/2006/relationships/slideLayout" Target="../slideLayouts/slideLayout887.xml"/><Relationship Id="rId15" Type="http://schemas.openxmlformats.org/officeDocument/2006/relationships/slideLayout" Target="../slideLayouts/slideLayout888.xml"/>
</Relationships>
</file>

<file path=ppt/slideMasters/_rels/slideMaster75.xml.rels><?xml version="1.0" encoding="UTF-8"?>
<Relationships xmlns="http://schemas.openxmlformats.org/package/2006/relationships"><Relationship Id="rId1" Type="http://schemas.openxmlformats.org/officeDocument/2006/relationships/theme" Target="../theme/theme75.xml"/><Relationship Id="rId2" Type="http://schemas.openxmlformats.org/officeDocument/2006/relationships/image" Target="../media/image77.jpeg"/><Relationship Id="rId3" Type="http://schemas.openxmlformats.org/officeDocument/2006/relationships/slideLayout" Target="../slideLayouts/slideLayout889.xml"/><Relationship Id="rId4" Type="http://schemas.openxmlformats.org/officeDocument/2006/relationships/slideLayout" Target="../slideLayouts/slideLayout890.xml"/><Relationship Id="rId5" Type="http://schemas.openxmlformats.org/officeDocument/2006/relationships/slideLayout" Target="../slideLayouts/slideLayout891.xml"/><Relationship Id="rId6" Type="http://schemas.openxmlformats.org/officeDocument/2006/relationships/slideLayout" Target="../slideLayouts/slideLayout892.xml"/><Relationship Id="rId7" Type="http://schemas.openxmlformats.org/officeDocument/2006/relationships/slideLayout" Target="../slideLayouts/slideLayout893.xml"/><Relationship Id="rId8" Type="http://schemas.openxmlformats.org/officeDocument/2006/relationships/slideLayout" Target="../slideLayouts/slideLayout894.xml"/><Relationship Id="rId9" Type="http://schemas.openxmlformats.org/officeDocument/2006/relationships/slideLayout" Target="../slideLayouts/slideLayout895.xml"/><Relationship Id="rId10" Type="http://schemas.openxmlformats.org/officeDocument/2006/relationships/slideLayout" Target="../slideLayouts/slideLayout896.xml"/><Relationship Id="rId11" Type="http://schemas.openxmlformats.org/officeDocument/2006/relationships/slideLayout" Target="../slideLayouts/slideLayout897.xml"/><Relationship Id="rId12" Type="http://schemas.openxmlformats.org/officeDocument/2006/relationships/slideLayout" Target="../slideLayouts/slideLayout898.xml"/><Relationship Id="rId13" Type="http://schemas.openxmlformats.org/officeDocument/2006/relationships/slideLayout" Target="../slideLayouts/slideLayout899.xml"/><Relationship Id="rId14" Type="http://schemas.openxmlformats.org/officeDocument/2006/relationships/slideLayout" Target="../slideLayouts/slideLayout900.xml"/>
</Relationships>
</file>

<file path=ppt/slideMasters/_rels/slideMaster76.xml.rels><?xml version="1.0" encoding="UTF-8"?>
<Relationships xmlns="http://schemas.openxmlformats.org/package/2006/relationships"><Relationship Id="rId1" Type="http://schemas.openxmlformats.org/officeDocument/2006/relationships/theme" Target="../theme/theme76.xml"/><Relationship Id="rId2" Type="http://schemas.openxmlformats.org/officeDocument/2006/relationships/image" Target="../media/image78.jpeg"/><Relationship Id="rId3" Type="http://schemas.openxmlformats.org/officeDocument/2006/relationships/slideLayout" Target="../slideLayouts/slideLayout901.xml"/><Relationship Id="rId4" Type="http://schemas.openxmlformats.org/officeDocument/2006/relationships/slideLayout" Target="../slideLayouts/slideLayout902.xml"/><Relationship Id="rId5" Type="http://schemas.openxmlformats.org/officeDocument/2006/relationships/slideLayout" Target="../slideLayouts/slideLayout903.xml"/><Relationship Id="rId6" Type="http://schemas.openxmlformats.org/officeDocument/2006/relationships/slideLayout" Target="../slideLayouts/slideLayout904.xml"/><Relationship Id="rId7" Type="http://schemas.openxmlformats.org/officeDocument/2006/relationships/slideLayout" Target="../slideLayouts/slideLayout905.xml"/><Relationship Id="rId8" Type="http://schemas.openxmlformats.org/officeDocument/2006/relationships/slideLayout" Target="../slideLayouts/slideLayout906.xml"/><Relationship Id="rId9" Type="http://schemas.openxmlformats.org/officeDocument/2006/relationships/slideLayout" Target="../slideLayouts/slideLayout907.xml"/><Relationship Id="rId10" Type="http://schemas.openxmlformats.org/officeDocument/2006/relationships/slideLayout" Target="../slideLayouts/slideLayout908.xml"/><Relationship Id="rId11" Type="http://schemas.openxmlformats.org/officeDocument/2006/relationships/slideLayout" Target="../slideLayouts/slideLayout909.xml"/><Relationship Id="rId12" Type="http://schemas.openxmlformats.org/officeDocument/2006/relationships/slideLayout" Target="../slideLayouts/slideLayout910.xml"/><Relationship Id="rId13" Type="http://schemas.openxmlformats.org/officeDocument/2006/relationships/slideLayout" Target="../slideLayouts/slideLayout911.xml"/><Relationship Id="rId14" Type="http://schemas.openxmlformats.org/officeDocument/2006/relationships/slideLayout" Target="../slideLayouts/slideLayout912.xml"/>
</Relationships>
</file>

<file path=ppt/slideMasters/_rels/slideMaster77.xml.rels><?xml version="1.0" encoding="UTF-8"?>
<Relationships xmlns="http://schemas.openxmlformats.org/package/2006/relationships"><Relationship Id="rId1" Type="http://schemas.openxmlformats.org/officeDocument/2006/relationships/theme" Target="../theme/theme77.xml"/><Relationship Id="rId2" Type="http://schemas.openxmlformats.org/officeDocument/2006/relationships/image" Target="../media/image79.jpeg"/><Relationship Id="rId3" Type="http://schemas.openxmlformats.org/officeDocument/2006/relationships/slideLayout" Target="../slideLayouts/slideLayout913.xml"/><Relationship Id="rId4" Type="http://schemas.openxmlformats.org/officeDocument/2006/relationships/slideLayout" Target="../slideLayouts/slideLayout914.xml"/><Relationship Id="rId5" Type="http://schemas.openxmlformats.org/officeDocument/2006/relationships/slideLayout" Target="../slideLayouts/slideLayout915.xml"/><Relationship Id="rId6" Type="http://schemas.openxmlformats.org/officeDocument/2006/relationships/slideLayout" Target="../slideLayouts/slideLayout916.xml"/><Relationship Id="rId7" Type="http://schemas.openxmlformats.org/officeDocument/2006/relationships/slideLayout" Target="../slideLayouts/slideLayout917.xml"/><Relationship Id="rId8" Type="http://schemas.openxmlformats.org/officeDocument/2006/relationships/slideLayout" Target="../slideLayouts/slideLayout918.xml"/><Relationship Id="rId9" Type="http://schemas.openxmlformats.org/officeDocument/2006/relationships/slideLayout" Target="../slideLayouts/slideLayout919.xml"/><Relationship Id="rId10" Type="http://schemas.openxmlformats.org/officeDocument/2006/relationships/slideLayout" Target="../slideLayouts/slideLayout920.xml"/><Relationship Id="rId11" Type="http://schemas.openxmlformats.org/officeDocument/2006/relationships/slideLayout" Target="../slideLayouts/slideLayout921.xml"/><Relationship Id="rId12" Type="http://schemas.openxmlformats.org/officeDocument/2006/relationships/slideLayout" Target="../slideLayouts/slideLayout922.xml"/><Relationship Id="rId13" Type="http://schemas.openxmlformats.org/officeDocument/2006/relationships/slideLayout" Target="../slideLayouts/slideLayout923.xml"/><Relationship Id="rId14" Type="http://schemas.openxmlformats.org/officeDocument/2006/relationships/slideLayout" Target="../slideLayouts/slideLayout924.xml"/>
</Relationships>
</file>

<file path=ppt/slideMasters/_rels/slideMaster78.xml.rels><?xml version="1.0" encoding="UTF-8"?>
<Relationships xmlns="http://schemas.openxmlformats.org/package/2006/relationships"><Relationship Id="rId1" Type="http://schemas.openxmlformats.org/officeDocument/2006/relationships/theme" Target="../theme/theme78.xml"/><Relationship Id="rId2" Type="http://schemas.openxmlformats.org/officeDocument/2006/relationships/image" Target="../media/image80.jpeg"/><Relationship Id="rId3" Type="http://schemas.openxmlformats.org/officeDocument/2006/relationships/slideLayout" Target="../slideLayouts/slideLayout925.xml"/><Relationship Id="rId4" Type="http://schemas.openxmlformats.org/officeDocument/2006/relationships/slideLayout" Target="../slideLayouts/slideLayout926.xml"/><Relationship Id="rId5" Type="http://schemas.openxmlformats.org/officeDocument/2006/relationships/slideLayout" Target="../slideLayouts/slideLayout927.xml"/><Relationship Id="rId6" Type="http://schemas.openxmlformats.org/officeDocument/2006/relationships/slideLayout" Target="../slideLayouts/slideLayout928.xml"/><Relationship Id="rId7" Type="http://schemas.openxmlformats.org/officeDocument/2006/relationships/slideLayout" Target="../slideLayouts/slideLayout929.xml"/><Relationship Id="rId8" Type="http://schemas.openxmlformats.org/officeDocument/2006/relationships/slideLayout" Target="../slideLayouts/slideLayout930.xml"/><Relationship Id="rId9" Type="http://schemas.openxmlformats.org/officeDocument/2006/relationships/slideLayout" Target="../slideLayouts/slideLayout931.xml"/><Relationship Id="rId10" Type="http://schemas.openxmlformats.org/officeDocument/2006/relationships/slideLayout" Target="../slideLayouts/slideLayout932.xml"/><Relationship Id="rId11" Type="http://schemas.openxmlformats.org/officeDocument/2006/relationships/slideLayout" Target="../slideLayouts/slideLayout933.xml"/><Relationship Id="rId12" Type="http://schemas.openxmlformats.org/officeDocument/2006/relationships/slideLayout" Target="../slideLayouts/slideLayout934.xml"/><Relationship Id="rId13" Type="http://schemas.openxmlformats.org/officeDocument/2006/relationships/slideLayout" Target="../slideLayouts/slideLayout935.xml"/><Relationship Id="rId14" Type="http://schemas.openxmlformats.org/officeDocument/2006/relationships/slideLayout" Target="../slideLayouts/slideLayout936.xml"/>
</Relationships>
</file>

<file path=ppt/slideMasters/_rels/slideMaster79.xml.rels><?xml version="1.0" encoding="UTF-8"?>
<Relationships xmlns="http://schemas.openxmlformats.org/package/2006/relationships"><Relationship Id="rId1" Type="http://schemas.openxmlformats.org/officeDocument/2006/relationships/theme" Target="../theme/theme79.xml"/><Relationship Id="rId2" Type="http://schemas.openxmlformats.org/officeDocument/2006/relationships/slideLayout" Target="../slideLayouts/slideLayout937.xml"/><Relationship Id="rId3" Type="http://schemas.openxmlformats.org/officeDocument/2006/relationships/slideLayout" Target="../slideLayouts/slideLayout938.xml"/><Relationship Id="rId4" Type="http://schemas.openxmlformats.org/officeDocument/2006/relationships/slideLayout" Target="../slideLayouts/slideLayout939.xml"/><Relationship Id="rId5" Type="http://schemas.openxmlformats.org/officeDocument/2006/relationships/slideLayout" Target="../slideLayouts/slideLayout940.xml"/><Relationship Id="rId6" Type="http://schemas.openxmlformats.org/officeDocument/2006/relationships/slideLayout" Target="../slideLayouts/slideLayout941.xml"/><Relationship Id="rId7" Type="http://schemas.openxmlformats.org/officeDocument/2006/relationships/slideLayout" Target="../slideLayouts/slideLayout942.xml"/><Relationship Id="rId8" Type="http://schemas.openxmlformats.org/officeDocument/2006/relationships/slideLayout" Target="../slideLayouts/slideLayout943.xml"/><Relationship Id="rId9" Type="http://schemas.openxmlformats.org/officeDocument/2006/relationships/slideLayout" Target="../slideLayouts/slideLayout944.xml"/><Relationship Id="rId10" Type="http://schemas.openxmlformats.org/officeDocument/2006/relationships/slideLayout" Target="../slideLayouts/slideLayout945.xml"/><Relationship Id="rId11" Type="http://schemas.openxmlformats.org/officeDocument/2006/relationships/slideLayout" Target="../slideLayouts/slideLayout946.xml"/><Relationship Id="rId12" Type="http://schemas.openxmlformats.org/officeDocument/2006/relationships/slideLayout" Target="../slideLayouts/slideLayout947.xml"/><Relationship Id="rId13" Type="http://schemas.openxmlformats.org/officeDocument/2006/relationships/slideLayout" Target="../slideLayouts/slideLayout948.xml"/>
</Relationships>
</file>

<file path=ppt/slideMasters/_rels/slideMaster80.xml.rels><?xml version="1.0" encoding="UTF-8"?>
<Relationships xmlns="http://schemas.openxmlformats.org/package/2006/relationships"><Relationship Id="rId1" Type="http://schemas.openxmlformats.org/officeDocument/2006/relationships/theme" Target="../theme/theme80.xml"/><Relationship Id="rId2" Type="http://schemas.openxmlformats.org/officeDocument/2006/relationships/image" Target="../media/image81.jpeg"/><Relationship Id="rId3" Type="http://schemas.openxmlformats.org/officeDocument/2006/relationships/slideLayout" Target="../slideLayouts/slideLayout949.xml"/><Relationship Id="rId4" Type="http://schemas.openxmlformats.org/officeDocument/2006/relationships/slideLayout" Target="../slideLayouts/slideLayout950.xml"/><Relationship Id="rId5" Type="http://schemas.openxmlformats.org/officeDocument/2006/relationships/slideLayout" Target="../slideLayouts/slideLayout951.xml"/><Relationship Id="rId6" Type="http://schemas.openxmlformats.org/officeDocument/2006/relationships/slideLayout" Target="../slideLayouts/slideLayout952.xml"/><Relationship Id="rId7" Type="http://schemas.openxmlformats.org/officeDocument/2006/relationships/slideLayout" Target="../slideLayouts/slideLayout953.xml"/><Relationship Id="rId8" Type="http://schemas.openxmlformats.org/officeDocument/2006/relationships/slideLayout" Target="../slideLayouts/slideLayout954.xml"/><Relationship Id="rId9" Type="http://schemas.openxmlformats.org/officeDocument/2006/relationships/slideLayout" Target="../slideLayouts/slideLayout955.xml"/><Relationship Id="rId10" Type="http://schemas.openxmlformats.org/officeDocument/2006/relationships/slideLayout" Target="../slideLayouts/slideLayout956.xml"/><Relationship Id="rId11" Type="http://schemas.openxmlformats.org/officeDocument/2006/relationships/slideLayout" Target="../slideLayouts/slideLayout957.xml"/><Relationship Id="rId12" Type="http://schemas.openxmlformats.org/officeDocument/2006/relationships/slideLayout" Target="../slideLayouts/slideLayout958.xml"/><Relationship Id="rId13" Type="http://schemas.openxmlformats.org/officeDocument/2006/relationships/slideLayout" Target="../slideLayouts/slideLayout959.xml"/><Relationship Id="rId14" Type="http://schemas.openxmlformats.org/officeDocument/2006/relationships/slideLayout" Target="../slideLayouts/slideLayout960.xml"/>
</Relationships>
</file>

<file path=ppt/slideMasters/_rels/slideMaster81.xml.rels><?xml version="1.0" encoding="UTF-8"?>
<Relationships xmlns="http://schemas.openxmlformats.org/package/2006/relationships"><Relationship Id="rId1" Type="http://schemas.openxmlformats.org/officeDocument/2006/relationships/theme" Target="../theme/theme81.xml"/><Relationship Id="rId2" Type="http://schemas.openxmlformats.org/officeDocument/2006/relationships/image" Target="../media/image82.jpeg"/><Relationship Id="rId3" Type="http://schemas.openxmlformats.org/officeDocument/2006/relationships/image" Target="../media/image83.jpeg"/><Relationship Id="rId4" Type="http://schemas.openxmlformats.org/officeDocument/2006/relationships/slideLayout" Target="../slideLayouts/slideLayout961.xml"/><Relationship Id="rId5" Type="http://schemas.openxmlformats.org/officeDocument/2006/relationships/slideLayout" Target="../slideLayouts/slideLayout962.xml"/><Relationship Id="rId6" Type="http://schemas.openxmlformats.org/officeDocument/2006/relationships/slideLayout" Target="../slideLayouts/slideLayout963.xml"/><Relationship Id="rId7" Type="http://schemas.openxmlformats.org/officeDocument/2006/relationships/slideLayout" Target="../slideLayouts/slideLayout964.xml"/><Relationship Id="rId8" Type="http://schemas.openxmlformats.org/officeDocument/2006/relationships/slideLayout" Target="../slideLayouts/slideLayout965.xml"/><Relationship Id="rId9" Type="http://schemas.openxmlformats.org/officeDocument/2006/relationships/slideLayout" Target="../slideLayouts/slideLayout966.xml"/><Relationship Id="rId10" Type="http://schemas.openxmlformats.org/officeDocument/2006/relationships/slideLayout" Target="../slideLayouts/slideLayout967.xml"/><Relationship Id="rId11" Type="http://schemas.openxmlformats.org/officeDocument/2006/relationships/slideLayout" Target="../slideLayouts/slideLayout968.xml"/><Relationship Id="rId12" Type="http://schemas.openxmlformats.org/officeDocument/2006/relationships/slideLayout" Target="../slideLayouts/slideLayout969.xml"/><Relationship Id="rId13" Type="http://schemas.openxmlformats.org/officeDocument/2006/relationships/slideLayout" Target="../slideLayouts/slideLayout970.xml"/><Relationship Id="rId14" Type="http://schemas.openxmlformats.org/officeDocument/2006/relationships/slideLayout" Target="../slideLayouts/slideLayout971.xml"/><Relationship Id="rId15" Type="http://schemas.openxmlformats.org/officeDocument/2006/relationships/slideLayout" Target="../slideLayouts/slideLayout972.xml"/>
</Relationships>
</file>

<file path=ppt/slideMasters/_rels/slideMaster82.xml.rels><?xml version="1.0" encoding="UTF-8"?>
<Relationships xmlns="http://schemas.openxmlformats.org/package/2006/relationships"><Relationship Id="rId1" Type="http://schemas.openxmlformats.org/officeDocument/2006/relationships/theme" Target="../theme/theme82.xml"/><Relationship Id="rId2" Type="http://schemas.openxmlformats.org/officeDocument/2006/relationships/image" Target="../media/image84.jpeg"/><Relationship Id="rId3" Type="http://schemas.openxmlformats.org/officeDocument/2006/relationships/slideLayout" Target="../slideLayouts/slideLayout973.xml"/><Relationship Id="rId4" Type="http://schemas.openxmlformats.org/officeDocument/2006/relationships/slideLayout" Target="../slideLayouts/slideLayout974.xml"/><Relationship Id="rId5" Type="http://schemas.openxmlformats.org/officeDocument/2006/relationships/slideLayout" Target="../slideLayouts/slideLayout975.xml"/><Relationship Id="rId6" Type="http://schemas.openxmlformats.org/officeDocument/2006/relationships/slideLayout" Target="../slideLayouts/slideLayout976.xml"/><Relationship Id="rId7" Type="http://schemas.openxmlformats.org/officeDocument/2006/relationships/slideLayout" Target="../slideLayouts/slideLayout977.xml"/><Relationship Id="rId8" Type="http://schemas.openxmlformats.org/officeDocument/2006/relationships/slideLayout" Target="../slideLayouts/slideLayout978.xml"/><Relationship Id="rId9" Type="http://schemas.openxmlformats.org/officeDocument/2006/relationships/slideLayout" Target="../slideLayouts/slideLayout979.xml"/><Relationship Id="rId10" Type="http://schemas.openxmlformats.org/officeDocument/2006/relationships/slideLayout" Target="../slideLayouts/slideLayout980.xml"/><Relationship Id="rId11" Type="http://schemas.openxmlformats.org/officeDocument/2006/relationships/slideLayout" Target="../slideLayouts/slideLayout981.xml"/><Relationship Id="rId12" Type="http://schemas.openxmlformats.org/officeDocument/2006/relationships/slideLayout" Target="../slideLayouts/slideLayout982.xml"/><Relationship Id="rId13" Type="http://schemas.openxmlformats.org/officeDocument/2006/relationships/slideLayout" Target="../slideLayouts/slideLayout983.xml"/><Relationship Id="rId14" Type="http://schemas.openxmlformats.org/officeDocument/2006/relationships/slideLayout" Target="../slideLayouts/slideLayout984.xml"/>
</Relationships>
</file>

<file path=ppt/slideMasters/_rels/slideMaster83.xml.rels><?xml version="1.0" encoding="UTF-8"?>
<Relationships xmlns="http://schemas.openxmlformats.org/package/2006/relationships"><Relationship Id="rId1" Type="http://schemas.openxmlformats.org/officeDocument/2006/relationships/theme" Target="../theme/theme83.xml"/><Relationship Id="rId2" Type="http://schemas.openxmlformats.org/officeDocument/2006/relationships/image" Target="../media/image85.jpeg"/><Relationship Id="rId3" Type="http://schemas.openxmlformats.org/officeDocument/2006/relationships/slideLayout" Target="../slideLayouts/slideLayout985.xml"/><Relationship Id="rId4" Type="http://schemas.openxmlformats.org/officeDocument/2006/relationships/slideLayout" Target="../slideLayouts/slideLayout986.xml"/><Relationship Id="rId5" Type="http://schemas.openxmlformats.org/officeDocument/2006/relationships/slideLayout" Target="../slideLayouts/slideLayout987.xml"/><Relationship Id="rId6" Type="http://schemas.openxmlformats.org/officeDocument/2006/relationships/slideLayout" Target="../slideLayouts/slideLayout988.xml"/><Relationship Id="rId7" Type="http://schemas.openxmlformats.org/officeDocument/2006/relationships/slideLayout" Target="../slideLayouts/slideLayout989.xml"/><Relationship Id="rId8" Type="http://schemas.openxmlformats.org/officeDocument/2006/relationships/slideLayout" Target="../slideLayouts/slideLayout990.xml"/><Relationship Id="rId9" Type="http://schemas.openxmlformats.org/officeDocument/2006/relationships/slideLayout" Target="../slideLayouts/slideLayout991.xml"/><Relationship Id="rId10" Type="http://schemas.openxmlformats.org/officeDocument/2006/relationships/slideLayout" Target="../slideLayouts/slideLayout992.xml"/><Relationship Id="rId11" Type="http://schemas.openxmlformats.org/officeDocument/2006/relationships/slideLayout" Target="../slideLayouts/slideLayout993.xml"/><Relationship Id="rId12" Type="http://schemas.openxmlformats.org/officeDocument/2006/relationships/slideLayout" Target="../slideLayouts/slideLayout994.xml"/><Relationship Id="rId13" Type="http://schemas.openxmlformats.org/officeDocument/2006/relationships/slideLayout" Target="../slideLayouts/slideLayout995.xml"/><Relationship Id="rId14" Type="http://schemas.openxmlformats.org/officeDocument/2006/relationships/slideLayout" Target="../slideLayouts/slideLayout996.xml"/>
</Relationships>
</file>

<file path=ppt/slideMasters/_rels/slideMaster84.xml.rels><?xml version="1.0" encoding="UTF-8"?>
<Relationships xmlns="http://schemas.openxmlformats.org/package/2006/relationships"><Relationship Id="rId1" Type="http://schemas.openxmlformats.org/officeDocument/2006/relationships/theme" Target="../theme/theme84.xml"/><Relationship Id="rId2" Type="http://schemas.openxmlformats.org/officeDocument/2006/relationships/image" Target="../media/image86.jpeg"/><Relationship Id="rId3" Type="http://schemas.openxmlformats.org/officeDocument/2006/relationships/slideLayout" Target="../slideLayouts/slideLayout997.xml"/><Relationship Id="rId4" Type="http://schemas.openxmlformats.org/officeDocument/2006/relationships/slideLayout" Target="../slideLayouts/slideLayout998.xml"/><Relationship Id="rId5" Type="http://schemas.openxmlformats.org/officeDocument/2006/relationships/slideLayout" Target="../slideLayouts/slideLayout999.xml"/><Relationship Id="rId6" Type="http://schemas.openxmlformats.org/officeDocument/2006/relationships/slideLayout" Target="../slideLayouts/slideLayout1000.xml"/><Relationship Id="rId7" Type="http://schemas.openxmlformats.org/officeDocument/2006/relationships/slideLayout" Target="../slideLayouts/slideLayout1001.xml"/><Relationship Id="rId8" Type="http://schemas.openxmlformats.org/officeDocument/2006/relationships/slideLayout" Target="../slideLayouts/slideLayout1002.xml"/><Relationship Id="rId9" Type="http://schemas.openxmlformats.org/officeDocument/2006/relationships/slideLayout" Target="../slideLayouts/slideLayout1003.xml"/><Relationship Id="rId10" Type="http://schemas.openxmlformats.org/officeDocument/2006/relationships/slideLayout" Target="../slideLayouts/slideLayout1004.xml"/><Relationship Id="rId11" Type="http://schemas.openxmlformats.org/officeDocument/2006/relationships/slideLayout" Target="../slideLayouts/slideLayout1005.xml"/><Relationship Id="rId12" Type="http://schemas.openxmlformats.org/officeDocument/2006/relationships/slideLayout" Target="../slideLayouts/slideLayout1006.xml"/><Relationship Id="rId13" Type="http://schemas.openxmlformats.org/officeDocument/2006/relationships/slideLayout" Target="../slideLayouts/slideLayout1007.xml"/><Relationship Id="rId14" Type="http://schemas.openxmlformats.org/officeDocument/2006/relationships/slideLayout" Target="../slideLayouts/slideLayout1008.xml"/>
</Relationships>
</file>

<file path=ppt/slideMasters/_rels/slideMaster85.xml.rels><?xml version="1.0" encoding="UTF-8"?>
<Relationships xmlns="http://schemas.openxmlformats.org/package/2006/relationships"><Relationship Id="rId1" Type="http://schemas.openxmlformats.org/officeDocument/2006/relationships/theme" Target="../theme/theme85.xml"/><Relationship Id="rId2" Type="http://schemas.openxmlformats.org/officeDocument/2006/relationships/image" Target="../media/image87.jpeg"/><Relationship Id="rId3" Type="http://schemas.openxmlformats.org/officeDocument/2006/relationships/slideLayout" Target="../slideLayouts/slideLayout1009.xml"/><Relationship Id="rId4" Type="http://schemas.openxmlformats.org/officeDocument/2006/relationships/slideLayout" Target="../slideLayouts/slideLayout1010.xml"/><Relationship Id="rId5" Type="http://schemas.openxmlformats.org/officeDocument/2006/relationships/slideLayout" Target="../slideLayouts/slideLayout1011.xml"/><Relationship Id="rId6" Type="http://schemas.openxmlformats.org/officeDocument/2006/relationships/slideLayout" Target="../slideLayouts/slideLayout1012.xml"/><Relationship Id="rId7" Type="http://schemas.openxmlformats.org/officeDocument/2006/relationships/slideLayout" Target="../slideLayouts/slideLayout1013.xml"/><Relationship Id="rId8" Type="http://schemas.openxmlformats.org/officeDocument/2006/relationships/slideLayout" Target="../slideLayouts/slideLayout1014.xml"/><Relationship Id="rId9" Type="http://schemas.openxmlformats.org/officeDocument/2006/relationships/slideLayout" Target="../slideLayouts/slideLayout1015.xml"/><Relationship Id="rId10" Type="http://schemas.openxmlformats.org/officeDocument/2006/relationships/slideLayout" Target="../slideLayouts/slideLayout1016.xml"/><Relationship Id="rId11" Type="http://schemas.openxmlformats.org/officeDocument/2006/relationships/slideLayout" Target="../slideLayouts/slideLayout1017.xml"/><Relationship Id="rId12" Type="http://schemas.openxmlformats.org/officeDocument/2006/relationships/slideLayout" Target="../slideLayouts/slideLayout1018.xml"/><Relationship Id="rId13" Type="http://schemas.openxmlformats.org/officeDocument/2006/relationships/slideLayout" Target="../slideLayouts/slideLayout1019.xml"/><Relationship Id="rId14" Type="http://schemas.openxmlformats.org/officeDocument/2006/relationships/slideLayout" Target="../slideLayouts/slideLayout1020.xml"/>
</Relationships>
</file>

<file path=ppt/slideMasters/_rels/slideMaster86.xml.rels><?xml version="1.0" encoding="UTF-8"?>
<Relationships xmlns="http://schemas.openxmlformats.org/package/2006/relationships"><Relationship Id="rId1" Type="http://schemas.openxmlformats.org/officeDocument/2006/relationships/theme" Target="../theme/theme86.xml"/><Relationship Id="rId2" Type="http://schemas.openxmlformats.org/officeDocument/2006/relationships/slideLayout" Target="../slideLayouts/slideLayout1021.xml"/><Relationship Id="rId3" Type="http://schemas.openxmlformats.org/officeDocument/2006/relationships/slideLayout" Target="../slideLayouts/slideLayout1022.xml"/><Relationship Id="rId4" Type="http://schemas.openxmlformats.org/officeDocument/2006/relationships/slideLayout" Target="../slideLayouts/slideLayout1023.xml"/><Relationship Id="rId5" Type="http://schemas.openxmlformats.org/officeDocument/2006/relationships/slideLayout" Target="../slideLayouts/slideLayout1024.xml"/><Relationship Id="rId6" Type="http://schemas.openxmlformats.org/officeDocument/2006/relationships/slideLayout" Target="../slideLayouts/slideLayout1025.xml"/><Relationship Id="rId7" Type="http://schemas.openxmlformats.org/officeDocument/2006/relationships/slideLayout" Target="../slideLayouts/slideLayout1026.xml"/><Relationship Id="rId8" Type="http://schemas.openxmlformats.org/officeDocument/2006/relationships/slideLayout" Target="../slideLayouts/slideLayout1027.xml"/><Relationship Id="rId9" Type="http://schemas.openxmlformats.org/officeDocument/2006/relationships/slideLayout" Target="../slideLayouts/slideLayout1028.xml"/><Relationship Id="rId10" Type="http://schemas.openxmlformats.org/officeDocument/2006/relationships/slideLayout" Target="../slideLayouts/slideLayout1029.xml"/><Relationship Id="rId11" Type="http://schemas.openxmlformats.org/officeDocument/2006/relationships/slideLayout" Target="../slideLayouts/slideLayout1030.xml"/><Relationship Id="rId12" Type="http://schemas.openxmlformats.org/officeDocument/2006/relationships/slideLayout" Target="../slideLayouts/slideLayout1031.xml"/><Relationship Id="rId13" Type="http://schemas.openxmlformats.org/officeDocument/2006/relationships/slideLayout" Target="../slideLayouts/slideLayout1032.xml"/>
</Relationships>
</file>

<file path=ppt/slideMasters/_rels/slideMaster87.xml.rels><?xml version="1.0" encoding="UTF-8"?>
<Relationships xmlns="http://schemas.openxmlformats.org/package/2006/relationships"><Relationship Id="rId1" Type="http://schemas.openxmlformats.org/officeDocument/2006/relationships/theme" Target="../theme/theme87.xml"/><Relationship Id="rId2" Type="http://schemas.openxmlformats.org/officeDocument/2006/relationships/image" Target="../media/image88.jpeg"/><Relationship Id="rId3" Type="http://schemas.openxmlformats.org/officeDocument/2006/relationships/slideLayout" Target="../slideLayouts/slideLayout1033.xml"/><Relationship Id="rId4" Type="http://schemas.openxmlformats.org/officeDocument/2006/relationships/slideLayout" Target="../slideLayouts/slideLayout1034.xml"/><Relationship Id="rId5" Type="http://schemas.openxmlformats.org/officeDocument/2006/relationships/slideLayout" Target="../slideLayouts/slideLayout1035.xml"/><Relationship Id="rId6" Type="http://schemas.openxmlformats.org/officeDocument/2006/relationships/slideLayout" Target="../slideLayouts/slideLayout1036.xml"/><Relationship Id="rId7" Type="http://schemas.openxmlformats.org/officeDocument/2006/relationships/slideLayout" Target="../slideLayouts/slideLayout1037.xml"/><Relationship Id="rId8" Type="http://schemas.openxmlformats.org/officeDocument/2006/relationships/slideLayout" Target="../slideLayouts/slideLayout1038.xml"/><Relationship Id="rId9" Type="http://schemas.openxmlformats.org/officeDocument/2006/relationships/slideLayout" Target="../slideLayouts/slideLayout1039.xml"/><Relationship Id="rId10" Type="http://schemas.openxmlformats.org/officeDocument/2006/relationships/slideLayout" Target="../slideLayouts/slideLayout1040.xml"/><Relationship Id="rId11" Type="http://schemas.openxmlformats.org/officeDocument/2006/relationships/slideLayout" Target="../slideLayouts/slideLayout1041.xml"/><Relationship Id="rId12" Type="http://schemas.openxmlformats.org/officeDocument/2006/relationships/slideLayout" Target="../slideLayouts/slideLayout1042.xml"/><Relationship Id="rId13" Type="http://schemas.openxmlformats.org/officeDocument/2006/relationships/slideLayout" Target="../slideLayouts/slideLayout1043.xml"/><Relationship Id="rId14" Type="http://schemas.openxmlformats.org/officeDocument/2006/relationships/slideLayout" Target="../slideLayouts/slideLayout1044.xml"/>
</Relationships>
</file>

<file path=ppt/slideMasters/_rels/slideMaster88.xml.rels><?xml version="1.0" encoding="UTF-8"?>
<Relationships xmlns="http://schemas.openxmlformats.org/package/2006/relationships"><Relationship Id="rId1" Type="http://schemas.openxmlformats.org/officeDocument/2006/relationships/theme" Target="../theme/theme88.xml"/><Relationship Id="rId2" Type="http://schemas.openxmlformats.org/officeDocument/2006/relationships/image" Target="../media/image89.jpeg"/><Relationship Id="rId3" Type="http://schemas.openxmlformats.org/officeDocument/2006/relationships/image" Target="../media/image90.jpeg"/><Relationship Id="rId4" Type="http://schemas.openxmlformats.org/officeDocument/2006/relationships/slideLayout" Target="../slideLayouts/slideLayout1045.xml"/><Relationship Id="rId5" Type="http://schemas.openxmlformats.org/officeDocument/2006/relationships/slideLayout" Target="../slideLayouts/slideLayout1046.xml"/><Relationship Id="rId6" Type="http://schemas.openxmlformats.org/officeDocument/2006/relationships/slideLayout" Target="../slideLayouts/slideLayout1047.xml"/><Relationship Id="rId7" Type="http://schemas.openxmlformats.org/officeDocument/2006/relationships/slideLayout" Target="../slideLayouts/slideLayout1048.xml"/><Relationship Id="rId8" Type="http://schemas.openxmlformats.org/officeDocument/2006/relationships/slideLayout" Target="../slideLayouts/slideLayout1049.xml"/><Relationship Id="rId9" Type="http://schemas.openxmlformats.org/officeDocument/2006/relationships/slideLayout" Target="../slideLayouts/slideLayout1050.xml"/><Relationship Id="rId10" Type="http://schemas.openxmlformats.org/officeDocument/2006/relationships/slideLayout" Target="../slideLayouts/slideLayout1051.xml"/><Relationship Id="rId11" Type="http://schemas.openxmlformats.org/officeDocument/2006/relationships/slideLayout" Target="../slideLayouts/slideLayout1052.xml"/><Relationship Id="rId12" Type="http://schemas.openxmlformats.org/officeDocument/2006/relationships/slideLayout" Target="../slideLayouts/slideLayout1053.xml"/><Relationship Id="rId13" Type="http://schemas.openxmlformats.org/officeDocument/2006/relationships/slideLayout" Target="../slideLayouts/slideLayout1054.xml"/><Relationship Id="rId14" Type="http://schemas.openxmlformats.org/officeDocument/2006/relationships/slideLayout" Target="../slideLayouts/slideLayout1055.xml"/><Relationship Id="rId15" Type="http://schemas.openxmlformats.org/officeDocument/2006/relationships/slideLayout" Target="../slideLayouts/slideLayout1056.xml"/>
</Relationships>
</file>

<file path=ppt/slideMasters/_rels/slideMaster89.xml.rels><?xml version="1.0" encoding="UTF-8"?>
<Relationships xmlns="http://schemas.openxmlformats.org/package/2006/relationships"><Relationship Id="rId1" Type="http://schemas.openxmlformats.org/officeDocument/2006/relationships/theme" Target="../theme/theme89.xml"/><Relationship Id="rId2" Type="http://schemas.openxmlformats.org/officeDocument/2006/relationships/image" Target="../media/image91.jpeg"/><Relationship Id="rId3" Type="http://schemas.openxmlformats.org/officeDocument/2006/relationships/slideLayout" Target="../slideLayouts/slideLayout1057.xml"/><Relationship Id="rId4" Type="http://schemas.openxmlformats.org/officeDocument/2006/relationships/slideLayout" Target="../slideLayouts/slideLayout1058.xml"/><Relationship Id="rId5" Type="http://schemas.openxmlformats.org/officeDocument/2006/relationships/slideLayout" Target="../slideLayouts/slideLayout1059.xml"/><Relationship Id="rId6" Type="http://schemas.openxmlformats.org/officeDocument/2006/relationships/slideLayout" Target="../slideLayouts/slideLayout1060.xml"/><Relationship Id="rId7" Type="http://schemas.openxmlformats.org/officeDocument/2006/relationships/slideLayout" Target="../slideLayouts/slideLayout1061.xml"/><Relationship Id="rId8" Type="http://schemas.openxmlformats.org/officeDocument/2006/relationships/slideLayout" Target="../slideLayouts/slideLayout1062.xml"/><Relationship Id="rId9" Type="http://schemas.openxmlformats.org/officeDocument/2006/relationships/slideLayout" Target="../slideLayouts/slideLayout1063.xml"/><Relationship Id="rId10" Type="http://schemas.openxmlformats.org/officeDocument/2006/relationships/slideLayout" Target="../slideLayouts/slideLayout1064.xml"/><Relationship Id="rId11" Type="http://schemas.openxmlformats.org/officeDocument/2006/relationships/slideLayout" Target="../slideLayouts/slideLayout1065.xml"/><Relationship Id="rId12" Type="http://schemas.openxmlformats.org/officeDocument/2006/relationships/slideLayout" Target="../slideLayouts/slideLayout1066.xml"/><Relationship Id="rId13" Type="http://schemas.openxmlformats.org/officeDocument/2006/relationships/slideLayout" Target="../slideLayouts/slideLayout1067.xml"/><Relationship Id="rId14" Type="http://schemas.openxmlformats.org/officeDocument/2006/relationships/slideLayout" Target="../slideLayouts/slideLayout1068.xml"/>
</Relationships>
</file>

<file path=ppt/slideMasters/_rels/slideMaster90.xml.rels><?xml version="1.0" encoding="UTF-8"?>
<Relationships xmlns="http://schemas.openxmlformats.org/package/2006/relationships"><Relationship Id="rId1" Type="http://schemas.openxmlformats.org/officeDocument/2006/relationships/theme" Target="../theme/theme90.xml"/><Relationship Id="rId2" Type="http://schemas.openxmlformats.org/officeDocument/2006/relationships/image" Target="../media/image92.jpeg"/><Relationship Id="rId3" Type="http://schemas.openxmlformats.org/officeDocument/2006/relationships/slideLayout" Target="../slideLayouts/slideLayout1069.xml"/><Relationship Id="rId4" Type="http://schemas.openxmlformats.org/officeDocument/2006/relationships/slideLayout" Target="../slideLayouts/slideLayout1070.xml"/><Relationship Id="rId5" Type="http://schemas.openxmlformats.org/officeDocument/2006/relationships/slideLayout" Target="../slideLayouts/slideLayout1071.xml"/><Relationship Id="rId6" Type="http://schemas.openxmlformats.org/officeDocument/2006/relationships/slideLayout" Target="../slideLayouts/slideLayout1072.xml"/><Relationship Id="rId7" Type="http://schemas.openxmlformats.org/officeDocument/2006/relationships/slideLayout" Target="../slideLayouts/slideLayout1073.xml"/><Relationship Id="rId8" Type="http://schemas.openxmlformats.org/officeDocument/2006/relationships/slideLayout" Target="../slideLayouts/slideLayout1074.xml"/><Relationship Id="rId9" Type="http://schemas.openxmlformats.org/officeDocument/2006/relationships/slideLayout" Target="../slideLayouts/slideLayout1075.xml"/><Relationship Id="rId10" Type="http://schemas.openxmlformats.org/officeDocument/2006/relationships/slideLayout" Target="../slideLayouts/slideLayout1076.xml"/><Relationship Id="rId11" Type="http://schemas.openxmlformats.org/officeDocument/2006/relationships/slideLayout" Target="../slideLayouts/slideLayout1077.xml"/><Relationship Id="rId12" Type="http://schemas.openxmlformats.org/officeDocument/2006/relationships/slideLayout" Target="../slideLayouts/slideLayout1078.xml"/><Relationship Id="rId13" Type="http://schemas.openxmlformats.org/officeDocument/2006/relationships/slideLayout" Target="../slideLayouts/slideLayout1079.xml"/><Relationship Id="rId14" Type="http://schemas.openxmlformats.org/officeDocument/2006/relationships/slideLayout" Target="../slideLayouts/slideLayout1080.xml"/>
</Relationships>
</file>

<file path=ppt/slideMasters/_rels/slideMaster91.xml.rels><?xml version="1.0" encoding="UTF-8"?>
<Relationships xmlns="http://schemas.openxmlformats.org/package/2006/relationships"><Relationship Id="rId1" Type="http://schemas.openxmlformats.org/officeDocument/2006/relationships/theme" Target="../theme/theme91.xml"/><Relationship Id="rId2" Type="http://schemas.openxmlformats.org/officeDocument/2006/relationships/image" Target="../media/image93.jpeg"/><Relationship Id="rId3" Type="http://schemas.openxmlformats.org/officeDocument/2006/relationships/slideLayout" Target="../slideLayouts/slideLayout1081.xml"/><Relationship Id="rId4" Type="http://schemas.openxmlformats.org/officeDocument/2006/relationships/slideLayout" Target="../slideLayouts/slideLayout1082.xml"/><Relationship Id="rId5" Type="http://schemas.openxmlformats.org/officeDocument/2006/relationships/slideLayout" Target="../slideLayouts/slideLayout1083.xml"/><Relationship Id="rId6" Type="http://schemas.openxmlformats.org/officeDocument/2006/relationships/slideLayout" Target="../slideLayouts/slideLayout1084.xml"/><Relationship Id="rId7" Type="http://schemas.openxmlformats.org/officeDocument/2006/relationships/slideLayout" Target="../slideLayouts/slideLayout1085.xml"/><Relationship Id="rId8" Type="http://schemas.openxmlformats.org/officeDocument/2006/relationships/slideLayout" Target="../slideLayouts/slideLayout1086.xml"/><Relationship Id="rId9" Type="http://schemas.openxmlformats.org/officeDocument/2006/relationships/slideLayout" Target="../slideLayouts/slideLayout1087.xml"/><Relationship Id="rId10" Type="http://schemas.openxmlformats.org/officeDocument/2006/relationships/slideLayout" Target="../slideLayouts/slideLayout1088.xml"/><Relationship Id="rId11" Type="http://schemas.openxmlformats.org/officeDocument/2006/relationships/slideLayout" Target="../slideLayouts/slideLayout1089.xml"/><Relationship Id="rId12" Type="http://schemas.openxmlformats.org/officeDocument/2006/relationships/slideLayout" Target="../slideLayouts/slideLayout1090.xml"/><Relationship Id="rId13" Type="http://schemas.openxmlformats.org/officeDocument/2006/relationships/slideLayout" Target="../slideLayouts/slideLayout1091.xml"/><Relationship Id="rId14" Type="http://schemas.openxmlformats.org/officeDocument/2006/relationships/slideLayout" Target="../slideLayouts/slideLayout1092.xml"/>
</Relationships>
</file>

<file path=ppt/slideMasters/_rels/slideMaster92.xml.rels><?xml version="1.0" encoding="UTF-8"?>
<Relationships xmlns="http://schemas.openxmlformats.org/package/2006/relationships"><Relationship Id="rId1" Type="http://schemas.openxmlformats.org/officeDocument/2006/relationships/theme" Target="../theme/theme92.xml"/><Relationship Id="rId2" Type="http://schemas.openxmlformats.org/officeDocument/2006/relationships/image" Target="../media/image94.jpeg"/><Relationship Id="rId3" Type="http://schemas.openxmlformats.org/officeDocument/2006/relationships/slideLayout" Target="../slideLayouts/slideLayout1093.xml"/><Relationship Id="rId4" Type="http://schemas.openxmlformats.org/officeDocument/2006/relationships/slideLayout" Target="../slideLayouts/slideLayout1094.xml"/><Relationship Id="rId5" Type="http://schemas.openxmlformats.org/officeDocument/2006/relationships/slideLayout" Target="../slideLayouts/slideLayout1095.xml"/><Relationship Id="rId6" Type="http://schemas.openxmlformats.org/officeDocument/2006/relationships/slideLayout" Target="../slideLayouts/slideLayout1096.xml"/><Relationship Id="rId7" Type="http://schemas.openxmlformats.org/officeDocument/2006/relationships/slideLayout" Target="../slideLayouts/slideLayout1097.xml"/><Relationship Id="rId8" Type="http://schemas.openxmlformats.org/officeDocument/2006/relationships/slideLayout" Target="../slideLayouts/slideLayout1098.xml"/><Relationship Id="rId9" Type="http://schemas.openxmlformats.org/officeDocument/2006/relationships/slideLayout" Target="../slideLayouts/slideLayout1099.xml"/><Relationship Id="rId10" Type="http://schemas.openxmlformats.org/officeDocument/2006/relationships/slideLayout" Target="../slideLayouts/slideLayout1100.xml"/><Relationship Id="rId11" Type="http://schemas.openxmlformats.org/officeDocument/2006/relationships/slideLayout" Target="../slideLayouts/slideLayout1101.xml"/><Relationship Id="rId12" Type="http://schemas.openxmlformats.org/officeDocument/2006/relationships/slideLayout" Target="../slideLayouts/slideLayout1102.xml"/><Relationship Id="rId13" Type="http://schemas.openxmlformats.org/officeDocument/2006/relationships/slideLayout" Target="../slideLayouts/slideLayout1103.xml"/><Relationship Id="rId14" Type="http://schemas.openxmlformats.org/officeDocument/2006/relationships/slideLayout" Target="../slideLayouts/slideLayout1104.xml"/>
</Relationships>
</file>

<file path=ppt/slideMasters/_rels/slideMaster93.xml.rels><?xml version="1.0" encoding="UTF-8"?>
<Relationships xmlns="http://schemas.openxmlformats.org/package/2006/relationships"><Relationship Id="rId1" Type="http://schemas.openxmlformats.org/officeDocument/2006/relationships/theme" Target="../theme/theme93.xml"/><Relationship Id="rId2" Type="http://schemas.openxmlformats.org/officeDocument/2006/relationships/slideLayout" Target="../slideLayouts/slideLayout1105.xml"/><Relationship Id="rId3" Type="http://schemas.openxmlformats.org/officeDocument/2006/relationships/slideLayout" Target="../slideLayouts/slideLayout1106.xml"/><Relationship Id="rId4" Type="http://schemas.openxmlformats.org/officeDocument/2006/relationships/slideLayout" Target="../slideLayouts/slideLayout1107.xml"/><Relationship Id="rId5" Type="http://schemas.openxmlformats.org/officeDocument/2006/relationships/slideLayout" Target="../slideLayouts/slideLayout1108.xml"/><Relationship Id="rId6" Type="http://schemas.openxmlformats.org/officeDocument/2006/relationships/slideLayout" Target="../slideLayouts/slideLayout1109.xml"/><Relationship Id="rId7" Type="http://schemas.openxmlformats.org/officeDocument/2006/relationships/slideLayout" Target="../slideLayouts/slideLayout1110.xml"/><Relationship Id="rId8" Type="http://schemas.openxmlformats.org/officeDocument/2006/relationships/slideLayout" Target="../slideLayouts/slideLayout1111.xml"/><Relationship Id="rId9" Type="http://schemas.openxmlformats.org/officeDocument/2006/relationships/slideLayout" Target="../slideLayouts/slideLayout1112.xml"/><Relationship Id="rId10" Type="http://schemas.openxmlformats.org/officeDocument/2006/relationships/slideLayout" Target="../slideLayouts/slideLayout1113.xml"/><Relationship Id="rId11" Type="http://schemas.openxmlformats.org/officeDocument/2006/relationships/slideLayout" Target="../slideLayouts/slideLayout1114.xml"/><Relationship Id="rId12" Type="http://schemas.openxmlformats.org/officeDocument/2006/relationships/slideLayout" Target="../slideLayouts/slideLayout1115.xml"/><Relationship Id="rId13" Type="http://schemas.openxmlformats.org/officeDocument/2006/relationships/slideLayout" Target="../slideLayouts/slideLayout1116.xml"/>
</Relationships>
</file>

<file path=ppt/slideMasters/_rels/slideMaster94.xml.rels><?xml version="1.0" encoding="UTF-8"?>
<Relationships xmlns="http://schemas.openxmlformats.org/package/2006/relationships"><Relationship Id="rId1" Type="http://schemas.openxmlformats.org/officeDocument/2006/relationships/theme" Target="../theme/theme94.xml"/><Relationship Id="rId2" Type="http://schemas.openxmlformats.org/officeDocument/2006/relationships/image" Target="../media/image95.jpeg"/><Relationship Id="rId3" Type="http://schemas.openxmlformats.org/officeDocument/2006/relationships/slideLayout" Target="../slideLayouts/slideLayout1117.xml"/><Relationship Id="rId4" Type="http://schemas.openxmlformats.org/officeDocument/2006/relationships/slideLayout" Target="../slideLayouts/slideLayout1118.xml"/><Relationship Id="rId5" Type="http://schemas.openxmlformats.org/officeDocument/2006/relationships/slideLayout" Target="../slideLayouts/slideLayout1119.xml"/><Relationship Id="rId6" Type="http://schemas.openxmlformats.org/officeDocument/2006/relationships/slideLayout" Target="../slideLayouts/slideLayout1120.xml"/><Relationship Id="rId7" Type="http://schemas.openxmlformats.org/officeDocument/2006/relationships/slideLayout" Target="../slideLayouts/slideLayout1121.xml"/><Relationship Id="rId8" Type="http://schemas.openxmlformats.org/officeDocument/2006/relationships/slideLayout" Target="../slideLayouts/slideLayout1122.xml"/><Relationship Id="rId9" Type="http://schemas.openxmlformats.org/officeDocument/2006/relationships/slideLayout" Target="../slideLayouts/slideLayout1123.xml"/><Relationship Id="rId10" Type="http://schemas.openxmlformats.org/officeDocument/2006/relationships/slideLayout" Target="../slideLayouts/slideLayout1124.xml"/><Relationship Id="rId11" Type="http://schemas.openxmlformats.org/officeDocument/2006/relationships/slideLayout" Target="../slideLayouts/slideLayout1125.xml"/><Relationship Id="rId12" Type="http://schemas.openxmlformats.org/officeDocument/2006/relationships/slideLayout" Target="../slideLayouts/slideLayout1126.xml"/><Relationship Id="rId13" Type="http://schemas.openxmlformats.org/officeDocument/2006/relationships/slideLayout" Target="../slideLayouts/slideLayout1127.xml"/><Relationship Id="rId14" Type="http://schemas.openxmlformats.org/officeDocument/2006/relationships/slideLayout" Target="../slideLayouts/slideLayout1128.xml"/>
</Relationships>
</file>

<file path=ppt/slideMasters/_rels/slideMaster95.xml.rels><?xml version="1.0" encoding="UTF-8"?>
<Relationships xmlns="http://schemas.openxmlformats.org/package/2006/relationships"><Relationship Id="rId1" Type="http://schemas.openxmlformats.org/officeDocument/2006/relationships/theme" Target="../theme/theme95.xml"/><Relationship Id="rId2" Type="http://schemas.openxmlformats.org/officeDocument/2006/relationships/image" Target="../media/image96.jpeg"/><Relationship Id="rId3" Type="http://schemas.openxmlformats.org/officeDocument/2006/relationships/image" Target="../media/image97.jpeg"/><Relationship Id="rId4" Type="http://schemas.openxmlformats.org/officeDocument/2006/relationships/slideLayout" Target="../slideLayouts/slideLayout1129.xml"/><Relationship Id="rId5" Type="http://schemas.openxmlformats.org/officeDocument/2006/relationships/slideLayout" Target="../slideLayouts/slideLayout1130.xml"/><Relationship Id="rId6" Type="http://schemas.openxmlformats.org/officeDocument/2006/relationships/slideLayout" Target="../slideLayouts/slideLayout1131.xml"/><Relationship Id="rId7" Type="http://schemas.openxmlformats.org/officeDocument/2006/relationships/slideLayout" Target="../slideLayouts/slideLayout1132.xml"/><Relationship Id="rId8" Type="http://schemas.openxmlformats.org/officeDocument/2006/relationships/slideLayout" Target="../slideLayouts/slideLayout1133.xml"/><Relationship Id="rId9" Type="http://schemas.openxmlformats.org/officeDocument/2006/relationships/slideLayout" Target="../slideLayouts/slideLayout1134.xml"/><Relationship Id="rId10" Type="http://schemas.openxmlformats.org/officeDocument/2006/relationships/slideLayout" Target="../slideLayouts/slideLayout1135.xml"/><Relationship Id="rId11" Type="http://schemas.openxmlformats.org/officeDocument/2006/relationships/slideLayout" Target="../slideLayouts/slideLayout1136.xml"/><Relationship Id="rId12" Type="http://schemas.openxmlformats.org/officeDocument/2006/relationships/slideLayout" Target="../slideLayouts/slideLayout1137.xml"/><Relationship Id="rId13" Type="http://schemas.openxmlformats.org/officeDocument/2006/relationships/slideLayout" Target="../slideLayouts/slideLayout1138.xml"/><Relationship Id="rId14" Type="http://schemas.openxmlformats.org/officeDocument/2006/relationships/slideLayout" Target="../slideLayouts/slideLayout1139.xml"/><Relationship Id="rId15" Type="http://schemas.openxmlformats.org/officeDocument/2006/relationships/slideLayout" Target="../slideLayouts/slideLayout1140.xml"/>
</Relationships>
</file>

<file path=ppt/slideMasters/_rels/slideMaster96.xml.rels><?xml version="1.0" encoding="UTF-8"?>
<Relationships xmlns="http://schemas.openxmlformats.org/package/2006/relationships"><Relationship Id="rId1" Type="http://schemas.openxmlformats.org/officeDocument/2006/relationships/theme" Target="../theme/theme96.xml"/><Relationship Id="rId2" Type="http://schemas.openxmlformats.org/officeDocument/2006/relationships/image" Target="../media/image98.jpeg"/><Relationship Id="rId3" Type="http://schemas.openxmlformats.org/officeDocument/2006/relationships/slideLayout" Target="../slideLayouts/slideLayout1141.xml"/><Relationship Id="rId4" Type="http://schemas.openxmlformats.org/officeDocument/2006/relationships/slideLayout" Target="../slideLayouts/slideLayout1142.xml"/><Relationship Id="rId5" Type="http://schemas.openxmlformats.org/officeDocument/2006/relationships/slideLayout" Target="../slideLayouts/slideLayout1143.xml"/><Relationship Id="rId6" Type="http://schemas.openxmlformats.org/officeDocument/2006/relationships/slideLayout" Target="../slideLayouts/slideLayout1144.xml"/><Relationship Id="rId7" Type="http://schemas.openxmlformats.org/officeDocument/2006/relationships/slideLayout" Target="../slideLayouts/slideLayout1145.xml"/><Relationship Id="rId8" Type="http://schemas.openxmlformats.org/officeDocument/2006/relationships/slideLayout" Target="../slideLayouts/slideLayout1146.xml"/><Relationship Id="rId9" Type="http://schemas.openxmlformats.org/officeDocument/2006/relationships/slideLayout" Target="../slideLayouts/slideLayout1147.xml"/><Relationship Id="rId10" Type="http://schemas.openxmlformats.org/officeDocument/2006/relationships/slideLayout" Target="../slideLayouts/slideLayout1148.xml"/><Relationship Id="rId11" Type="http://schemas.openxmlformats.org/officeDocument/2006/relationships/slideLayout" Target="../slideLayouts/slideLayout1149.xml"/><Relationship Id="rId12" Type="http://schemas.openxmlformats.org/officeDocument/2006/relationships/slideLayout" Target="../slideLayouts/slideLayout1150.xml"/><Relationship Id="rId13" Type="http://schemas.openxmlformats.org/officeDocument/2006/relationships/slideLayout" Target="../slideLayouts/slideLayout1151.xml"/><Relationship Id="rId14" Type="http://schemas.openxmlformats.org/officeDocument/2006/relationships/slideLayout" Target="../slideLayouts/slideLayout1152.xml"/>
</Relationships>
</file>

<file path=ppt/slideMasters/_rels/slideMaster97.xml.rels><?xml version="1.0" encoding="UTF-8"?>
<Relationships xmlns="http://schemas.openxmlformats.org/package/2006/relationships"><Relationship Id="rId1" Type="http://schemas.openxmlformats.org/officeDocument/2006/relationships/theme" Target="../theme/theme97.xml"/><Relationship Id="rId2" Type="http://schemas.openxmlformats.org/officeDocument/2006/relationships/image" Target="../media/image99.jpeg"/><Relationship Id="rId3" Type="http://schemas.openxmlformats.org/officeDocument/2006/relationships/slideLayout" Target="../slideLayouts/slideLayout1153.xml"/><Relationship Id="rId4" Type="http://schemas.openxmlformats.org/officeDocument/2006/relationships/slideLayout" Target="../slideLayouts/slideLayout1154.xml"/><Relationship Id="rId5" Type="http://schemas.openxmlformats.org/officeDocument/2006/relationships/slideLayout" Target="../slideLayouts/slideLayout1155.xml"/><Relationship Id="rId6" Type="http://schemas.openxmlformats.org/officeDocument/2006/relationships/slideLayout" Target="../slideLayouts/slideLayout1156.xml"/><Relationship Id="rId7" Type="http://schemas.openxmlformats.org/officeDocument/2006/relationships/slideLayout" Target="../slideLayouts/slideLayout1157.xml"/><Relationship Id="rId8" Type="http://schemas.openxmlformats.org/officeDocument/2006/relationships/slideLayout" Target="../slideLayouts/slideLayout1158.xml"/><Relationship Id="rId9" Type="http://schemas.openxmlformats.org/officeDocument/2006/relationships/slideLayout" Target="../slideLayouts/slideLayout1159.xml"/><Relationship Id="rId10" Type="http://schemas.openxmlformats.org/officeDocument/2006/relationships/slideLayout" Target="../slideLayouts/slideLayout1160.xml"/><Relationship Id="rId11" Type="http://schemas.openxmlformats.org/officeDocument/2006/relationships/slideLayout" Target="../slideLayouts/slideLayout1161.xml"/><Relationship Id="rId12" Type="http://schemas.openxmlformats.org/officeDocument/2006/relationships/slideLayout" Target="../slideLayouts/slideLayout1162.xml"/><Relationship Id="rId13" Type="http://schemas.openxmlformats.org/officeDocument/2006/relationships/slideLayout" Target="../slideLayouts/slideLayout1163.xml"/><Relationship Id="rId14" Type="http://schemas.openxmlformats.org/officeDocument/2006/relationships/slideLayout" Target="../slideLayouts/slideLayout1164.xml"/>
</Relationships>
</file>

<file path=ppt/slideMasters/_rels/slideMaster98.xml.rels><?xml version="1.0" encoding="UTF-8"?>
<Relationships xmlns="http://schemas.openxmlformats.org/package/2006/relationships"><Relationship Id="rId1" Type="http://schemas.openxmlformats.org/officeDocument/2006/relationships/theme" Target="../theme/theme98.xml"/><Relationship Id="rId2" Type="http://schemas.openxmlformats.org/officeDocument/2006/relationships/image" Target="../media/image100.jpeg"/><Relationship Id="rId3" Type="http://schemas.openxmlformats.org/officeDocument/2006/relationships/slideLayout" Target="../slideLayouts/slideLayout1165.xml"/><Relationship Id="rId4" Type="http://schemas.openxmlformats.org/officeDocument/2006/relationships/slideLayout" Target="../slideLayouts/slideLayout1166.xml"/><Relationship Id="rId5" Type="http://schemas.openxmlformats.org/officeDocument/2006/relationships/slideLayout" Target="../slideLayouts/slideLayout1167.xml"/><Relationship Id="rId6" Type="http://schemas.openxmlformats.org/officeDocument/2006/relationships/slideLayout" Target="../slideLayouts/slideLayout1168.xml"/><Relationship Id="rId7" Type="http://schemas.openxmlformats.org/officeDocument/2006/relationships/slideLayout" Target="../slideLayouts/slideLayout1169.xml"/><Relationship Id="rId8" Type="http://schemas.openxmlformats.org/officeDocument/2006/relationships/slideLayout" Target="../slideLayouts/slideLayout1170.xml"/><Relationship Id="rId9" Type="http://schemas.openxmlformats.org/officeDocument/2006/relationships/slideLayout" Target="../slideLayouts/slideLayout1171.xml"/><Relationship Id="rId10" Type="http://schemas.openxmlformats.org/officeDocument/2006/relationships/slideLayout" Target="../slideLayouts/slideLayout1172.xml"/><Relationship Id="rId11" Type="http://schemas.openxmlformats.org/officeDocument/2006/relationships/slideLayout" Target="../slideLayouts/slideLayout1173.xml"/><Relationship Id="rId12" Type="http://schemas.openxmlformats.org/officeDocument/2006/relationships/slideLayout" Target="../slideLayouts/slideLayout1174.xml"/><Relationship Id="rId13" Type="http://schemas.openxmlformats.org/officeDocument/2006/relationships/slideLayout" Target="../slideLayouts/slideLayout1175.xml"/><Relationship Id="rId14" Type="http://schemas.openxmlformats.org/officeDocument/2006/relationships/slideLayout" Target="../slideLayouts/slideLayout1176.xml"/>
</Relationships>
</file>

<file path=ppt/slideMasters/_rels/slideMaster99.xml.rels><?xml version="1.0" encoding="UTF-8"?>
<Relationships xmlns="http://schemas.openxmlformats.org/package/2006/relationships"><Relationship Id="rId1" Type="http://schemas.openxmlformats.org/officeDocument/2006/relationships/theme" Target="../theme/theme99.xml"/><Relationship Id="rId2" Type="http://schemas.openxmlformats.org/officeDocument/2006/relationships/image" Target="../media/image101.jpeg"/><Relationship Id="rId3" Type="http://schemas.openxmlformats.org/officeDocument/2006/relationships/slideLayout" Target="../slideLayouts/slideLayout1177.xml"/><Relationship Id="rId4" Type="http://schemas.openxmlformats.org/officeDocument/2006/relationships/slideLayout" Target="../slideLayouts/slideLayout1178.xml"/><Relationship Id="rId5" Type="http://schemas.openxmlformats.org/officeDocument/2006/relationships/slideLayout" Target="../slideLayouts/slideLayout1179.xml"/><Relationship Id="rId6" Type="http://schemas.openxmlformats.org/officeDocument/2006/relationships/slideLayout" Target="../slideLayouts/slideLayout1180.xml"/><Relationship Id="rId7" Type="http://schemas.openxmlformats.org/officeDocument/2006/relationships/slideLayout" Target="../slideLayouts/slideLayout1181.xml"/><Relationship Id="rId8" Type="http://schemas.openxmlformats.org/officeDocument/2006/relationships/slideLayout" Target="../slideLayouts/slideLayout1182.xml"/><Relationship Id="rId9" Type="http://schemas.openxmlformats.org/officeDocument/2006/relationships/slideLayout" Target="../slideLayouts/slideLayout1183.xml"/><Relationship Id="rId10" Type="http://schemas.openxmlformats.org/officeDocument/2006/relationships/slideLayout" Target="../slideLayouts/slideLayout1184.xml"/><Relationship Id="rId11" Type="http://schemas.openxmlformats.org/officeDocument/2006/relationships/slideLayout" Target="../slideLayouts/slideLayout1185.xml"/><Relationship Id="rId12" Type="http://schemas.openxmlformats.org/officeDocument/2006/relationships/slideLayout" Target="../slideLayouts/slideLayout1186.xml"/><Relationship Id="rId13" Type="http://schemas.openxmlformats.org/officeDocument/2006/relationships/slideLayout" Target="../slideLayouts/slideLayout1187.xml"/><Relationship Id="rId14" Type="http://schemas.openxmlformats.org/officeDocument/2006/relationships/slideLayout" Target="../slideLayouts/slideLayout1188.xml"/>
</Relationships>
</file>

<file path=ppt/slideMasters/_rels/slideMaster100.xml.rels><?xml version="1.0" encoding="UTF-8"?>
<Relationships xmlns="http://schemas.openxmlformats.org/package/2006/relationships"><Relationship Id="rId1" Type="http://schemas.openxmlformats.org/officeDocument/2006/relationships/theme" Target="../theme/theme100.xml"/><Relationship Id="rId2" Type="http://schemas.openxmlformats.org/officeDocument/2006/relationships/slideLayout" Target="../slideLayouts/slideLayout1189.xml"/><Relationship Id="rId3" Type="http://schemas.openxmlformats.org/officeDocument/2006/relationships/slideLayout" Target="../slideLayouts/slideLayout1190.xml"/><Relationship Id="rId4" Type="http://schemas.openxmlformats.org/officeDocument/2006/relationships/slideLayout" Target="../slideLayouts/slideLayout1191.xml"/><Relationship Id="rId5" Type="http://schemas.openxmlformats.org/officeDocument/2006/relationships/slideLayout" Target="../slideLayouts/slideLayout1192.xml"/><Relationship Id="rId6" Type="http://schemas.openxmlformats.org/officeDocument/2006/relationships/slideLayout" Target="../slideLayouts/slideLayout1193.xml"/><Relationship Id="rId7" Type="http://schemas.openxmlformats.org/officeDocument/2006/relationships/slideLayout" Target="../slideLayouts/slideLayout1194.xml"/><Relationship Id="rId8" Type="http://schemas.openxmlformats.org/officeDocument/2006/relationships/slideLayout" Target="../slideLayouts/slideLayout1195.xml"/><Relationship Id="rId9" Type="http://schemas.openxmlformats.org/officeDocument/2006/relationships/slideLayout" Target="../slideLayouts/slideLayout1196.xml"/><Relationship Id="rId10" Type="http://schemas.openxmlformats.org/officeDocument/2006/relationships/slideLayout" Target="../slideLayouts/slideLayout1197.xml"/><Relationship Id="rId11" Type="http://schemas.openxmlformats.org/officeDocument/2006/relationships/slideLayout" Target="../slideLayouts/slideLayout1198.xml"/><Relationship Id="rId12" Type="http://schemas.openxmlformats.org/officeDocument/2006/relationships/slideLayout" Target="../slideLayouts/slideLayout1199.xml"/><Relationship Id="rId13" Type="http://schemas.openxmlformats.org/officeDocument/2006/relationships/slideLayout" Target="../slideLayouts/slideLayout1200.xml"/>
</Relationships>
</file>

<file path=ppt/slideMasters/_rels/slideMaster101.xml.rels><?xml version="1.0" encoding="UTF-8"?>
<Relationships xmlns="http://schemas.openxmlformats.org/package/2006/relationships"><Relationship Id="rId1" Type="http://schemas.openxmlformats.org/officeDocument/2006/relationships/theme" Target="../theme/theme101.xml"/><Relationship Id="rId2" Type="http://schemas.openxmlformats.org/officeDocument/2006/relationships/image" Target="../media/image102.jpeg"/><Relationship Id="rId3" Type="http://schemas.openxmlformats.org/officeDocument/2006/relationships/slideLayout" Target="../slideLayouts/slideLayout1201.xml"/><Relationship Id="rId4" Type="http://schemas.openxmlformats.org/officeDocument/2006/relationships/slideLayout" Target="../slideLayouts/slideLayout1202.xml"/><Relationship Id="rId5" Type="http://schemas.openxmlformats.org/officeDocument/2006/relationships/slideLayout" Target="../slideLayouts/slideLayout1203.xml"/><Relationship Id="rId6" Type="http://schemas.openxmlformats.org/officeDocument/2006/relationships/slideLayout" Target="../slideLayouts/slideLayout1204.xml"/><Relationship Id="rId7" Type="http://schemas.openxmlformats.org/officeDocument/2006/relationships/slideLayout" Target="../slideLayouts/slideLayout1205.xml"/><Relationship Id="rId8" Type="http://schemas.openxmlformats.org/officeDocument/2006/relationships/slideLayout" Target="../slideLayouts/slideLayout1206.xml"/><Relationship Id="rId9" Type="http://schemas.openxmlformats.org/officeDocument/2006/relationships/slideLayout" Target="../slideLayouts/slideLayout1207.xml"/><Relationship Id="rId10" Type="http://schemas.openxmlformats.org/officeDocument/2006/relationships/slideLayout" Target="../slideLayouts/slideLayout1208.xml"/><Relationship Id="rId11" Type="http://schemas.openxmlformats.org/officeDocument/2006/relationships/slideLayout" Target="../slideLayouts/slideLayout1209.xml"/><Relationship Id="rId12" Type="http://schemas.openxmlformats.org/officeDocument/2006/relationships/slideLayout" Target="../slideLayouts/slideLayout1210.xml"/><Relationship Id="rId13" Type="http://schemas.openxmlformats.org/officeDocument/2006/relationships/slideLayout" Target="../slideLayouts/slideLayout1211.xml"/><Relationship Id="rId14" Type="http://schemas.openxmlformats.org/officeDocument/2006/relationships/slideLayout" Target="../slideLayouts/slideLayout1212.xml"/>
</Relationships>
</file>

<file path=ppt/slideMasters/_rels/slideMaster102.xml.rels><?xml version="1.0" encoding="UTF-8"?>
<Relationships xmlns="http://schemas.openxmlformats.org/package/2006/relationships"><Relationship Id="rId1" Type="http://schemas.openxmlformats.org/officeDocument/2006/relationships/theme" Target="../theme/theme102.xml"/><Relationship Id="rId2" Type="http://schemas.openxmlformats.org/officeDocument/2006/relationships/image" Target="../media/image103.jpeg"/><Relationship Id="rId3" Type="http://schemas.openxmlformats.org/officeDocument/2006/relationships/image" Target="../media/image104.jpeg"/><Relationship Id="rId4" Type="http://schemas.openxmlformats.org/officeDocument/2006/relationships/slideLayout" Target="../slideLayouts/slideLayout1213.xml"/><Relationship Id="rId5" Type="http://schemas.openxmlformats.org/officeDocument/2006/relationships/slideLayout" Target="../slideLayouts/slideLayout1214.xml"/><Relationship Id="rId6" Type="http://schemas.openxmlformats.org/officeDocument/2006/relationships/slideLayout" Target="../slideLayouts/slideLayout1215.xml"/><Relationship Id="rId7" Type="http://schemas.openxmlformats.org/officeDocument/2006/relationships/slideLayout" Target="../slideLayouts/slideLayout1216.xml"/><Relationship Id="rId8" Type="http://schemas.openxmlformats.org/officeDocument/2006/relationships/slideLayout" Target="../slideLayouts/slideLayout1217.xml"/><Relationship Id="rId9" Type="http://schemas.openxmlformats.org/officeDocument/2006/relationships/slideLayout" Target="../slideLayouts/slideLayout1218.xml"/><Relationship Id="rId10" Type="http://schemas.openxmlformats.org/officeDocument/2006/relationships/slideLayout" Target="../slideLayouts/slideLayout1219.xml"/><Relationship Id="rId11" Type="http://schemas.openxmlformats.org/officeDocument/2006/relationships/slideLayout" Target="../slideLayouts/slideLayout1220.xml"/><Relationship Id="rId12" Type="http://schemas.openxmlformats.org/officeDocument/2006/relationships/slideLayout" Target="../slideLayouts/slideLayout1221.xml"/><Relationship Id="rId13" Type="http://schemas.openxmlformats.org/officeDocument/2006/relationships/slideLayout" Target="../slideLayouts/slideLayout1222.xml"/><Relationship Id="rId14" Type="http://schemas.openxmlformats.org/officeDocument/2006/relationships/slideLayout" Target="../slideLayouts/slideLayout1223.xml"/><Relationship Id="rId15" Type="http://schemas.openxmlformats.org/officeDocument/2006/relationships/slideLayout" Target="../slideLayouts/slideLayout1224.xml"/>
</Relationships>
</file>

<file path=ppt/slideMasters/_rels/slideMaster103.xml.rels><?xml version="1.0" encoding="UTF-8"?>
<Relationships xmlns="http://schemas.openxmlformats.org/package/2006/relationships"><Relationship Id="rId1" Type="http://schemas.openxmlformats.org/officeDocument/2006/relationships/theme" Target="../theme/theme103.xml"/><Relationship Id="rId2" Type="http://schemas.openxmlformats.org/officeDocument/2006/relationships/image" Target="../media/image105.jpeg"/><Relationship Id="rId3" Type="http://schemas.openxmlformats.org/officeDocument/2006/relationships/slideLayout" Target="../slideLayouts/slideLayout1225.xml"/><Relationship Id="rId4" Type="http://schemas.openxmlformats.org/officeDocument/2006/relationships/slideLayout" Target="../slideLayouts/slideLayout1226.xml"/><Relationship Id="rId5" Type="http://schemas.openxmlformats.org/officeDocument/2006/relationships/slideLayout" Target="../slideLayouts/slideLayout1227.xml"/><Relationship Id="rId6" Type="http://schemas.openxmlformats.org/officeDocument/2006/relationships/slideLayout" Target="../slideLayouts/slideLayout1228.xml"/><Relationship Id="rId7" Type="http://schemas.openxmlformats.org/officeDocument/2006/relationships/slideLayout" Target="../slideLayouts/slideLayout1229.xml"/><Relationship Id="rId8" Type="http://schemas.openxmlformats.org/officeDocument/2006/relationships/slideLayout" Target="../slideLayouts/slideLayout1230.xml"/><Relationship Id="rId9" Type="http://schemas.openxmlformats.org/officeDocument/2006/relationships/slideLayout" Target="../slideLayouts/slideLayout1231.xml"/><Relationship Id="rId10" Type="http://schemas.openxmlformats.org/officeDocument/2006/relationships/slideLayout" Target="../slideLayouts/slideLayout1232.xml"/><Relationship Id="rId11" Type="http://schemas.openxmlformats.org/officeDocument/2006/relationships/slideLayout" Target="../slideLayouts/slideLayout1233.xml"/><Relationship Id="rId12" Type="http://schemas.openxmlformats.org/officeDocument/2006/relationships/slideLayout" Target="../slideLayouts/slideLayout1234.xml"/><Relationship Id="rId13" Type="http://schemas.openxmlformats.org/officeDocument/2006/relationships/slideLayout" Target="../slideLayouts/slideLayout1235.xml"/><Relationship Id="rId14" Type="http://schemas.openxmlformats.org/officeDocument/2006/relationships/slideLayout" Target="../slideLayouts/slideLayout1236.xml"/>
</Relationships>
</file>

<file path=ppt/slideMasters/_rels/slideMaster104.xml.rels><?xml version="1.0" encoding="UTF-8"?>
<Relationships xmlns="http://schemas.openxmlformats.org/package/2006/relationships"><Relationship Id="rId1" Type="http://schemas.openxmlformats.org/officeDocument/2006/relationships/theme" Target="../theme/theme104.xml"/><Relationship Id="rId2" Type="http://schemas.openxmlformats.org/officeDocument/2006/relationships/image" Target="../media/image106.jpeg"/><Relationship Id="rId3" Type="http://schemas.openxmlformats.org/officeDocument/2006/relationships/slideLayout" Target="../slideLayouts/slideLayout1237.xml"/><Relationship Id="rId4" Type="http://schemas.openxmlformats.org/officeDocument/2006/relationships/slideLayout" Target="../slideLayouts/slideLayout1238.xml"/><Relationship Id="rId5" Type="http://schemas.openxmlformats.org/officeDocument/2006/relationships/slideLayout" Target="../slideLayouts/slideLayout1239.xml"/><Relationship Id="rId6" Type="http://schemas.openxmlformats.org/officeDocument/2006/relationships/slideLayout" Target="../slideLayouts/slideLayout1240.xml"/><Relationship Id="rId7" Type="http://schemas.openxmlformats.org/officeDocument/2006/relationships/slideLayout" Target="../slideLayouts/slideLayout1241.xml"/><Relationship Id="rId8" Type="http://schemas.openxmlformats.org/officeDocument/2006/relationships/slideLayout" Target="../slideLayouts/slideLayout1242.xml"/><Relationship Id="rId9" Type="http://schemas.openxmlformats.org/officeDocument/2006/relationships/slideLayout" Target="../slideLayouts/slideLayout1243.xml"/><Relationship Id="rId10" Type="http://schemas.openxmlformats.org/officeDocument/2006/relationships/slideLayout" Target="../slideLayouts/slideLayout1244.xml"/><Relationship Id="rId11" Type="http://schemas.openxmlformats.org/officeDocument/2006/relationships/slideLayout" Target="../slideLayouts/slideLayout1245.xml"/><Relationship Id="rId12" Type="http://schemas.openxmlformats.org/officeDocument/2006/relationships/slideLayout" Target="../slideLayouts/slideLayout1246.xml"/><Relationship Id="rId13" Type="http://schemas.openxmlformats.org/officeDocument/2006/relationships/slideLayout" Target="../slideLayouts/slideLayout1247.xml"/><Relationship Id="rId14" Type="http://schemas.openxmlformats.org/officeDocument/2006/relationships/slideLayout" Target="../slideLayouts/slideLayout1248.xml"/>
</Relationships>
</file>

<file path=ppt/slideMasters/_rels/slideMaster105.xml.rels><?xml version="1.0" encoding="UTF-8"?>
<Relationships xmlns="http://schemas.openxmlformats.org/package/2006/relationships"><Relationship Id="rId1" Type="http://schemas.openxmlformats.org/officeDocument/2006/relationships/theme" Target="../theme/theme105.xml"/><Relationship Id="rId2" Type="http://schemas.openxmlformats.org/officeDocument/2006/relationships/image" Target="../media/image107.jpeg"/><Relationship Id="rId3" Type="http://schemas.openxmlformats.org/officeDocument/2006/relationships/slideLayout" Target="../slideLayouts/slideLayout1249.xml"/><Relationship Id="rId4" Type="http://schemas.openxmlformats.org/officeDocument/2006/relationships/slideLayout" Target="../slideLayouts/slideLayout1250.xml"/><Relationship Id="rId5" Type="http://schemas.openxmlformats.org/officeDocument/2006/relationships/slideLayout" Target="../slideLayouts/slideLayout1251.xml"/><Relationship Id="rId6" Type="http://schemas.openxmlformats.org/officeDocument/2006/relationships/slideLayout" Target="../slideLayouts/slideLayout1252.xml"/><Relationship Id="rId7" Type="http://schemas.openxmlformats.org/officeDocument/2006/relationships/slideLayout" Target="../slideLayouts/slideLayout1253.xml"/><Relationship Id="rId8" Type="http://schemas.openxmlformats.org/officeDocument/2006/relationships/slideLayout" Target="../slideLayouts/slideLayout1254.xml"/><Relationship Id="rId9" Type="http://schemas.openxmlformats.org/officeDocument/2006/relationships/slideLayout" Target="../slideLayouts/slideLayout1255.xml"/><Relationship Id="rId10" Type="http://schemas.openxmlformats.org/officeDocument/2006/relationships/slideLayout" Target="../slideLayouts/slideLayout1256.xml"/><Relationship Id="rId11" Type="http://schemas.openxmlformats.org/officeDocument/2006/relationships/slideLayout" Target="../slideLayouts/slideLayout1257.xml"/><Relationship Id="rId12" Type="http://schemas.openxmlformats.org/officeDocument/2006/relationships/slideLayout" Target="../slideLayouts/slideLayout1258.xml"/><Relationship Id="rId13" Type="http://schemas.openxmlformats.org/officeDocument/2006/relationships/slideLayout" Target="../slideLayouts/slideLayout1259.xml"/><Relationship Id="rId14" Type="http://schemas.openxmlformats.org/officeDocument/2006/relationships/slideLayout" Target="../slideLayouts/slideLayout1260.xml"/>
</Relationships>
</file>

<file path=ppt/slideMasters/_rels/slideMaster106.xml.rels><?xml version="1.0" encoding="UTF-8"?>
<Relationships xmlns="http://schemas.openxmlformats.org/package/2006/relationships"><Relationship Id="rId1" Type="http://schemas.openxmlformats.org/officeDocument/2006/relationships/theme" Target="../theme/theme106.xml"/><Relationship Id="rId2" Type="http://schemas.openxmlformats.org/officeDocument/2006/relationships/image" Target="../media/image108.jpeg"/><Relationship Id="rId3" Type="http://schemas.openxmlformats.org/officeDocument/2006/relationships/slideLayout" Target="../slideLayouts/slideLayout1261.xml"/><Relationship Id="rId4" Type="http://schemas.openxmlformats.org/officeDocument/2006/relationships/slideLayout" Target="../slideLayouts/slideLayout1262.xml"/><Relationship Id="rId5" Type="http://schemas.openxmlformats.org/officeDocument/2006/relationships/slideLayout" Target="../slideLayouts/slideLayout1263.xml"/><Relationship Id="rId6" Type="http://schemas.openxmlformats.org/officeDocument/2006/relationships/slideLayout" Target="../slideLayouts/slideLayout1264.xml"/><Relationship Id="rId7" Type="http://schemas.openxmlformats.org/officeDocument/2006/relationships/slideLayout" Target="../slideLayouts/slideLayout1265.xml"/><Relationship Id="rId8" Type="http://schemas.openxmlformats.org/officeDocument/2006/relationships/slideLayout" Target="../slideLayouts/slideLayout1266.xml"/><Relationship Id="rId9" Type="http://schemas.openxmlformats.org/officeDocument/2006/relationships/slideLayout" Target="../slideLayouts/slideLayout1267.xml"/><Relationship Id="rId10" Type="http://schemas.openxmlformats.org/officeDocument/2006/relationships/slideLayout" Target="../slideLayouts/slideLayout1268.xml"/><Relationship Id="rId11" Type="http://schemas.openxmlformats.org/officeDocument/2006/relationships/slideLayout" Target="../slideLayouts/slideLayout1269.xml"/><Relationship Id="rId12" Type="http://schemas.openxmlformats.org/officeDocument/2006/relationships/slideLayout" Target="../slideLayouts/slideLayout1270.xml"/><Relationship Id="rId13" Type="http://schemas.openxmlformats.org/officeDocument/2006/relationships/slideLayout" Target="../slideLayouts/slideLayout1271.xml"/><Relationship Id="rId14" Type="http://schemas.openxmlformats.org/officeDocument/2006/relationships/slideLayout" Target="../slideLayouts/slideLayout1272.xml"/>
</Relationships>
</file>

<file path=ppt/slideMasters/_rels/slideMaster107.xml.rels><?xml version="1.0" encoding="UTF-8"?>
<Relationships xmlns="http://schemas.openxmlformats.org/package/2006/relationships"><Relationship Id="rId1" Type="http://schemas.openxmlformats.org/officeDocument/2006/relationships/theme" Target="../theme/theme107.xml"/><Relationship Id="rId2" Type="http://schemas.openxmlformats.org/officeDocument/2006/relationships/slideLayout" Target="../slideLayouts/slideLayout1273.xml"/><Relationship Id="rId3" Type="http://schemas.openxmlformats.org/officeDocument/2006/relationships/slideLayout" Target="../slideLayouts/slideLayout1274.xml"/><Relationship Id="rId4" Type="http://schemas.openxmlformats.org/officeDocument/2006/relationships/slideLayout" Target="../slideLayouts/slideLayout1275.xml"/><Relationship Id="rId5" Type="http://schemas.openxmlformats.org/officeDocument/2006/relationships/slideLayout" Target="../slideLayouts/slideLayout1276.xml"/><Relationship Id="rId6" Type="http://schemas.openxmlformats.org/officeDocument/2006/relationships/slideLayout" Target="../slideLayouts/slideLayout1277.xml"/><Relationship Id="rId7" Type="http://schemas.openxmlformats.org/officeDocument/2006/relationships/slideLayout" Target="../slideLayouts/slideLayout1278.xml"/><Relationship Id="rId8" Type="http://schemas.openxmlformats.org/officeDocument/2006/relationships/slideLayout" Target="../slideLayouts/slideLayout1279.xml"/><Relationship Id="rId9" Type="http://schemas.openxmlformats.org/officeDocument/2006/relationships/slideLayout" Target="../slideLayouts/slideLayout1280.xml"/><Relationship Id="rId10" Type="http://schemas.openxmlformats.org/officeDocument/2006/relationships/slideLayout" Target="../slideLayouts/slideLayout1281.xml"/><Relationship Id="rId11" Type="http://schemas.openxmlformats.org/officeDocument/2006/relationships/slideLayout" Target="../slideLayouts/slideLayout1282.xml"/><Relationship Id="rId12" Type="http://schemas.openxmlformats.org/officeDocument/2006/relationships/slideLayout" Target="../slideLayouts/slideLayout1283.xml"/><Relationship Id="rId13" Type="http://schemas.openxmlformats.org/officeDocument/2006/relationships/slideLayout" Target="../slideLayouts/slideLayout1284.xml"/>
</Relationships>
</file>

<file path=ppt/slideMasters/_rels/slideMaster108.xml.rels><?xml version="1.0" encoding="UTF-8"?>
<Relationships xmlns="http://schemas.openxmlformats.org/package/2006/relationships"><Relationship Id="rId1" Type="http://schemas.openxmlformats.org/officeDocument/2006/relationships/theme" Target="../theme/theme108.xml"/><Relationship Id="rId2" Type="http://schemas.openxmlformats.org/officeDocument/2006/relationships/image" Target="../media/image109.jpeg"/><Relationship Id="rId3" Type="http://schemas.openxmlformats.org/officeDocument/2006/relationships/slideLayout" Target="../slideLayouts/slideLayout1285.xml"/><Relationship Id="rId4" Type="http://schemas.openxmlformats.org/officeDocument/2006/relationships/slideLayout" Target="../slideLayouts/slideLayout1286.xml"/><Relationship Id="rId5" Type="http://schemas.openxmlformats.org/officeDocument/2006/relationships/slideLayout" Target="../slideLayouts/slideLayout1287.xml"/><Relationship Id="rId6" Type="http://schemas.openxmlformats.org/officeDocument/2006/relationships/slideLayout" Target="../slideLayouts/slideLayout1288.xml"/><Relationship Id="rId7" Type="http://schemas.openxmlformats.org/officeDocument/2006/relationships/slideLayout" Target="../slideLayouts/slideLayout1289.xml"/><Relationship Id="rId8" Type="http://schemas.openxmlformats.org/officeDocument/2006/relationships/slideLayout" Target="../slideLayouts/slideLayout1290.xml"/><Relationship Id="rId9" Type="http://schemas.openxmlformats.org/officeDocument/2006/relationships/slideLayout" Target="../slideLayouts/slideLayout1291.xml"/><Relationship Id="rId10" Type="http://schemas.openxmlformats.org/officeDocument/2006/relationships/slideLayout" Target="../slideLayouts/slideLayout1292.xml"/><Relationship Id="rId11" Type="http://schemas.openxmlformats.org/officeDocument/2006/relationships/slideLayout" Target="../slideLayouts/slideLayout1293.xml"/><Relationship Id="rId12" Type="http://schemas.openxmlformats.org/officeDocument/2006/relationships/slideLayout" Target="../slideLayouts/slideLayout1294.xml"/><Relationship Id="rId13" Type="http://schemas.openxmlformats.org/officeDocument/2006/relationships/slideLayout" Target="../slideLayouts/slideLayout1295.xml"/><Relationship Id="rId14" Type="http://schemas.openxmlformats.org/officeDocument/2006/relationships/slideLayout" Target="../slideLayouts/slideLayout1296.xml"/>
</Relationships>
</file>

<file path=ppt/slideMasters/_rels/slideMaster109.xml.rels><?xml version="1.0" encoding="UTF-8"?>
<Relationships xmlns="http://schemas.openxmlformats.org/package/2006/relationships"><Relationship Id="rId1" Type="http://schemas.openxmlformats.org/officeDocument/2006/relationships/theme" Target="../theme/theme109.xml"/><Relationship Id="rId2" Type="http://schemas.openxmlformats.org/officeDocument/2006/relationships/image" Target="../media/image110.jpeg"/><Relationship Id="rId3" Type="http://schemas.openxmlformats.org/officeDocument/2006/relationships/image" Target="../media/image111.jpeg"/><Relationship Id="rId4" Type="http://schemas.openxmlformats.org/officeDocument/2006/relationships/slideLayout" Target="../slideLayouts/slideLayout1297.xml"/><Relationship Id="rId5" Type="http://schemas.openxmlformats.org/officeDocument/2006/relationships/slideLayout" Target="../slideLayouts/slideLayout1298.xml"/><Relationship Id="rId6" Type="http://schemas.openxmlformats.org/officeDocument/2006/relationships/slideLayout" Target="../slideLayouts/slideLayout1299.xml"/><Relationship Id="rId7" Type="http://schemas.openxmlformats.org/officeDocument/2006/relationships/slideLayout" Target="../slideLayouts/slideLayout1300.xml"/><Relationship Id="rId8" Type="http://schemas.openxmlformats.org/officeDocument/2006/relationships/slideLayout" Target="../slideLayouts/slideLayout1301.xml"/><Relationship Id="rId9" Type="http://schemas.openxmlformats.org/officeDocument/2006/relationships/slideLayout" Target="../slideLayouts/slideLayout1302.xml"/><Relationship Id="rId10" Type="http://schemas.openxmlformats.org/officeDocument/2006/relationships/slideLayout" Target="../slideLayouts/slideLayout1303.xml"/><Relationship Id="rId11" Type="http://schemas.openxmlformats.org/officeDocument/2006/relationships/slideLayout" Target="../slideLayouts/slideLayout1304.xml"/><Relationship Id="rId12" Type="http://schemas.openxmlformats.org/officeDocument/2006/relationships/slideLayout" Target="../slideLayouts/slideLayout1305.xml"/><Relationship Id="rId13" Type="http://schemas.openxmlformats.org/officeDocument/2006/relationships/slideLayout" Target="../slideLayouts/slideLayout1306.xml"/><Relationship Id="rId14" Type="http://schemas.openxmlformats.org/officeDocument/2006/relationships/slideLayout" Target="../slideLayouts/slideLayout1307.xml"/><Relationship Id="rId15" Type="http://schemas.openxmlformats.org/officeDocument/2006/relationships/slideLayout" Target="../slideLayouts/slideLayout1308.xml"/>
</Relationships>
</file>

<file path=ppt/slideMasters/_rels/slideMaster110.xml.rels><?xml version="1.0" encoding="UTF-8"?>
<Relationships xmlns="http://schemas.openxmlformats.org/package/2006/relationships"><Relationship Id="rId1" Type="http://schemas.openxmlformats.org/officeDocument/2006/relationships/theme" Target="../theme/theme110.xml"/><Relationship Id="rId2" Type="http://schemas.openxmlformats.org/officeDocument/2006/relationships/image" Target="../media/image112.jpeg"/><Relationship Id="rId3" Type="http://schemas.openxmlformats.org/officeDocument/2006/relationships/slideLayout" Target="../slideLayouts/slideLayout1309.xml"/><Relationship Id="rId4" Type="http://schemas.openxmlformats.org/officeDocument/2006/relationships/slideLayout" Target="../slideLayouts/slideLayout1310.xml"/><Relationship Id="rId5" Type="http://schemas.openxmlformats.org/officeDocument/2006/relationships/slideLayout" Target="../slideLayouts/slideLayout1311.xml"/><Relationship Id="rId6" Type="http://schemas.openxmlformats.org/officeDocument/2006/relationships/slideLayout" Target="../slideLayouts/slideLayout1312.xml"/><Relationship Id="rId7" Type="http://schemas.openxmlformats.org/officeDocument/2006/relationships/slideLayout" Target="../slideLayouts/slideLayout1313.xml"/><Relationship Id="rId8" Type="http://schemas.openxmlformats.org/officeDocument/2006/relationships/slideLayout" Target="../slideLayouts/slideLayout1314.xml"/><Relationship Id="rId9" Type="http://schemas.openxmlformats.org/officeDocument/2006/relationships/slideLayout" Target="../slideLayouts/slideLayout1315.xml"/><Relationship Id="rId10" Type="http://schemas.openxmlformats.org/officeDocument/2006/relationships/slideLayout" Target="../slideLayouts/slideLayout1316.xml"/><Relationship Id="rId11" Type="http://schemas.openxmlformats.org/officeDocument/2006/relationships/slideLayout" Target="../slideLayouts/slideLayout1317.xml"/><Relationship Id="rId12" Type="http://schemas.openxmlformats.org/officeDocument/2006/relationships/slideLayout" Target="../slideLayouts/slideLayout1318.xml"/><Relationship Id="rId13" Type="http://schemas.openxmlformats.org/officeDocument/2006/relationships/slideLayout" Target="../slideLayouts/slideLayout1319.xml"/><Relationship Id="rId14" Type="http://schemas.openxmlformats.org/officeDocument/2006/relationships/slideLayout" Target="../slideLayouts/slideLayout1320.xml"/>
</Relationships>
</file>

<file path=ppt/slideMasters/_rels/slideMaster111.xml.rels><?xml version="1.0" encoding="UTF-8"?>
<Relationships xmlns="http://schemas.openxmlformats.org/package/2006/relationships"><Relationship Id="rId1" Type="http://schemas.openxmlformats.org/officeDocument/2006/relationships/theme" Target="../theme/theme111.xml"/><Relationship Id="rId2" Type="http://schemas.openxmlformats.org/officeDocument/2006/relationships/image" Target="../media/image113.jpeg"/><Relationship Id="rId3" Type="http://schemas.openxmlformats.org/officeDocument/2006/relationships/slideLayout" Target="../slideLayouts/slideLayout1321.xml"/><Relationship Id="rId4" Type="http://schemas.openxmlformats.org/officeDocument/2006/relationships/slideLayout" Target="../slideLayouts/slideLayout1322.xml"/><Relationship Id="rId5" Type="http://schemas.openxmlformats.org/officeDocument/2006/relationships/slideLayout" Target="../slideLayouts/slideLayout1323.xml"/><Relationship Id="rId6" Type="http://schemas.openxmlformats.org/officeDocument/2006/relationships/slideLayout" Target="../slideLayouts/slideLayout1324.xml"/><Relationship Id="rId7" Type="http://schemas.openxmlformats.org/officeDocument/2006/relationships/slideLayout" Target="../slideLayouts/slideLayout1325.xml"/><Relationship Id="rId8" Type="http://schemas.openxmlformats.org/officeDocument/2006/relationships/slideLayout" Target="../slideLayouts/slideLayout1326.xml"/><Relationship Id="rId9" Type="http://schemas.openxmlformats.org/officeDocument/2006/relationships/slideLayout" Target="../slideLayouts/slideLayout1327.xml"/><Relationship Id="rId10" Type="http://schemas.openxmlformats.org/officeDocument/2006/relationships/slideLayout" Target="../slideLayouts/slideLayout1328.xml"/><Relationship Id="rId11" Type="http://schemas.openxmlformats.org/officeDocument/2006/relationships/slideLayout" Target="../slideLayouts/slideLayout1329.xml"/><Relationship Id="rId12" Type="http://schemas.openxmlformats.org/officeDocument/2006/relationships/slideLayout" Target="../slideLayouts/slideLayout1330.xml"/><Relationship Id="rId13" Type="http://schemas.openxmlformats.org/officeDocument/2006/relationships/slideLayout" Target="../slideLayouts/slideLayout1331.xml"/><Relationship Id="rId14" Type="http://schemas.openxmlformats.org/officeDocument/2006/relationships/slideLayout" Target="../slideLayouts/slideLayout1332.xml"/>
</Relationships>
</file>

<file path=ppt/slideMasters/_rels/slideMaster112.xml.rels><?xml version="1.0" encoding="UTF-8"?>
<Relationships xmlns="http://schemas.openxmlformats.org/package/2006/relationships"><Relationship Id="rId1" Type="http://schemas.openxmlformats.org/officeDocument/2006/relationships/theme" Target="../theme/theme112.xml"/><Relationship Id="rId2" Type="http://schemas.openxmlformats.org/officeDocument/2006/relationships/image" Target="../media/image114.jpeg"/><Relationship Id="rId3" Type="http://schemas.openxmlformats.org/officeDocument/2006/relationships/slideLayout" Target="../slideLayouts/slideLayout1333.xml"/><Relationship Id="rId4" Type="http://schemas.openxmlformats.org/officeDocument/2006/relationships/slideLayout" Target="../slideLayouts/slideLayout1334.xml"/><Relationship Id="rId5" Type="http://schemas.openxmlformats.org/officeDocument/2006/relationships/slideLayout" Target="../slideLayouts/slideLayout1335.xml"/><Relationship Id="rId6" Type="http://schemas.openxmlformats.org/officeDocument/2006/relationships/slideLayout" Target="../slideLayouts/slideLayout1336.xml"/><Relationship Id="rId7" Type="http://schemas.openxmlformats.org/officeDocument/2006/relationships/slideLayout" Target="../slideLayouts/slideLayout1337.xml"/><Relationship Id="rId8" Type="http://schemas.openxmlformats.org/officeDocument/2006/relationships/slideLayout" Target="../slideLayouts/slideLayout1338.xml"/><Relationship Id="rId9" Type="http://schemas.openxmlformats.org/officeDocument/2006/relationships/slideLayout" Target="../slideLayouts/slideLayout1339.xml"/><Relationship Id="rId10" Type="http://schemas.openxmlformats.org/officeDocument/2006/relationships/slideLayout" Target="../slideLayouts/slideLayout1340.xml"/><Relationship Id="rId11" Type="http://schemas.openxmlformats.org/officeDocument/2006/relationships/slideLayout" Target="../slideLayouts/slideLayout1341.xml"/><Relationship Id="rId12" Type="http://schemas.openxmlformats.org/officeDocument/2006/relationships/slideLayout" Target="../slideLayouts/slideLayout1342.xml"/><Relationship Id="rId13" Type="http://schemas.openxmlformats.org/officeDocument/2006/relationships/slideLayout" Target="../slideLayouts/slideLayout1343.xml"/><Relationship Id="rId14" Type="http://schemas.openxmlformats.org/officeDocument/2006/relationships/slideLayout" Target="../slideLayouts/slideLayout1344.xml"/>
</Relationships>
</file>

<file path=ppt/slideMasters/_rels/slideMaster113.xml.rels><?xml version="1.0" encoding="UTF-8"?>
<Relationships xmlns="http://schemas.openxmlformats.org/package/2006/relationships"><Relationship Id="rId1" Type="http://schemas.openxmlformats.org/officeDocument/2006/relationships/theme" Target="../theme/theme113.xml"/><Relationship Id="rId2" Type="http://schemas.openxmlformats.org/officeDocument/2006/relationships/image" Target="../media/image115.jpeg"/><Relationship Id="rId3" Type="http://schemas.openxmlformats.org/officeDocument/2006/relationships/slideLayout" Target="../slideLayouts/slideLayout1345.xml"/><Relationship Id="rId4" Type="http://schemas.openxmlformats.org/officeDocument/2006/relationships/slideLayout" Target="../slideLayouts/slideLayout1346.xml"/><Relationship Id="rId5" Type="http://schemas.openxmlformats.org/officeDocument/2006/relationships/slideLayout" Target="../slideLayouts/slideLayout1347.xml"/><Relationship Id="rId6" Type="http://schemas.openxmlformats.org/officeDocument/2006/relationships/slideLayout" Target="../slideLayouts/slideLayout1348.xml"/><Relationship Id="rId7" Type="http://schemas.openxmlformats.org/officeDocument/2006/relationships/slideLayout" Target="../slideLayouts/slideLayout1349.xml"/><Relationship Id="rId8" Type="http://schemas.openxmlformats.org/officeDocument/2006/relationships/slideLayout" Target="../slideLayouts/slideLayout1350.xml"/><Relationship Id="rId9" Type="http://schemas.openxmlformats.org/officeDocument/2006/relationships/slideLayout" Target="../slideLayouts/slideLayout1351.xml"/><Relationship Id="rId10" Type="http://schemas.openxmlformats.org/officeDocument/2006/relationships/slideLayout" Target="../slideLayouts/slideLayout1352.xml"/><Relationship Id="rId11" Type="http://schemas.openxmlformats.org/officeDocument/2006/relationships/slideLayout" Target="../slideLayouts/slideLayout1353.xml"/><Relationship Id="rId12" Type="http://schemas.openxmlformats.org/officeDocument/2006/relationships/slideLayout" Target="../slideLayouts/slideLayout1354.xml"/><Relationship Id="rId13" Type="http://schemas.openxmlformats.org/officeDocument/2006/relationships/slideLayout" Target="../slideLayouts/slideLayout1355.xml"/><Relationship Id="rId14" Type="http://schemas.openxmlformats.org/officeDocument/2006/relationships/slideLayout" Target="../slideLayouts/slideLayout1356.xml"/>
</Relationships>
</file>

<file path=ppt/slideMasters/_rels/slideMaster114.xml.rels><?xml version="1.0" encoding="UTF-8"?>
<Relationships xmlns="http://schemas.openxmlformats.org/package/2006/relationships"><Relationship Id="rId1" Type="http://schemas.openxmlformats.org/officeDocument/2006/relationships/theme" Target="../theme/theme114.xml"/><Relationship Id="rId2" Type="http://schemas.openxmlformats.org/officeDocument/2006/relationships/slideLayout" Target="../slideLayouts/slideLayout1357.xml"/><Relationship Id="rId3" Type="http://schemas.openxmlformats.org/officeDocument/2006/relationships/slideLayout" Target="../slideLayouts/slideLayout1358.xml"/><Relationship Id="rId4" Type="http://schemas.openxmlformats.org/officeDocument/2006/relationships/slideLayout" Target="../slideLayouts/slideLayout1359.xml"/><Relationship Id="rId5" Type="http://schemas.openxmlformats.org/officeDocument/2006/relationships/slideLayout" Target="../slideLayouts/slideLayout1360.xml"/><Relationship Id="rId6" Type="http://schemas.openxmlformats.org/officeDocument/2006/relationships/slideLayout" Target="../slideLayouts/slideLayout1361.xml"/><Relationship Id="rId7" Type="http://schemas.openxmlformats.org/officeDocument/2006/relationships/slideLayout" Target="../slideLayouts/slideLayout1362.xml"/><Relationship Id="rId8" Type="http://schemas.openxmlformats.org/officeDocument/2006/relationships/slideLayout" Target="../slideLayouts/slideLayout1363.xml"/><Relationship Id="rId9" Type="http://schemas.openxmlformats.org/officeDocument/2006/relationships/slideLayout" Target="../slideLayouts/slideLayout1364.xml"/><Relationship Id="rId10" Type="http://schemas.openxmlformats.org/officeDocument/2006/relationships/slideLayout" Target="../slideLayouts/slideLayout1365.xml"/><Relationship Id="rId11" Type="http://schemas.openxmlformats.org/officeDocument/2006/relationships/slideLayout" Target="../slideLayouts/slideLayout1366.xml"/><Relationship Id="rId12" Type="http://schemas.openxmlformats.org/officeDocument/2006/relationships/slideLayout" Target="../slideLayouts/slideLayout1367.xml"/><Relationship Id="rId13" Type="http://schemas.openxmlformats.org/officeDocument/2006/relationships/slideLayout" Target="../slideLayouts/slideLayout1368.xml"/>
</Relationships>
</file>

<file path=ppt/slideMasters/_rels/slideMaster115.xml.rels><?xml version="1.0" encoding="UTF-8"?>
<Relationships xmlns="http://schemas.openxmlformats.org/package/2006/relationships"><Relationship Id="rId1" Type="http://schemas.openxmlformats.org/officeDocument/2006/relationships/theme" Target="../theme/theme115.xml"/><Relationship Id="rId2" Type="http://schemas.openxmlformats.org/officeDocument/2006/relationships/image" Target="../media/image116.jpeg"/><Relationship Id="rId3" Type="http://schemas.openxmlformats.org/officeDocument/2006/relationships/slideLayout" Target="../slideLayouts/slideLayout1369.xml"/><Relationship Id="rId4" Type="http://schemas.openxmlformats.org/officeDocument/2006/relationships/slideLayout" Target="../slideLayouts/slideLayout1370.xml"/><Relationship Id="rId5" Type="http://schemas.openxmlformats.org/officeDocument/2006/relationships/slideLayout" Target="../slideLayouts/slideLayout1371.xml"/><Relationship Id="rId6" Type="http://schemas.openxmlformats.org/officeDocument/2006/relationships/slideLayout" Target="../slideLayouts/slideLayout1372.xml"/><Relationship Id="rId7" Type="http://schemas.openxmlformats.org/officeDocument/2006/relationships/slideLayout" Target="../slideLayouts/slideLayout1373.xml"/><Relationship Id="rId8" Type="http://schemas.openxmlformats.org/officeDocument/2006/relationships/slideLayout" Target="../slideLayouts/slideLayout1374.xml"/><Relationship Id="rId9" Type="http://schemas.openxmlformats.org/officeDocument/2006/relationships/slideLayout" Target="../slideLayouts/slideLayout1375.xml"/><Relationship Id="rId10" Type="http://schemas.openxmlformats.org/officeDocument/2006/relationships/slideLayout" Target="../slideLayouts/slideLayout1376.xml"/><Relationship Id="rId11" Type="http://schemas.openxmlformats.org/officeDocument/2006/relationships/slideLayout" Target="../slideLayouts/slideLayout1377.xml"/><Relationship Id="rId12" Type="http://schemas.openxmlformats.org/officeDocument/2006/relationships/slideLayout" Target="../slideLayouts/slideLayout1378.xml"/><Relationship Id="rId13" Type="http://schemas.openxmlformats.org/officeDocument/2006/relationships/slideLayout" Target="../slideLayouts/slideLayout1379.xml"/><Relationship Id="rId14" Type="http://schemas.openxmlformats.org/officeDocument/2006/relationships/slideLayout" Target="../slideLayouts/slideLayout1380.xml"/>
</Relationships>
</file>

<file path=ppt/slideMasters/_rels/slideMaster116.xml.rels><?xml version="1.0" encoding="UTF-8"?>
<Relationships xmlns="http://schemas.openxmlformats.org/package/2006/relationships"><Relationship Id="rId1" Type="http://schemas.openxmlformats.org/officeDocument/2006/relationships/theme" Target="../theme/theme116.xml"/><Relationship Id="rId2" Type="http://schemas.openxmlformats.org/officeDocument/2006/relationships/image" Target="../media/image117.jpeg"/><Relationship Id="rId3" Type="http://schemas.openxmlformats.org/officeDocument/2006/relationships/slideLayout" Target="../slideLayouts/slideLayout1381.xml"/><Relationship Id="rId4" Type="http://schemas.openxmlformats.org/officeDocument/2006/relationships/slideLayout" Target="../slideLayouts/slideLayout1382.xml"/><Relationship Id="rId5" Type="http://schemas.openxmlformats.org/officeDocument/2006/relationships/slideLayout" Target="../slideLayouts/slideLayout1383.xml"/><Relationship Id="rId6" Type="http://schemas.openxmlformats.org/officeDocument/2006/relationships/slideLayout" Target="../slideLayouts/slideLayout1384.xml"/><Relationship Id="rId7" Type="http://schemas.openxmlformats.org/officeDocument/2006/relationships/slideLayout" Target="../slideLayouts/slideLayout1385.xml"/><Relationship Id="rId8" Type="http://schemas.openxmlformats.org/officeDocument/2006/relationships/slideLayout" Target="../slideLayouts/slideLayout1386.xml"/><Relationship Id="rId9" Type="http://schemas.openxmlformats.org/officeDocument/2006/relationships/slideLayout" Target="../slideLayouts/slideLayout1387.xml"/><Relationship Id="rId10" Type="http://schemas.openxmlformats.org/officeDocument/2006/relationships/slideLayout" Target="../slideLayouts/slideLayout1388.xml"/><Relationship Id="rId11" Type="http://schemas.openxmlformats.org/officeDocument/2006/relationships/slideLayout" Target="../slideLayouts/slideLayout1389.xml"/><Relationship Id="rId12" Type="http://schemas.openxmlformats.org/officeDocument/2006/relationships/slideLayout" Target="../slideLayouts/slideLayout1390.xml"/><Relationship Id="rId13" Type="http://schemas.openxmlformats.org/officeDocument/2006/relationships/slideLayout" Target="../slideLayouts/slideLayout1391.xml"/><Relationship Id="rId14" Type="http://schemas.openxmlformats.org/officeDocument/2006/relationships/slideLayout" Target="../slideLayouts/slideLayout1392.xml"/>
</Relationships>
</file>

<file path=ppt/slideMasters/_rels/slideMaster117.xml.rels><?xml version="1.0" encoding="UTF-8"?>
<Relationships xmlns="http://schemas.openxmlformats.org/package/2006/relationships"><Relationship Id="rId1" Type="http://schemas.openxmlformats.org/officeDocument/2006/relationships/theme" Target="../theme/theme117.xml"/><Relationship Id="rId2" Type="http://schemas.openxmlformats.org/officeDocument/2006/relationships/image" Target="../media/image118.jpeg"/><Relationship Id="rId3" Type="http://schemas.openxmlformats.org/officeDocument/2006/relationships/slideLayout" Target="../slideLayouts/slideLayout1393.xml"/><Relationship Id="rId4" Type="http://schemas.openxmlformats.org/officeDocument/2006/relationships/slideLayout" Target="../slideLayouts/slideLayout1394.xml"/><Relationship Id="rId5" Type="http://schemas.openxmlformats.org/officeDocument/2006/relationships/slideLayout" Target="../slideLayouts/slideLayout1395.xml"/><Relationship Id="rId6" Type="http://schemas.openxmlformats.org/officeDocument/2006/relationships/slideLayout" Target="../slideLayouts/slideLayout1396.xml"/><Relationship Id="rId7" Type="http://schemas.openxmlformats.org/officeDocument/2006/relationships/slideLayout" Target="../slideLayouts/slideLayout1397.xml"/><Relationship Id="rId8" Type="http://schemas.openxmlformats.org/officeDocument/2006/relationships/slideLayout" Target="../slideLayouts/slideLayout1398.xml"/><Relationship Id="rId9" Type="http://schemas.openxmlformats.org/officeDocument/2006/relationships/slideLayout" Target="../slideLayouts/slideLayout1399.xml"/><Relationship Id="rId10" Type="http://schemas.openxmlformats.org/officeDocument/2006/relationships/slideLayout" Target="../slideLayouts/slideLayout1400.xml"/><Relationship Id="rId11" Type="http://schemas.openxmlformats.org/officeDocument/2006/relationships/slideLayout" Target="../slideLayouts/slideLayout1401.xml"/><Relationship Id="rId12" Type="http://schemas.openxmlformats.org/officeDocument/2006/relationships/slideLayout" Target="../slideLayouts/slideLayout1402.xml"/><Relationship Id="rId13" Type="http://schemas.openxmlformats.org/officeDocument/2006/relationships/slideLayout" Target="../slideLayouts/slideLayout1403.xml"/><Relationship Id="rId14" Type="http://schemas.openxmlformats.org/officeDocument/2006/relationships/slideLayout" Target="../slideLayouts/slideLayout1404.xml"/>
</Relationships>
</file>

<file path=ppt/slideMasters/_rels/slideMaster118.xml.rels><?xml version="1.0" encoding="UTF-8"?>
<Relationships xmlns="http://schemas.openxmlformats.org/package/2006/relationships"><Relationship Id="rId1" Type="http://schemas.openxmlformats.org/officeDocument/2006/relationships/theme" Target="../theme/theme118.xml"/><Relationship Id="rId2" Type="http://schemas.openxmlformats.org/officeDocument/2006/relationships/image" Target="../media/image119.jpeg"/><Relationship Id="rId3" Type="http://schemas.openxmlformats.org/officeDocument/2006/relationships/image" Target="../media/image120.jpeg"/><Relationship Id="rId4" Type="http://schemas.openxmlformats.org/officeDocument/2006/relationships/slideLayout" Target="../slideLayouts/slideLayout1405.xml"/><Relationship Id="rId5" Type="http://schemas.openxmlformats.org/officeDocument/2006/relationships/slideLayout" Target="../slideLayouts/slideLayout1406.xml"/><Relationship Id="rId6" Type="http://schemas.openxmlformats.org/officeDocument/2006/relationships/slideLayout" Target="../slideLayouts/slideLayout1407.xml"/><Relationship Id="rId7" Type="http://schemas.openxmlformats.org/officeDocument/2006/relationships/slideLayout" Target="../slideLayouts/slideLayout1408.xml"/><Relationship Id="rId8" Type="http://schemas.openxmlformats.org/officeDocument/2006/relationships/slideLayout" Target="../slideLayouts/slideLayout1409.xml"/><Relationship Id="rId9" Type="http://schemas.openxmlformats.org/officeDocument/2006/relationships/slideLayout" Target="../slideLayouts/slideLayout1410.xml"/><Relationship Id="rId10" Type="http://schemas.openxmlformats.org/officeDocument/2006/relationships/slideLayout" Target="../slideLayouts/slideLayout1411.xml"/><Relationship Id="rId11" Type="http://schemas.openxmlformats.org/officeDocument/2006/relationships/slideLayout" Target="../slideLayouts/slideLayout1412.xml"/><Relationship Id="rId12" Type="http://schemas.openxmlformats.org/officeDocument/2006/relationships/slideLayout" Target="../slideLayouts/slideLayout1413.xml"/><Relationship Id="rId13" Type="http://schemas.openxmlformats.org/officeDocument/2006/relationships/slideLayout" Target="../slideLayouts/slideLayout1414.xml"/><Relationship Id="rId14" Type="http://schemas.openxmlformats.org/officeDocument/2006/relationships/slideLayout" Target="../slideLayouts/slideLayout1415.xml"/><Relationship Id="rId15" Type="http://schemas.openxmlformats.org/officeDocument/2006/relationships/slideLayout" Target="../slideLayouts/slideLayout1416.xml"/>
</Relationships>
</file>

<file path=ppt/slideMasters/_rels/slideMaster119.xml.rels><?xml version="1.0" encoding="UTF-8"?>
<Relationships xmlns="http://schemas.openxmlformats.org/package/2006/relationships"><Relationship Id="rId1" Type="http://schemas.openxmlformats.org/officeDocument/2006/relationships/theme" Target="../theme/theme119.xml"/><Relationship Id="rId2" Type="http://schemas.openxmlformats.org/officeDocument/2006/relationships/image" Target="../media/image121.jpeg"/><Relationship Id="rId3" Type="http://schemas.openxmlformats.org/officeDocument/2006/relationships/slideLayout" Target="../slideLayouts/slideLayout1417.xml"/><Relationship Id="rId4" Type="http://schemas.openxmlformats.org/officeDocument/2006/relationships/slideLayout" Target="../slideLayouts/slideLayout1418.xml"/><Relationship Id="rId5" Type="http://schemas.openxmlformats.org/officeDocument/2006/relationships/slideLayout" Target="../slideLayouts/slideLayout1419.xml"/><Relationship Id="rId6" Type="http://schemas.openxmlformats.org/officeDocument/2006/relationships/slideLayout" Target="../slideLayouts/slideLayout1420.xml"/><Relationship Id="rId7" Type="http://schemas.openxmlformats.org/officeDocument/2006/relationships/slideLayout" Target="../slideLayouts/slideLayout1421.xml"/><Relationship Id="rId8" Type="http://schemas.openxmlformats.org/officeDocument/2006/relationships/slideLayout" Target="../slideLayouts/slideLayout1422.xml"/><Relationship Id="rId9" Type="http://schemas.openxmlformats.org/officeDocument/2006/relationships/slideLayout" Target="../slideLayouts/slideLayout1423.xml"/><Relationship Id="rId10" Type="http://schemas.openxmlformats.org/officeDocument/2006/relationships/slideLayout" Target="../slideLayouts/slideLayout1424.xml"/><Relationship Id="rId11" Type="http://schemas.openxmlformats.org/officeDocument/2006/relationships/slideLayout" Target="../slideLayouts/slideLayout1425.xml"/><Relationship Id="rId12" Type="http://schemas.openxmlformats.org/officeDocument/2006/relationships/slideLayout" Target="../slideLayouts/slideLayout1426.xml"/><Relationship Id="rId13" Type="http://schemas.openxmlformats.org/officeDocument/2006/relationships/slideLayout" Target="../slideLayouts/slideLayout1427.xml"/><Relationship Id="rId14" Type="http://schemas.openxmlformats.org/officeDocument/2006/relationships/slideLayout" Target="../slideLayouts/slideLayout1428.xml"/>
</Relationships>
</file>

<file path=ppt/slideMasters/_rels/slideMaster120.xml.rels><?xml version="1.0" encoding="UTF-8"?>
<Relationships xmlns="http://schemas.openxmlformats.org/package/2006/relationships"><Relationship Id="rId1" Type="http://schemas.openxmlformats.org/officeDocument/2006/relationships/theme" Target="../theme/theme120.xml"/><Relationship Id="rId2" Type="http://schemas.openxmlformats.org/officeDocument/2006/relationships/image" Target="../media/image122.jpeg"/><Relationship Id="rId3" Type="http://schemas.openxmlformats.org/officeDocument/2006/relationships/slideLayout" Target="../slideLayouts/slideLayout1429.xml"/><Relationship Id="rId4" Type="http://schemas.openxmlformats.org/officeDocument/2006/relationships/slideLayout" Target="../slideLayouts/slideLayout1430.xml"/><Relationship Id="rId5" Type="http://schemas.openxmlformats.org/officeDocument/2006/relationships/slideLayout" Target="../slideLayouts/slideLayout1431.xml"/><Relationship Id="rId6" Type="http://schemas.openxmlformats.org/officeDocument/2006/relationships/slideLayout" Target="../slideLayouts/slideLayout1432.xml"/><Relationship Id="rId7" Type="http://schemas.openxmlformats.org/officeDocument/2006/relationships/slideLayout" Target="../slideLayouts/slideLayout1433.xml"/><Relationship Id="rId8" Type="http://schemas.openxmlformats.org/officeDocument/2006/relationships/slideLayout" Target="../slideLayouts/slideLayout1434.xml"/><Relationship Id="rId9" Type="http://schemas.openxmlformats.org/officeDocument/2006/relationships/slideLayout" Target="../slideLayouts/slideLayout1435.xml"/><Relationship Id="rId10" Type="http://schemas.openxmlformats.org/officeDocument/2006/relationships/slideLayout" Target="../slideLayouts/slideLayout1436.xml"/><Relationship Id="rId11" Type="http://schemas.openxmlformats.org/officeDocument/2006/relationships/slideLayout" Target="../slideLayouts/slideLayout1437.xml"/><Relationship Id="rId12" Type="http://schemas.openxmlformats.org/officeDocument/2006/relationships/slideLayout" Target="../slideLayouts/slideLayout1438.xml"/><Relationship Id="rId13" Type="http://schemas.openxmlformats.org/officeDocument/2006/relationships/slideLayout" Target="../slideLayouts/slideLayout1439.xml"/><Relationship Id="rId14" Type="http://schemas.openxmlformats.org/officeDocument/2006/relationships/slideLayout" Target="../slideLayouts/slideLayout1440.xml"/>
</Relationships>
</file>

<file path=ppt/slideMasters/_rels/slideMaster121.xml.rels><?xml version="1.0" encoding="UTF-8"?>
<Relationships xmlns="http://schemas.openxmlformats.org/package/2006/relationships"><Relationship Id="rId1" Type="http://schemas.openxmlformats.org/officeDocument/2006/relationships/theme" Target="../theme/theme121.xml"/><Relationship Id="rId2" Type="http://schemas.openxmlformats.org/officeDocument/2006/relationships/image" Target="../media/image123.jpeg"/><Relationship Id="rId3" Type="http://schemas.openxmlformats.org/officeDocument/2006/relationships/slideLayout" Target="../slideLayouts/slideLayout1441.xml"/><Relationship Id="rId4" Type="http://schemas.openxmlformats.org/officeDocument/2006/relationships/slideLayout" Target="../slideLayouts/slideLayout1442.xml"/><Relationship Id="rId5" Type="http://schemas.openxmlformats.org/officeDocument/2006/relationships/slideLayout" Target="../slideLayouts/slideLayout1443.xml"/><Relationship Id="rId6" Type="http://schemas.openxmlformats.org/officeDocument/2006/relationships/slideLayout" Target="../slideLayouts/slideLayout1444.xml"/><Relationship Id="rId7" Type="http://schemas.openxmlformats.org/officeDocument/2006/relationships/slideLayout" Target="../slideLayouts/slideLayout1445.xml"/><Relationship Id="rId8" Type="http://schemas.openxmlformats.org/officeDocument/2006/relationships/slideLayout" Target="../slideLayouts/slideLayout1446.xml"/><Relationship Id="rId9" Type="http://schemas.openxmlformats.org/officeDocument/2006/relationships/slideLayout" Target="../slideLayouts/slideLayout1447.xml"/><Relationship Id="rId10" Type="http://schemas.openxmlformats.org/officeDocument/2006/relationships/slideLayout" Target="../slideLayouts/slideLayout1448.xml"/><Relationship Id="rId11" Type="http://schemas.openxmlformats.org/officeDocument/2006/relationships/slideLayout" Target="../slideLayouts/slideLayout1449.xml"/><Relationship Id="rId12" Type="http://schemas.openxmlformats.org/officeDocument/2006/relationships/slideLayout" Target="../slideLayouts/slideLayout1450.xml"/><Relationship Id="rId13" Type="http://schemas.openxmlformats.org/officeDocument/2006/relationships/slideLayout" Target="../slideLayouts/slideLayout1451.xml"/><Relationship Id="rId14" Type="http://schemas.openxmlformats.org/officeDocument/2006/relationships/slideLayout" Target="../slideLayouts/slideLayout1452.xml"/>
</Relationships>
</file>

<file path=ppt/slideMasters/_rels/slideMaster122.xml.rels><?xml version="1.0" encoding="UTF-8"?>
<Relationships xmlns="http://schemas.openxmlformats.org/package/2006/relationships"><Relationship Id="rId1" Type="http://schemas.openxmlformats.org/officeDocument/2006/relationships/theme" Target="../theme/theme122.xml"/><Relationship Id="rId2" Type="http://schemas.openxmlformats.org/officeDocument/2006/relationships/image" Target="../media/image124.jpeg"/><Relationship Id="rId3" Type="http://schemas.openxmlformats.org/officeDocument/2006/relationships/slideLayout" Target="../slideLayouts/slideLayout1453.xml"/><Relationship Id="rId4" Type="http://schemas.openxmlformats.org/officeDocument/2006/relationships/slideLayout" Target="../slideLayouts/slideLayout1454.xml"/><Relationship Id="rId5" Type="http://schemas.openxmlformats.org/officeDocument/2006/relationships/slideLayout" Target="../slideLayouts/slideLayout1455.xml"/><Relationship Id="rId6" Type="http://schemas.openxmlformats.org/officeDocument/2006/relationships/slideLayout" Target="../slideLayouts/slideLayout1456.xml"/><Relationship Id="rId7" Type="http://schemas.openxmlformats.org/officeDocument/2006/relationships/slideLayout" Target="../slideLayouts/slideLayout1457.xml"/><Relationship Id="rId8" Type="http://schemas.openxmlformats.org/officeDocument/2006/relationships/slideLayout" Target="../slideLayouts/slideLayout1458.xml"/><Relationship Id="rId9" Type="http://schemas.openxmlformats.org/officeDocument/2006/relationships/slideLayout" Target="../slideLayouts/slideLayout1459.xml"/><Relationship Id="rId10" Type="http://schemas.openxmlformats.org/officeDocument/2006/relationships/slideLayout" Target="../slideLayouts/slideLayout1460.xml"/><Relationship Id="rId11" Type="http://schemas.openxmlformats.org/officeDocument/2006/relationships/slideLayout" Target="../slideLayouts/slideLayout1461.xml"/><Relationship Id="rId12" Type="http://schemas.openxmlformats.org/officeDocument/2006/relationships/slideLayout" Target="../slideLayouts/slideLayout1462.xml"/><Relationship Id="rId13" Type="http://schemas.openxmlformats.org/officeDocument/2006/relationships/slideLayout" Target="../slideLayouts/slideLayout1463.xml"/><Relationship Id="rId14" Type="http://schemas.openxmlformats.org/officeDocument/2006/relationships/slideLayout" Target="../slideLayouts/slideLayout1464.xml"/>
</Relationships>
</file>

<file path=ppt/slideMasters/_rels/slideMaster123.xml.rels><?xml version="1.0" encoding="UTF-8"?>
<Relationships xmlns="http://schemas.openxmlformats.org/package/2006/relationships"><Relationship Id="rId1" Type="http://schemas.openxmlformats.org/officeDocument/2006/relationships/theme" Target="../theme/theme123.xml"/><Relationship Id="rId2" Type="http://schemas.openxmlformats.org/officeDocument/2006/relationships/slideLayout" Target="../slideLayouts/slideLayout1465.xml"/><Relationship Id="rId3" Type="http://schemas.openxmlformats.org/officeDocument/2006/relationships/slideLayout" Target="../slideLayouts/slideLayout1466.xml"/><Relationship Id="rId4" Type="http://schemas.openxmlformats.org/officeDocument/2006/relationships/slideLayout" Target="../slideLayouts/slideLayout1467.xml"/><Relationship Id="rId5" Type="http://schemas.openxmlformats.org/officeDocument/2006/relationships/slideLayout" Target="../slideLayouts/slideLayout1468.xml"/><Relationship Id="rId6" Type="http://schemas.openxmlformats.org/officeDocument/2006/relationships/slideLayout" Target="../slideLayouts/slideLayout1469.xml"/><Relationship Id="rId7" Type="http://schemas.openxmlformats.org/officeDocument/2006/relationships/slideLayout" Target="../slideLayouts/slideLayout1470.xml"/><Relationship Id="rId8" Type="http://schemas.openxmlformats.org/officeDocument/2006/relationships/slideLayout" Target="../slideLayouts/slideLayout1471.xml"/><Relationship Id="rId9" Type="http://schemas.openxmlformats.org/officeDocument/2006/relationships/slideLayout" Target="../slideLayouts/slideLayout1472.xml"/><Relationship Id="rId10" Type="http://schemas.openxmlformats.org/officeDocument/2006/relationships/slideLayout" Target="../slideLayouts/slideLayout1473.xml"/><Relationship Id="rId11" Type="http://schemas.openxmlformats.org/officeDocument/2006/relationships/slideLayout" Target="../slideLayouts/slideLayout1474.xml"/><Relationship Id="rId12" Type="http://schemas.openxmlformats.org/officeDocument/2006/relationships/slideLayout" Target="../slideLayouts/slideLayout1475.xml"/><Relationship Id="rId13" Type="http://schemas.openxmlformats.org/officeDocument/2006/relationships/slideLayout" Target="../slideLayouts/slideLayout1476.xml"/>
</Relationships>
</file>

<file path=ppt/slideMasters/_rels/slideMaster124.xml.rels><?xml version="1.0" encoding="UTF-8"?>
<Relationships xmlns="http://schemas.openxmlformats.org/package/2006/relationships"><Relationship Id="rId1" Type="http://schemas.openxmlformats.org/officeDocument/2006/relationships/theme" Target="../theme/theme124.xml"/><Relationship Id="rId2" Type="http://schemas.openxmlformats.org/officeDocument/2006/relationships/image" Target="../media/image125.jpeg"/><Relationship Id="rId3" Type="http://schemas.openxmlformats.org/officeDocument/2006/relationships/slideLayout" Target="../slideLayouts/slideLayout1477.xml"/><Relationship Id="rId4" Type="http://schemas.openxmlformats.org/officeDocument/2006/relationships/slideLayout" Target="../slideLayouts/slideLayout1478.xml"/><Relationship Id="rId5" Type="http://schemas.openxmlformats.org/officeDocument/2006/relationships/slideLayout" Target="../slideLayouts/slideLayout1479.xml"/><Relationship Id="rId6" Type="http://schemas.openxmlformats.org/officeDocument/2006/relationships/slideLayout" Target="../slideLayouts/slideLayout1480.xml"/><Relationship Id="rId7" Type="http://schemas.openxmlformats.org/officeDocument/2006/relationships/slideLayout" Target="../slideLayouts/slideLayout1481.xml"/><Relationship Id="rId8" Type="http://schemas.openxmlformats.org/officeDocument/2006/relationships/slideLayout" Target="../slideLayouts/slideLayout1482.xml"/><Relationship Id="rId9" Type="http://schemas.openxmlformats.org/officeDocument/2006/relationships/slideLayout" Target="../slideLayouts/slideLayout1483.xml"/><Relationship Id="rId10" Type="http://schemas.openxmlformats.org/officeDocument/2006/relationships/slideLayout" Target="../slideLayouts/slideLayout1484.xml"/><Relationship Id="rId11" Type="http://schemas.openxmlformats.org/officeDocument/2006/relationships/slideLayout" Target="../slideLayouts/slideLayout1485.xml"/><Relationship Id="rId12" Type="http://schemas.openxmlformats.org/officeDocument/2006/relationships/slideLayout" Target="../slideLayouts/slideLayout1486.xml"/><Relationship Id="rId13" Type="http://schemas.openxmlformats.org/officeDocument/2006/relationships/slideLayout" Target="../slideLayouts/slideLayout1487.xml"/><Relationship Id="rId14" Type="http://schemas.openxmlformats.org/officeDocument/2006/relationships/slideLayout" Target="../slideLayouts/slideLayout1488.xml"/>
</Relationships>
</file>

<file path=ppt/slideMasters/_rels/slideMaster125.xml.rels><?xml version="1.0" encoding="UTF-8"?>
<Relationships xmlns="http://schemas.openxmlformats.org/package/2006/relationships"><Relationship Id="rId1" Type="http://schemas.openxmlformats.org/officeDocument/2006/relationships/theme" Target="../theme/theme125.xml"/><Relationship Id="rId2" Type="http://schemas.openxmlformats.org/officeDocument/2006/relationships/image" Target="../media/image126.jpeg"/><Relationship Id="rId3" Type="http://schemas.openxmlformats.org/officeDocument/2006/relationships/image" Target="../media/image127.jpeg"/><Relationship Id="rId4" Type="http://schemas.openxmlformats.org/officeDocument/2006/relationships/slideLayout" Target="../slideLayouts/slideLayout1489.xml"/><Relationship Id="rId5" Type="http://schemas.openxmlformats.org/officeDocument/2006/relationships/slideLayout" Target="../slideLayouts/slideLayout1490.xml"/><Relationship Id="rId6" Type="http://schemas.openxmlformats.org/officeDocument/2006/relationships/slideLayout" Target="../slideLayouts/slideLayout1491.xml"/><Relationship Id="rId7" Type="http://schemas.openxmlformats.org/officeDocument/2006/relationships/slideLayout" Target="../slideLayouts/slideLayout1492.xml"/><Relationship Id="rId8" Type="http://schemas.openxmlformats.org/officeDocument/2006/relationships/slideLayout" Target="../slideLayouts/slideLayout1493.xml"/><Relationship Id="rId9" Type="http://schemas.openxmlformats.org/officeDocument/2006/relationships/slideLayout" Target="../slideLayouts/slideLayout1494.xml"/><Relationship Id="rId10" Type="http://schemas.openxmlformats.org/officeDocument/2006/relationships/slideLayout" Target="../slideLayouts/slideLayout1495.xml"/><Relationship Id="rId11" Type="http://schemas.openxmlformats.org/officeDocument/2006/relationships/slideLayout" Target="../slideLayouts/slideLayout1496.xml"/><Relationship Id="rId12" Type="http://schemas.openxmlformats.org/officeDocument/2006/relationships/slideLayout" Target="../slideLayouts/slideLayout1497.xml"/><Relationship Id="rId13" Type="http://schemas.openxmlformats.org/officeDocument/2006/relationships/slideLayout" Target="../slideLayouts/slideLayout1498.xml"/><Relationship Id="rId14" Type="http://schemas.openxmlformats.org/officeDocument/2006/relationships/slideLayout" Target="../slideLayouts/slideLayout1499.xml"/><Relationship Id="rId15" Type="http://schemas.openxmlformats.org/officeDocument/2006/relationships/slideLayout" Target="../slideLayouts/slideLayout1500.xml"/>
</Relationships>
</file>

<file path=ppt/slideMasters/_rels/slideMaster126.xml.rels><?xml version="1.0" encoding="UTF-8"?>
<Relationships xmlns="http://schemas.openxmlformats.org/package/2006/relationships"><Relationship Id="rId1" Type="http://schemas.openxmlformats.org/officeDocument/2006/relationships/theme" Target="../theme/theme126.xml"/><Relationship Id="rId2" Type="http://schemas.openxmlformats.org/officeDocument/2006/relationships/image" Target="../media/image128.jpeg"/><Relationship Id="rId3" Type="http://schemas.openxmlformats.org/officeDocument/2006/relationships/slideLayout" Target="../slideLayouts/slideLayout1501.xml"/><Relationship Id="rId4" Type="http://schemas.openxmlformats.org/officeDocument/2006/relationships/slideLayout" Target="../slideLayouts/slideLayout1502.xml"/><Relationship Id="rId5" Type="http://schemas.openxmlformats.org/officeDocument/2006/relationships/slideLayout" Target="../slideLayouts/slideLayout1503.xml"/><Relationship Id="rId6" Type="http://schemas.openxmlformats.org/officeDocument/2006/relationships/slideLayout" Target="../slideLayouts/slideLayout1504.xml"/><Relationship Id="rId7" Type="http://schemas.openxmlformats.org/officeDocument/2006/relationships/slideLayout" Target="../slideLayouts/slideLayout1505.xml"/><Relationship Id="rId8" Type="http://schemas.openxmlformats.org/officeDocument/2006/relationships/slideLayout" Target="../slideLayouts/slideLayout1506.xml"/><Relationship Id="rId9" Type="http://schemas.openxmlformats.org/officeDocument/2006/relationships/slideLayout" Target="../slideLayouts/slideLayout1507.xml"/><Relationship Id="rId10" Type="http://schemas.openxmlformats.org/officeDocument/2006/relationships/slideLayout" Target="../slideLayouts/slideLayout1508.xml"/><Relationship Id="rId11" Type="http://schemas.openxmlformats.org/officeDocument/2006/relationships/slideLayout" Target="../slideLayouts/slideLayout1509.xml"/><Relationship Id="rId12" Type="http://schemas.openxmlformats.org/officeDocument/2006/relationships/slideLayout" Target="../slideLayouts/slideLayout1510.xml"/><Relationship Id="rId13" Type="http://schemas.openxmlformats.org/officeDocument/2006/relationships/slideLayout" Target="../slideLayouts/slideLayout1511.xml"/><Relationship Id="rId14" Type="http://schemas.openxmlformats.org/officeDocument/2006/relationships/slideLayout" Target="../slideLayouts/slideLayout1512.xml"/>
</Relationships>
</file>

<file path=ppt/slideMasters/_rels/slideMaster127.xml.rels><?xml version="1.0" encoding="UTF-8"?>
<Relationships xmlns="http://schemas.openxmlformats.org/package/2006/relationships"><Relationship Id="rId1" Type="http://schemas.openxmlformats.org/officeDocument/2006/relationships/theme" Target="../theme/theme127.xml"/><Relationship Id="rId2" Type="http://schemas.openxmlformats.org/officeDocument/2006/relationships/image" Target="../media/image129.jpeg"/><Relationship Id="rId3" Type="http://schemas.openxmlformats.org/officeDocument/2006/relationships/slideLayout" Target="../slideLayouts/slideLayout1513.xml"/><Relationship Id="rId4" Type="http://schemas.openxmlformats.org/officeDocument/2006/relationships/slideLayout" Target="../slideLayouts/slideLayout1514.xml"/><Relationship Id="rId5" Type="http://schemas.openxmlformats.org/officeDocument/2006/relationships/slideLayout" Target="../slideLayouts/slideLayout1515.xml"/><Relationship Id="rId6" Type="http://schemas.openxmlformats.org/officeDocument/2006/relationships/slideLayout" Target="../slideLayouts/slideLayout1516.xml"/><Relationship Id="rId7" Type="http://schemas.openxmlformats.org/officeDocument/2006/relationships/slideLayout" Target="../slideLayouts/slideLayout1517.xml"/><Relationship Id="rId8" Type="http://schemas.openxmlformats.org/officeDocument/2006/relationships/slideLayout" Target="../slideLayouts/slideLayout1518.xml"/><Relationship Id="rId9" Type="http://schemas.openxmlformats.org/officeDocument/2006/relationships/slideLayout" Target="../slideLayouts/slideLayout1519.xml"/><Relationship Id="rId10" Type="http://schemas.openxmlformats.org/officeDocument/2006/relationships/slideLayout" Target="../slideLayouts/slideLayout1520.xml"/><Relationship Id="rId11" Type="http://schemas.openxmlformats.org/officeDocument/2006/relationships/slideLayout" Target="../slideLayouts/slideLayout1521.xml"/><Relationship Id="rId12" Type="http://schemas.openxmlformats.org/officeDocument/2006/relationships/slideLayout" Target="../slideLayouts/slideLayout1522.xml"/><Relationship Id="rId13" Type="http://schemas.openxmlformats.org/officeDocument/2006/relationships/slideLayout" Target="../slideLayouts/slideLayout1523.xml"/><Relationship Id="rId14" Type="http://schemas.openxmlformats.org/officeDocument/2006/relationships/slideLayout" Target="../slideLayouts/slideLayout1524.xml"/>
</Relationships>
</file>

<file path=ppt/slideMasters/_rels/slideMaster128.xml.rels><?xml version="1.0" encoding="UTF-8"?>
<Relationships xmlns="http://schemas.openxmlformats.org/package/2006/relationships"><Relationship Id="rId1" Type="http://schemas.openxmlformats.org/officeDocument/2006/relationships/theme" Target="../theme/theme128.xml"/><Relationship Id="rId2" Type="http://schemas.openxmlformats.org/officeDocument/2006/relationships/image" Target="../media/image130.jpeg"/><Relationship Id="rId3" Type="http://schemas.openxmlformats.org/officeDocument/2006/relationships/slideLayout" Target="../slideLayouts/slideLayout1525.xml"/><Relationship Id="rId4" Type="http://schemas.openxmlformats.org/officeDocument/2006/relationships/slideLayout" Target="../slideLayouts/slideLayout1526.xml"/><Relationship Id="rId5" Type="http://schemas.openxmlformats.org/officeDocument/2006/relationships/slideLayout" Target="../slideLayouts/slideLayout1527.xml"/><Relationship Id="rId6" Type="http://schemas.openxmlformats.org/officeDocument/2006/relationships/slideLayout" Target="../slideLayouts/slideLayout1528.xml"/><Relationship Id="rId7" Type="http://schemas.openxmlformats.org/officeDocument/2006/relationships/slideLayout" Target="../slideLayouts/slideLayout1529.xml"/><Relationship Id="rId8" Type="http://schemas.openxmlformats.org/officeDocument/2006/relationships/slideLayout" Target="../slideLayouts/slideLayout1530.xml"/><Relationship Id="rId9" Type="http://schemas.openxmlformats.org/officeDocument/2006/relationships/slideLayout" Target="../slideLayouts/slideLayout1531.xml"/><Relationship Id="rId10" Type="http://schemas.openxmlformats.org/officeDocument/2006/relationships/slideLayout" Target="../slideLayouts/slideLayout1532.xml"/><Relationship Id="rId11" Type="http://schemas.openxmlformats.org/officeDocument/2006/relationships/slideLayout" Target="../slideLayouts/slideLayout1533.xml"/><Relationship Id="rId12" Type="http://schemas.openxmlformats.org/officeDocument/2006/relationships/slideLayout" Target="../slideLayouts/slideLayout1534.xml"/><Relationship Id="rId13" Type="http://schemas.openxmlformats.org/officeDocument/2006/relationships/slideLayout" Target="../slideLayouts/slideLayout1535.xml"/><Relationship Id="rId14" Type="http://schemas.openxmlformats.org/officeDocument/2006/relationships/slideLayout" Target="../slideLayouts/slideLayout1536.xml"/>
</Relationships>
</file>

<file path=ppt/slideMasters/_rels/slideMaster129.xml.rels><?xml version="1.0" encoding="UTF-8"?>
<Relationships xmlns="http://schemas.openxmlformats.org/package/2006/relationships"><Relationship Id="rId1" Type="http://schemas.openxmlformats.org/officeDocument/2006/relationships/theme" Target="../theme/theme129.xml"/><Relationship Id="rId2" Type="http://schemas.openxmlformats.org/officeDocument/2006/relationships/image" Target="../media/image131.jpeg"/><Relationship Id="rId3" Type="http://schemas.openxmlformats.org/officeDocument/2006/relationships/slideLayout" Target="../slideLayouts/slideLayout1537.xml"/><Relationship Id="rId4" Type="http://schemas.openxmlformats.org/officeDocument/2006/relationships/slideLayout" Target="../slideLayouts/slideLayout1538.xml"/><Relationship Id="rId5" Type="http://schemas.openxmlformats.org/officeDocument/2006/relationships/slideLayout" Target="../slideLayouts/slideLayout1539.xml"/><Relationship Id="rId6" Type="http://schemas.openxmlformats.org/officeDocument/2006/relationships/slideLayout" Target="../slideLayouts/slideLayout1540.xml"/><Relationship Id="rId7" Type="http://schemas.openxmlformats.org/officeDocument/2006/relationships/slideLayout" Target="../slideLayouts/slideLayout1541.xml"/><Relationship Id="rId8" Type="http://schemas.openxmlformats.org/officeDocument/2006/relationships/slideLayout" Target="../slideLayouts/slideLayout1542.xml"/><Relationship Id="rId9" Type="http://schemas.openxmlformats.org/officeDocument/2006/relationships/slideLayout" Target="../slideLayouts/slideLayout1543.xml"/><Relationship Id="rId10" Type="http://schemas.openxmlformats.org/officeDocument/2006/relationships/slideLayout" Target="../slideLayouts/slideLayout1544.xml"/><Relationship Id="rId11" Type="http://schemas.openxmlformats.org/officeDocument/2006/relationships/slideLayout" Target="../slideLayouts/slideLayout1545.xml"/><Relationship Id="rId12" Type="http://schemas.openxmlformats.org/officeDocument/2006/relationships/slideLayout" Target="../slideLayouts/slideLayout1546.xml"/><Relationship Id="rId13" Type="http://schemas.openxmlformats.org/officeDocument/2006/relationships/slideLayout" Target="../slideLayouts/slideLayout1547.xml"/><Relationship Id="rId14" Type="http://schemas.openxmlformats.org/officeDocument/2006/relationships/slideLayout" Target="../slideLayouts/slideLayout1548.xml"/>
</Relationships>
</file>

<file path=ppt/slideMasters/_rels/slideMaster130.xml.rels><?xml version="1.0" encoding="UTF-8"?>
<Relationships xmlns="http://schemas.openxmlformats.org/package/2006/relationships"><Relationship Id="rId1" Type="http://schemas.openxmlformats.org/officeDocument/2006/relationships/theme" Target="../theme/theme130.xml"/><Relationship Id="rId2" Type="http://schemas.openxmlformats.org/officeDocument/2006/relationships/slideLayout" Target="../slideLayouts/slideLayout1549.xml"/><Relationship Id="rId3" Type="http://schemas.openxmlformats.org/officeDocument/2006/relationships/slideLayout" Target="../slideLayouts/slideLayout1550.xml"/><Relationship Id="rId4" Type="http://schemas.openxmlformats.org/officeDocument/2006/relationships/slideLayout" Target="../slideLayouts/slideLayout1551.xml"/><Relationship Id="rId5" Type="http://schemas.openxmlformats.org/officeDocument/2006/relationships/slideLayout" Target="../slideLayouts/slideLayout1552.xml"/><Relationship Id="rId6" Type="http://schemas.openxmlformats.org/officeDocument/2006/relationships/slideLayout" Target="../slideLayouts/slideLayout1553.xml"/><Relationship Id="rId7" Type="http://schemas.openxmlformats.org/officeDocument/2006/relationships/slideLayout" Target="../slideLayouts/slideLayout1554.xml"/><Relationship Id="rId8" Type="http://schemas.openxmlformats.org/officeDocument/2006/relationships/slideLayout" Target="../slideLayouts/slideLayout1555.xml"/><Relationship Id="rId9" Type="http://schemas.openxmlformats.org/officeDocument/2006/relationships/slideLayout" Target="../slideLayouts/slideLayout1556.xml"/><Relationship Id="rId10" Type="http://schemas.openxmlformats.org/officeDocument/2006/relationships/slideLayout" Target="../slideLayouts/slideLayout1557.xml"/><Relationship Id="rId11" Type="http://schemas.openxmlformats.org/officeDocument/2006/relationships/slideLayout" Target="../slideLayouts/slideLayout1558.xml"/><Relationship Id="rId12" Type="http://schemas.openxmlformats.org/officeDocument/2006/relationships/slideLayout" Target="../slideLayouts/slideLayout1559.xml"/><Relationship Id="rId13" Type="http://schemas.openxmlformats.org/officeDocument/2006/relationships/slideLayout" Target="../slideLayouts/slideLayout1560.xml"/>
</Relationships>
</file>

<file path=ppt/slideMasters/_rels/slideMaster131.xml.rels><?xml version="1.0" encoding="UTF-8"?>
<Relationships xmlns="http://schemas.openxmlformats.org/package/2006/relationships"><Relationship Id="rId1" Type="http://schemas.openxmlformats.org/officeDocument/2006/relationships/theme" Target="../theme/theme131.xml"/><Relationship Id="rId2" Type="http://schemas.openxmlformats.org/officeDocument/2006/relationships/image" Target="../media/image132.jpeg"/><Relationship Id="rId3" Type="http://schemas.openxmlformats.org/officeDocument/2006/relationships/slideLayout" Target="../slideLayouts/slideLayout1561.xml"/><Relationship Id="rId4" Type="http://schemas.openxmlformats.org/officeDocument/2006/relationships/slideLayout" Target="../slideLayouts/slideLayout1562.xml"/><Relationship Id="rId5" Type="http://schemas.openxmlformats.org/officeDocument/2006/relationships/slideLayout" Target="../slideLayouts/slideLayout1563.xml"/><Relationship Id="rId6" Type="http://schemas.openxmlformats.org/officeDocument/2006/relationships/slideLayout" Target="../slideLayouts/slideLayout1564.xml"/><Relationship Id="rId7" Type="http://schemas.openxmlformats.org/officeDocument/2006/relationships/slideLayout" Target="../slideLayouts/slideLayout1565.xml"/><Relationship Id="rId8" Type="http://schemas.openxmlformats.org/officeDocument/2006/relationships/slideLayout" Target="../slideLayouts/slideLayout1566.xml"/><Relationship Id="rId9" Type="http://schemas.openxmlformats.org/officeDocument/2006/relationships/slideLayout" Target="../slideLayouts/slideLayout1567.xml"/><Relationship Id="rId10" Type="http://schemas.openxmlformats.org/officeDocument/2006/relationships/slideLayout" Target="../slideLayouts/slideLayout1568.xml"/><Relationship Id="rId11" Type="http://schemas.openxmlformats.org/officeDocument/2006/relationships/slideLayout" Target="../slideLayouts/slideLayout1569.xml"/><Relationship Id="rId12" Type="http://schemas.openxmlformats.org/officeDocument/2006/relationships/slideLayout" Target="../slideLayouts/slideLayout1570.xml"/><Relationship Id="rId13" Type="http://schemas.openxmlformats.org/officeDocument/2006/relationships/slideLayout" Target="../slideLayouts/slideLayout1571.xml"/><Relationship Id="rId14" Type="http://schemas.openxmlformats.org/officeDocument/2006/relationships/slideLayout" Target="../slideLayouts/slideLayout1572.xml"/>
</Relationships>
</file>

<file path=ppt/slideMasters/_rels/slideMaster132.xml.rels><?xml version="1.0" encoding="UTF-8"?>
<Relationships xmlns="http://schemas.openxmlformats.org/package/2006/relationships"><Relationship Id="rId1" Type="http://schemas.openxmlformats.org/officeDocument/2006/relationships/theme" Target="../theme/theme132.xml"/><Relationship Id="rId2" Type="http://schemas.openxmlformats.org/officeDocument/2006/relationships/image" Target="../media/image133.jpeg"/><Relationship Id="rId3" Type="http://schemas.openxmlformats.org/officeDocument/2006/relationships/image" Target="../media/image134.jpeg"/><Relationship Id="rId4" Type="http://schemas.openxmlformats.org/officeDocument/2006/relationships/slideLayout" Target="../slideLayouts/slideLayout1573.xml"/><Relationship Id="rId5" Type="http://schemas.openxmlformats.org/officeDocument/2006/relationships/slideLayout" Target="../slideLayouts/slideLayout1574.xml"/><Relationship Id="rId6" Type="http://schemas.openxmlformats.org/officeDocument/2006/relationships/slideLayout" Target="../slideLayouts/slideLayout1575.xml"/><Relationship Id="rId7" Type="http://schemas.openxmlformats.org/officeDocument/2006/relationships/slideLayout" Target="../slideLayouts/slideLayout1576.xml"/><Relationship Id="rId8" Type="http://schemas.openxmlformats.org/officeDocument/2006/relationships/slideLayout" Target="../slideLayouts/slideLayout1577.xml"/><Relationship Id="rId9" Type="http://schemas.openxmlformats.org/officeDocument/2006/relationships/slideLayout" Target="../slideLayouts/slideLayout1578.xml"/><Relationship Id="rId10" Type="http://schemas.openxmlformats.org/officeDocument/2006/relationships/slideLayout" Target="../slideLayouts/slideLayout1579.xml"/><Relationship Id="rId11" Type="http://schemas.openxmlformats.org/officeDocument/2006/relationships/slideLayout" Target="../slideLayouts/slideLayout1580.xml"/><Relationship Id="rId12" Type="http://schemas.openxmlformats.org/officeDocument/2006/relationships/slideLayout" Target="../slideLayouts/slideLayout1581.xml"/><Relationship Id="rId13" Type="http://schemas.openxmlformats.org/officeDocument/2006/relationships/slideLayout" Target="../slideLayouts/slideLayout1582.xml"/><Relationship Id="rId14" Type="http://schemas.openxmlformats.org/officeDocument/2006/relationships/slideLayout" Target="../slideLayouts/slideLayout1583.xml"/><Relationship Id="rId15" Type="http://schemas.openxmlformats.org/officeDocument/2006/relationships/slideLayout" Target="../slideLayouts/slideLayout1584.xml"/>
</Relationships>
</file>

<file path=ppt/slideMasters/_rels/slideMaster133.xml.rels><?xml version="1.0" encoding="UTF-8"?>
<Relationships xmlns="http://schemas.openxmlformats.org/package/2006/relationships"><Relationship Id="rId1" Type="http://schemas.openxmlformats.org/officeDocument/2006/relationships/theme" Target="../theme/theme133.xml"/><Relationship Id="rId2" Type="http://schemas.openxmlformats.org/officeDocument/2006/relationships/image" Target="../media/image135.jpeg"/><Relationship Id="rId3" Type="http://schemas.openxmlformats.org/officeDocument/2006/relationships/slideLayout" Target="../slideLayouts/slideLayout1585.xml"/><Relationship Id="rId4" Type="http://schemas.openxmlformats.org/officeDocument/2006/relationships/slideLayout" Target="../slideLayouts/slideLayout1586.xml"/><Relationship Id="rId5" Type="http://schemas.openxmlformats.org/officeDocument/2006/relationships/slideLayout" Target="../slideLayouts/slideLayout1587.xml"/><Relationship Id="rId6" Type="http://schemas.openxmlformats.org/officeDocument/2006/relationships/slideLayout" Target="../slideLayouts/slideLayout1588.xml"/><Relationship Id="rId7" Type="http://schemas.openxmlformats.org/officeDocument/2006/relationships/slideLayout" Target="../slideLayouts/slideLayout1589.xml"/><Relationship Id="rId8" Type="http://schemas.openxmlformats.org/officeDocument/2006/relationships/slideLayout" Target="../slideLayouts/slideLayout1590.xml"/><Relationship Id="rId9" Type="http://schemas.openxmlformats.org/officeDocument/2006/relationships/slideLayout" Target="../slideLayouts/slideLayout1591.xml"/><Relationship Id="rId10" Type="http://schemas.openxmlformats.org/officeDocument/2006/relationships/slideLayout" Target="../slideLayouts/slideLayout1592.xml"/><Relationship Id="rId11" Type="http://schemas.openxmlformats.org/officeDocument/2006/relationships/slideLayout" Target="../slideLayouts/slideLayout1593.xml"/><Relationship Id="rId12" Type="http://schemas.openxmlformats.org/officeDocument/2006/relationships/slideLayout" Target="../slideLayouts/slideLayout1594.xml"/><Relationship Id="rId13" Type="http://schemas.openxmlformats.org/officeDocument/2006/relationships/slideLayout" Target="../slideLayouts/slideLayout1595.xml"/><Relationship Id="rId14" Type="http://schemas.openxmlformats.org/officeDocument/2006/relationships/slideLayout" Target="../slideLayouts/slideLayout1596.xml"/>
</Relationships>
</file>

<file path=ppt/slideMasters/_rels/slideMaster134.xml.rels><?xml version="1.0" encoding="UTF-8"?>
<Relationships xmlns="http://schemas.openxmlformats.org/package/2006/relationships"><Relationship Id="rId1" Type="http://schemas.openxmlformats.org/officeDocument/2006/relationships/theme" Target="../theme/theme134.xml"/><Relationship Id="rId2" Type="http://schemas.openxmlformats.org/officeDocument/2006/relationships/image" Target="../media/image136.jpeg"/><Relationship Id="rId3" Type="http://schemas.openxmlformats.org/officeDocument/2006/relationships/slideLayout" Target="../slideLayouts/slideLayout1597.xml"/><Relationship Id="rId4" Type="http://schemas.openxmlformats.org/officeDocument/2006/relationships/slideLayout" Target="../slideLayouts/slideLayout1598.xml"/><Relationship Id="rId5" Type="http://schemas.openxmlformats.org/officeDocument/2006/relationships/slideLayout" Target="../slideLayouts/slideLayout1599.xml"/><Relationship Id="rId6" Type="http://schemas.openxmlformats.org/officeDocument/2006/relationships/slideLayout" Target="../slideLayouts/slideLayout1600.xml"/><Relationship Id="rId7" Type="http://schemas.openxmlformats.org/officeDocument/2006/relationships/slideLayout" Target="../slideLayouts/slideLayout1601.xml"/><Relationship Id="rId8" Type="http://schemas.openxmlformats.org/officeDocument/2006/relationships/slideLayout" Target="../slideLayouts/slideLayout1602.xml"/><Relationship Id="rId9" Type="http://schemas.openxmlformats.org/officeDocument/2006/relationships/slideLayout" Target="../slideLayouts/slideLayout1603.xml"/><Relationship Id="rId10" Type="http://schemas.openxmlformats.org/officeDocument/2006/relationships/slideLayout" Target="../slideLayouts/slideLayout1604.xml"/><Relationship Id="rId11" Type="http://schemas.openxmlformats.org/officeDocument/2006/relationships/slideLayout" Target="../slideLayouts/slideLayout1605.xml"/><Relationship Id="rId12" Type="http://schemas.openxmlformats.org/officeDocument/2006/relationships/slideLayout" Target="../slideLayouts/slideLayout1606.xml"/><Relationship Id="rId13" Type="http://schemas.openxmlformats.org/officeDocument/2006/relationships/slideLayout" Target="../slideLayouts/slideLayout1607.xml"/><Relationship Id="rId14" Type="http://schemas.openxmlformats.org/officeDocument/2006/relationships/slideLayout" Target="../slideLayouts/slideLayout1608.xml"/>
</Relationships>
</file>

<file path=ppt/slideMasters/_rels/slideMaster135.xml.rels><?xml version="1.0" encoding="UTF-8"?>
<Relationships xmlns="http://schemas.openxmlformats.org/package/2006/relationships"><Relationship Id="rId1" Type="http://schemas.openxmlformats.org/officeDocument/2006/relationships/theme" Target="../theme/theme135.xml"/><Relationship Id="rId2" Type="http://schemas.openxmlformats.org/officeDocument/2006/relationships/image" Target="../media/image137.jpeg"/><Relationship Id="rId3" Type="http://schemas.openxmlformats.org/officeDocument/2006/relationships/slideLayout" Target="../slideLayouts/slideLayout1609.xml"/><Relationship Id="rId4" Type="http://schemas.openxmlformats.org/officeDocument/2006/relationships/slideLayout" Target="../slideLayouts/slideLayout1610.xml"/><Relationship Id="rId5" Type="http://schemas.openxmlformats.org/officeDocument/2006/relationships/slideLayout" Target="../slideLayouts/slideLayout1611.xml"/><Relationship Id="rId6" Type="http://schemas.openxmlformats.org/officeDocument/2006/relationships/slideLayout" Target="../slideLayouts/slideLayout1612.xml"/><Relationship Id="rId7" Type="http://schemas.openxmlformats.org/officeDocument/2006/relationships/slideLayout" Target="../slideLayouts/slideLayout1613.xml"/><Relationship Id="rId8" Type="http://schemas.openxmlformats.org/officeDocument/2006/relationships/slideLayout" Target="../slideLayouts/slideLayout1614.xml"/><Relationship Id="rId9" Type="http://schemas.openxmlformats.org/officeDocument/2006/relationships/slideLayout" Target="../slideLayouts/slideLayout1615.xml"/><Relationship Id="rId10" Type="http://schemas.openxmlformats.org/officeDocument/2006/relationships/slideLayout" Target="../slideLayouts/slideLayout1616.xml"/><Relationship Id="rId11" Type="http://schemas.openxmlformats.org/officeDocument/2006/relationships/slideLayout" Target="../slideLayouts/slideLayout1617.xml"/><Relationship Id="rId12" Type="http://schemas.openxmlformats.org/officeDocument/2006/relationships/slideLayout" Target="../slideLayouts/slideLayout1618.xml"/><Relationship Id="rId13" Type="http://schemas.openxmlformats.org/officeDocument/2006/relationships/slideLayout" Target="../slideLayouts/slideLayout1619.xml"/><Relationship Id="rId14" Type="http://schemas.openxmlformats.org/officeDocument/2006/relationships/slideLayout" Target="../slideLayouts/slideLayout1620.xml"/>
</Relationships>
</file>

<file path=ppt/slideMasters/_rels/slideMaster136.xml.rels><?xml version="1.0" encoding="UTF-8"?>
<Relationships xmlns="http://schemas.openxmlformats.org/package/2006/relationships"><Relationship Id="rId1" Type="http://schemas.openxmlformats.org/officeDocument/2006/relationships/theme" Target="../theme/theme136.xml"/><Relationship Id="rId2" Type="http://schemas.openxmlformats.org/officeDocument/2006/relationships/image" Target="../media/image138.jpeg"/><Relationship Id="rId3" Type="http://schemas.openxmlformats.org/officeDocument/2006/relationships/slideLayout" Target="../slideLayouts/slideLayout1621.xml"/><Relationship Id="rId4" Type="http://schemas.openxmlformats.org/officeDocument/2006/relationships/slideLayout" Target="../slideLayouts/slideLayout1622.xml"/><Relationship Id="rId5" Type="http://schemas.openxmlformats.org/officeDocument/2006/relationships/slideLayout" Target="../slideLayouts/slideLayout1623.xml"/><Relationship Id="rId6" Type="http://schemas.openxmlformats.org/officeDocument/2006/relationships/slideLayout" Target="../slideLayouts/slideLayout1624.xml"/><Relationship Id="rId7" Type="http://schemas.openxmlformats.org/officeDocument/2006/relationships/slideLayout" Target="../slideLayouts/slideLayout1625.xml"/><Relationship Id="rId8" Type="http://schemas.openxmlformats.org/officeDocument/2006/relationships/slideLayout" Target="../slideLayouts/slideLayout1626.xml"/><Relationship Id="rId9" Type="http://schemas.openxmlformats.org/officeDocument/2006/relationships/slideLayout" Target="../slideLayouts/slideLayout1627.xml"/><Relationship Id="rId10" Type="http://schemas.openxmlformats.org/officeDocument/2006/relationships/slideLayout" Target="../slideLayouts/slideLayout1628.xml"/><Relationship Id="rId11" Type="http://schemas.openxmlformats.org/officeDocument/2006/relationships/slideLayout" Target="../slideLayouts/slideLayout1629.xml"/><Relationship Id="rId12" Type="http://schemas.openxmlformats.org/officeDocument/2006/relationships/slideLayout" Target="../slideLayouts/slideLayout1630.xml"/><Relationship Id="rId13" Type="http://schemas.openxmlformats.org/officeDocument/2006/relationships/slideLayout" Target="../slideLayouts/slideLayout1631.xml"/><Relationship Id="rId14" Type="http://schemas.openxmlformats.org/officeDocument/2006/relationships/slideLayout" Target="../slideLayouts/slideLayout1632.xml"/>
</Relationships>
</file>

<file path=ppt/slideMasters/_rels/slideMaster137.xml.rels><?xml version="1.0" encoding="UTF-8"?>
<Relationships xmlns="http://schemas.openxmlformats.org/package/2006/relationships"><Relationship Id="rId1" Type="http://schemas.openxmlformats.org/officeDocument/2006/relationships/theme" Target="../theme/theme137.xml"/><Relationship Id="rId2" Type="http://schemas.openxmlformats.org/officeDocument/2006/relationships/slideLayout" Target="../slideLayouts/slideLayout1633.xml"/><Relationship Id="rId3" Type="http://schemas.openxmlformats.org/officeDocument/2006/relationships/slideLayout" Target="../slideLayouts/slideLayout1634.xml"/><Relationship Id="rId4" Type="http://schemas.openxmlformats.org/officeDocument/2006/relationships/slideLayout" Target="../slideLayouts/slideLayout1635.xml"/><Relationship Id="rId5" Type="http://schemas.openxmlformats.org/officeDocument/2006/relationships/slideLayout" Target="../slideLayouts/slideLayout1636.xml"/><Relationship Id="rId6" Type="http://schemas.openxmlformats.org/officeDocument/2006/relationships/slideLayout" Target="../slideLayouts/slideLayout1637.xml"/><Relationship Id="rId7" Type="http://schemas.openxmlformats.org/officeDocument/2006/relationships/slideLayout" Target="../slideLayouts/slideLayout1638.xml"/><Relationship Id="rId8" Type="http://schemas.openxmlformats.org/officeDocument/2006/relationships/slideLayout" Target="../slideLayouts/slideLayout1639.xml"/><Relationship Id="rId9" Type="http://schemas.openxmlformats.org/officeDocument/2006/relationships/slideLayout" Target="../slideLayouts/slideLayout1640.xml"/><Relationship Id="rId10" Type="http://schemas.openxmlformats.org/officeDocument/2006/relationships/slideLayout" Target="../slideLayouts/slideLayout1641.xml"/><Relationship Id="rId11" Type="http://schemas.openxmlformats.org/officeDocument/2006/relationships/slideLayout" Target="../slideLayouts/slideLayout1642.xml"/><Relationship Id="rId12" Type="http://schemas.openxmlformats.org/officeDocument/2006/relationships/slideLayout" Target="../slideLayouts/slideLayout1643.xml"/><Relationship Id="rId13" Type="http://schemas.openxmlformats.org/officeDocument/2006/relationships/slideLayout" Target="../slideLayouts/slideLayout1644.xml"/>
</Relationships>
</file>

<file path=ppt/slideMasters/_rels/slideMaster138.xml.rels><?xml version="1.0" encoding="UTF-8"?>
<Relationships xmlns="http://schemas.openxmlformats.org/package/2006/relationships"><Relationship Id="rId1" Type="http://schemas.openxmlformats.org/officeDocument/2006/relationships/theme" Target="../theme/theme138.xml"/><Relationship Id="rId2" Type="http://schemas.openxmlformats.org/officeDocument/2006/relationships/image" Target="../media/image139.jpeg"/><Relationship Id="rId3" Type="http://schemas.openxmlformats.org/officeDocument/2006/relationships/slideLayout" Target="../slideLayouts/slideLayout1645.xml"/><Relationship Id="rId4" Type="http://schemas.openxmlformats.org/officeDocument/2006/relationships/slideLayout" Target="../slideLayouts/slideLayout1646.xml"/><Relationship Id="rId5" Type="http://schemas.openxmlformats.org/officeDocument/2006/relationships/slideLayout" Target="../slideLayouts/slideLayout1647.xml"/><Relationship Id="rId6" Type="http://schemas.openxmlformats.org/officeDocument/2006/relationships/slideLayout" Target="../slideLayouts/slideLayout1648.xml"/><Relationship Id="rId7" Type="http://schemas.openxmlformats.org/officeDocument/2006/relationships/slideLayout" Target="../slideLayouts/slideLayout1649.xml"/><Relationship Id="rId8" Type="http://schemas.openxmlformats.org/officeDocument/2006/relationships/slideLayout" Target="../slideLayouts/slideLayout1650.xml"/><Relationship Id="rId9" Type="http://schemas.openxmlformats.org/officeDocument/2006/relationships/slideLayout" Target="../slideLayouts/slideLayout1651.xml"/><Relationship Id="rId10" Type="http://schemas.openxmlformats.org/officeDocument/2006/relationships/slideLayout" Target="../slideLayouts/slideLayout1652.xml"/><Relationship Id="rId11" Type="http://schemas.openxmlformats.org/officeDocument/2006/relationships/slideLayout" Target="../slideLayouts/slideLayout1653.xml"/><Relationship Id="rId12" Type="http://schemas.openxmlformats.org/officeDocument/2006/relationships/slideLayout" Target="../slideLayouts/slideLayout1654.xml"/><Relationship Id="rId13" Type="http://schemas.openxmlformats.org/officeDocument/2006/relationships/slideLayout" Target="../slideLayouts/slideLayout1655.xml"/><Relationship Id="rId14" Type="http://schemas.openxmlformats.org/officeDocument/2006/relationships/slideLayout" Target="../slideLayouts/slideLayout1656.xml"/>
</Relationships>
</file>

<file path=ppt/slideMasters/_rels/slideMaster139.xml.rels><?xml version="1.0" encoding="UTF-8"?>
<Relationships xmlns="http://schemas.openxmlformats.org/package/2006/relationships"><Relationship Id="rId1" Type="http://schemas.openxmlformats.org/officeDocument/2006/relationships/theme" Target="../theme/theme139.xml"/><Relationship Id="rId2" Type="http://schemas.openxmlformats.org/officeDocument/2006/relationships/image" Target="../media/image140.jpeg"/><Relationship Id="rId3" Type="http://schemas.openxmlformats.org/officeDocument/2006/relationships/image" Target="../media/image141.jpeg"/><Relationship Id="rId4" Type="http://schemas.openxmlformats.org/officeDocument/2006/relationships/slideLayout" Target="../slideLayouts/slideLayout1657.xml"/><Relationship Id="rId5" Type="http://schemas.openxmlformats.org/officeDocument/2006/relationships/slideLayout" Target="../slideLayouts/slideLayout1658.xml"/><Relationship Id="rId6" Type="http://schemas.openxmlformats.org/officeDocument/2006/relationships/slideLayout" Target="../slideLayouts/slideLayout1659.xml"/><Relationship Id="rId7" Type="http://schemas.openxmlformats.org/officeDocument/2006/relationships/slideLayout" Target="../slideLayouts/slideLayout1660.xml"/><Relationship Id="rId8" Type="http://schemas.openxmlformats.org/officeDocument/2006/relationships/slideLayout" Target="../slideLayouts/slideLayout1661.xml"/><Relationship Id="rId9" Type="http://schemas.openxmlformats.org/officeDocument/2006/relationships/slideLayout" Target="../slideLayouts/slideLayout1662.xml"/><Relationship Id="rId10" Type="http://schemas.openxmlformats.org/officeDocument/2006/relationships/slideLayout" Target="../slideLayouts/slideLayout1663.xml"/><Relationship Id="rId11" Type="http://schemas.openxmlformats.org/officeDocument/2006/relationships/slideLayout" Target="../slideLayouts/slideLayout1664.xml"/><Relationship Id="rId12" Type="http://schemas.openxmlformats.org/officeDocument/2006/relationships/slideLayout" Target="../slideLayouts/slideLayout1665.xml"/><Relationship Id="rId13" Type="http://schemas.openxmlformats.org/officeDocument/2006/relationships/slideLayout" Target="../slideLayouts/slideLayout1666.xml"/><Relationship Id="rId14" Type="http://schemas.openxmlformats.org/officeDocument/2006/relationships/slideLayout" Target="../slideLayouts/slideLayout1667.xml"/><Relationship Id="rId15" Type="http://schemas.openxmlformats.org/officeDocument/2006/relationships/slideLayout" Target="../slideLayouts/slideLayout1668.xml"/>
</Relationships>
</file>

<file path=ppt/slideMasters/_rels/slideMaster140.xml.rels><?xml version="1.0" encoding="UTF-8"?>
<Relationships xmlns="http://schemas.openxmlformats.org/package/2006/relationships"><Relationship Id="rId1" Type="http://schemas.openxmlformats.org/officeDocument/2006/relationships/theme" Target="../theme/theme140.xml"/><Relationship Id="rId2" Type="http://schemas.openxmlformats.org/officeDocument/2006/relationships/image" Target="../media/image142.jpeg"/><Relationship Id="rId3" Type="http://schemas.openxmlformats.org/officeDocument/2006/relationships/slideLayout" Target="../slideLayouts/slideLayout1669.xml"/><Relationship Id="rId4" Type="http://schemas.openxmlformats.org/officeDocument/2006/relationships/slideLayout" Target="../slideLayouts/slideLayout1670.xml"/><Relationship Id="rId5" Type="http://schemas.openxmlformats.org/officeDocument/2006/relationships/slideLayout" Target="../slideLayouts/slideLayout1671.xml"/><Relationship Id="rId6" Type="http://schemas.openxmlformats.org/officeDocument/2006/relationships/slideLayout" Target="../slideLayouts/slideLayout1672.xml"/><Relationship Id="rId7" Type="http://schemas.openxmlformats.org/officeDocument/2006/relationships/slideLayout" Target="../slideLayouts/slideLayout1673.xml"/><Relationship Id="rId8" Type="http://schemas.openxmlformats.org/officeDocument/2006/relationships/slideLayout" Target="../slideLayouts/slideLayout1674.xml"/><Relationship Id="rId9" Type="http://schemas.openxmlformats.org/officeDocument/2006/relationships/slideLayout" Target="../slideLayouts/slideLayout1675.xml"/><Relationship Id="rId10" Type="http://schemas.openxmlformats.org/officeDocument/2006/relationships/slideLayout" Target="../slideLayouts/slideLayout1676.xml"/><Relationship Id="rId11" Type="http://schemas.openxmlformats.org/officeDocument/2006/relationships/slideLayout" Target="../slideLayouts/slideLayout1677.xml"/><Relationship Id="rId12" Type="http://schemas.openxmlformats.org/officeDocument/2006/relationships/slideLayout" Target="../slideLayouts/slideLayout1678.xml"/><Relationship Id="rId13" Type="http://schemas.openxmlformats.org/officeDocument/2006/relationships/slideLayout" Target="../slideLayouts/slideLayout1679.xml"/><Relationship Id="rId14" Type="http://schemas.openxmlformats.org/officeDocument/2006/relationships/slideLayout" Target="../slideLayouts/slideLayout1680.xml"/>
</Relationships>
</file>

<file path=ppt/slideMasters/_rels/slideMaster141.xml.rels><?xml version="1.0" encoding="UTF-8"?>
<Relationships xmlns="http://schemas.openxmlformats.org/package/2006/relationships"><Relationship Id="rId1" Type="http://schemas.openxmlformats.org/officeDocument/2006/relationships/theme" Target="../theme/theme141.xml"/><Relationship Id="rId2" Type="http://schemas.openxmlformats.org/officeDocument/2006/relationships/image" Target="../media/image143.jpeg"/><Relationship Id="rId3" Type="http://schemas.openxmlformats.org/officeDocument/2006/relationships/slideLayout" Target="../slideLayouts/slideLayout1681.xml"/><Relationship Id="rId4" Type="http://schemas.openxmlformats.org/officeDocument/2006/relationships/slideLayout" Target="../slideLayouts/slideLayout1682.xml"/><Relationship Id="rId5" Type="http://schemas.openxmlformats.org/officeDocument/2006/relationships/slideLayout" Target="../slideLayouts/slideLayout1683.xml"/><Relationship Id="rId6" Type="http://schemas.openxmlformats.org/officeDocument/2006/relationships/slideLayout" Target="../slideLayouts/slideLayout1684.xml"/><Relationship Id="rId7" Type="http://schemas.openxmlformats.org/officeDocument/2006/relationships/slideLayout" Target="../slideLayouts/slideLayout1685.xml"/><Relationship Id="rId8" Type="http://schemas.openxmlformats.org/officeDocument/2006/relationships/slideLayout" Target="../slideLayouts/slideLayout1686.xml"/><Relationship Id="rId9" Type="http://schemas.openxmlformats.org/officeDocument/2006/relationships/slideLayout" Target="../slideLayouts/slideLayout1687.xml"/><Relationship Id="rId10" Type="http://schemas.openxmlformats.org/officeDocument/2006/relationships/slideLayout" Target="../slideLayouts/slideLayout1688.xml"/><Relationship Id="rId11" Type="http://schemas.openxmlformats.org/officeDocument/2006/relationships/slideLayout" Target="../slideLayouts/slideLayout1689.xml"/><Relationship Id="rId12" Type="http://schemas.openxmlformats.org/officeDocument/2006/relationships/slideLayout" Target="../slideLayouts/slideLayout1690.xml"/><Relationship Id="rId13" Type="http://schemas.openxmlformats.org/officeDocument/2006/relationships/slideLayout" Target="../slideLayouts/slideLayout1691.xml"/><Relationship Id="rId14" Type="http://schemas.openxmlformats.org/officeDocument/2006/relationships/slideLayout" Target="../slideLayouts/slideLayout1692.xml"/>
</Relationships>
</file>

<file path=ppt/slideMasters/_rels/slideMaster142.xml.rels><?xml version="1.0" encoding="UTF-8"?>
<Relationships xmlns="http://schemas.openxmlformats.org/package/2006/relationships"><Relationship Id="rId1" Type="http://schemas.openxmlformats.org/officeDocument/2006/relationships/theme" Target="../theme/theme142.xml"/><Relationship Id="rId2" Type="http://schemas.openxmlformats.org/officeDocument/2006/relationships/image" Target="../media/image144.jpeg"/><Relationship Id="rId3" Type="http://schemas.openxmlformats.org/officeDocument/2006/relationships/slideLayout" Target="../slideLayouts/slideLayout1693.xml"/><Relationship Id="rId4" Type="http://schemas.openxmlformats.org/officeDocument/2006/relationships/slideLayout" Target="../slideLayouts/slideLayout1694.xml"/><Relationship Id="rId5" Type="http://schemas.openxmlformats.org/officeDocument/2006/relationships/slideLayout" Target="../slideLayouts/slideLayout1695.xml"/><Relationship Id="rId6" Type="http://schemas.openxmlformats.org/officeDocument/2006/relationships/slideLayout" Target="../slideLayouts/slideLayout1696.xml"/><Relationship Id="rId7" Type="http://schemas.openxmlformats.org/officeDocument/2006/relationships/slideLayout" Target="../slideLayouts/slideLayout1697.xml"/><Relationship Id="rId8" Type="http://schemas.openxmlformats.org/officeDocument/2006/relationships/slideLayout" Target="../slideLayouts/slideLayout1698.xml"/><Relationship Id="rId9" Type="http://schemas.openxmlformats.org/officeDocument/2006/relationships/slideLayout" Target="../slideLayouts/slideLayout1699.xml"/><Relationship Id="rId10" Type="http://schemas.openxmlformats.org/officeDocument/2006/relationships/slideLayout" Target="../slideLayouts/slideLayout1700.xml"/><Relationship Id="rId11" Type="http://schemas.openxmlformats.org/officeDocument/2006/relationships/slideLayout" Target="../slideLayouts/slideLayout1701.xml"/><Relationship Id="rId12" Type="http://schemas.openxmlformats.org/officeDocument/2006/relationships/slideLayout" Target="../slideLayouts/slideLayout1702.xml"/><Relationship Id="rId13" Type="http://schemas.openxmlformats.org/officeDocument/2006/relationships/slideLayout" Target="../slideLayouts/slideLayout1703.xml"/><Relationship Id="rId14" Type="http://schemas.openxmlformats.org/officeDocument/2006/relationships/slideLayout" Target="../slideLayouts/slideLayout1704.xml"/>
</Relationships>
</file>

<file path=ppt/slideMasters/_rels/slideMaster143.xml.rels><?xml version="1.0" encoding="UTF-8"?>
<Relationships xmlns="http://schemas.openxmlformats.org/package/2006/relationships"><Relationship Id="rId1" Type="http://schemas.openxmlformats.org/officeDocument/2006/relationships/theme" Target="../theme/theme143.xml"/><Relationship Id="rId2" Type="http://schemas.openxmlformats.org/officeDocument/2006/relationships/image" Target="../media/image145.jpeg"/><Relationship Id="rId3" Type="http://schemas.openxmlformats.org/officeDocument/2006/relationships/slideLayout" Target="../slideLayouts/slideLayout1705.xml"/><Relationship Id="rId4" Type="http://schemas.openxmlformats.org/officeDocument/2006/relationships/slideLayout" Target="../slideLayouts/slideLayout1706.xml"/><Relationship Id="rId5" Type="http://schemas.openxmlformats.org/officeDocument/2006/relationships/slideLayout" Target="../slideLayouts/slideLayout1707.xml"/><Relationship Id="rId6" Type="http://schemas.openxmlformats.org/officeDocument/2006/relationships/slideLayout" Target="../slideLayouts/slideLayout1708.xml"/><Relationship Id="rId7" Type="http://schemas.openxmlformats.org/officeDocument/2006/relationships/slideLayout" Target="../slideLayouts/slideLayout1709.xml"/><Relationship Id="rId8" Type="http://schemas.openxmlformats.org/officeDocument/2006/relationships/slideLayout" Target="../slideLayouts/slideLayout1710.xml"/><Relationship Id="rId9" Type="http://schemas.openxmlformats.org/officeDocument/2006/relationships/slideLayout" Target="../slideLayouts/slideLayout1711.xml"/><Relationship Id="rId10" Type="http://schemas.openxmlformats.org/officeDocument/2006/relationships/slideLayout" Target="../slideLayouts/slideLayout1712.xml"/><Relationship Id="rId11" Type="http://schemas.openxmlformats.org/officeDocument/2006/relationships/slideLayout" Target="../slideLayouts/slideLayout1713.xml"/><Relationship Id="rId12" Type="http://schemas.openxmlformats.org/officeDocument/2006/relationships/slideLayout" Target="../slideLayouts/slideLayout1714.xml"/><Relationship Id="rId13" Type="http://schemas.openxmlformats.org/officeDocument/2006/relationships/slideLayout" Target="../slideLayouts/slideLayout1715.xml"/><Relationship Id="rId14" Type="http://schemas.openxmlformats.org/officeDocument/2006/relationships/slideLayout" Target="../slideLayouts/slideLayout1716.xml"/>
</Relationships>
</file>

<file path=ppt/slideMasters/_rels/slideMaster144.xml.rels><?xml version="1.0" encoding="UTF-8"?>
<Relationships xmlns="http://schemas.openxmlformats.org/package/2006/relationships"><Relationship Id="rId1" Type="http://schemas.openxmlformats.org/officeDocument/2006/relationships/theme" Target="../theme/theme144.xml"/><Relationship Id="rId2" Type="http://schemas.openxmlformats.org/officeDocument/2006/relationships/slideLayout" Target="../slideLayouts/slideLayout1717.xml"/><Relationship Id="rId3" Type="http://schemas.openxmlformats.org/officeDocument/2006/relationships/slideLayout" Target="../slideLayouts/slideLayout1718.xml"/><Relationship Id="rId4" Type="http://schemas.openxmlformats.org/officeDocument/2006/relationships/slideLayout" Target="../slideLayouts/slideLayout1719.xml"/><Relationship Id="rId5" Type="http://schemas.openxmlformats.org/officeDocument/2006/relationships/slideLayout" Target="../slideLayouts/slideLayout1720.xml"/><Relationship Id="rId6" Type="http://schemas.openxmlformats.org/officeDocument/2006/relationships/slideLayout" Target="../slideLayouts/slideLayout1721.xml"/><Relationship Id="rId7" Type="http://schemas.openxmlformats.org/officeDocument/2006/relationships/slideLayout" Target="../slideLayouts/slideLayout1722.xml"/><Relationship Id="rId8" Type="http://schemas.openxmlformats.org/officeDocument/2006/relationships/slideLayout" Target="../slideLayouts/slideLayout1723.xml"/><Relationship Id="rId9" Type="http://schemas.openxmlformats.org/officeDocument/2006/relationships/slideLayout" Target="../slideLayouts/slideLayout1724.xml"/><Relationship Id="rId10" Type="http://schemas.openxmlformats.org/officeDocument/2006/relationships/slideLayout" Target="../slideLayouts/slideLayout1725.xml"/><Relationship Id="rId11" Type="http://schemas.openxmlformats.org/officeDocument/2006/relationships/slideLayout" Target="../slideLayouts/slideLayout1726.xml"/><Relationship Id="rId12" Type="http://schemas.openxmlformats.org/officeDocument/2006/relationships/slideLayout" Target="../slideLayouts/slideLayout1727.xml"/><Relationship Id="rId13" Type="http://schemas.openxmlformats.org/officeDocument/2006/relationships/slideLayout" Target="../slideLayouts/slideLayout1728.xml"/>
</Relationships>
</file>

<file path=ppt/slideMasters/_rels/slideMaster145.xml.rels><?xml version="1.0" encoding="UTF-8"?>
<Relationships xmlns="http://schemas.openxmlformats.org/package/2006/relationships"><Relationship Id="rId1" Type="http://schemas.openxmlformats.org/officeDocument/2006/relationships/theme" Target="../theme/theme145.xml"/><Relationship Id="rId2" Type="http://schemas.openxmlformats.org/officeDocument/2006/relationships/image" Target="../media/image146.jpeg"/><Relationship Id="rId3" Type="http://schemas.openxmlformats.org/officeDocument/2006/relationships/slideLayout" Target="../slideLayouts/slideLayout1729.xml"/><Relationship Id="rId4" Type="http://schemas.openxmlformats.org/officeDocument/2006/relationships/slideLayout" Target="../slideLayouts/slideLayout1730.xml"/><Relationship Id="rId5" Type="http://schemas.openxmlformats.org/officeDocument/2006/relationships/slideLayout" Target="../slideLayouts/slideLayout1731.xml"/><Relationship Id="rId6" Type="http://schemas.openxmlformats.org/officeDocument/2006/relationships/slideLayout" Target="../slideLayouts/slideLayout1732.xml"/><Relationship Id="rId7" Type="http://schemas.openxmlformats.org/officeDocument/2006/relationships/slideLayout" Target="../slideLayouts/slideLayout1733.xml"/><Relationship Id="rId8" Type="http://schemas.openxmlformats.org/officeDocument/2006/relationships/slideLayout" Target="../slideLayouts/slideLayout1734.xml"/><Relationship Id="rId9" Type="http://schemas.openxmlformats.org/officeDocument/2006/relationships/slideLayout" Target="../slideLayouts/slideLayout1735.xml"/><Relationship Id="rId10" Type="http://schemas.openxmlformats.org/officeDocument/2006/relationships/slideLayout" Target="../slideLayouts/slideLayout1736.xml"/><Relationship Id="rId11" Type="http://schemas.openxmlformats.org/officeDocument/2006/relationships/slideLayout" Target="../slideLayouts/slideLayout1737.xml"/><Relationship Id="rId12" Type="http://schemas.openxmlformats.org/officeDocument/2006/relationships/slideLayout" Target="../slideLayouts/slideLayout1738.xml"/><Relationship Id="rId13" Type="http://schemas.openxmlformats.org/officeDocument/2006/relationships/slideLayout" Target="../slideLayouts/slideLayout1739.xml"/><Relationship Id="rId14" Type="http://schemas.openxmlformats.org/officeDocument/2006/relationships/slideLayout" Target="../slideLayouts/slideLayout1740.xml"/>
</Relationships>
</file>

<file path=ppt/slideMasters/_rels/slideMaster146.xml.rels><?xml version="1.0" encoding="UTF-8"?>
<Relationships xmlns="http://schemas.openxmlformats.org/package/2006/relationships"><Relationship Id="rId1" Type="http://schemas.openxmlformats.org/officeDocument/2006/relationships/theme" Target="../theme/theme146.xml"/><Relationship Id="rId2" Type="http://schemas.openxmlformats.org/officeDocument/2006/relationships/image" Target="../media/image147.jpeg"/><Relationship Id="rId3" Type="http://schemas.openxmlformats.org/officeDocument/2006/relationships/image" Target="../media/image148.jpeg"/><Relationship Id="rId4" Type="http://schemas.openxmlformats.org/officeDocument/2006/relationships/slideLayout" Target="../slideLayouts/slideLayout1741.xml"/><Relationship Id="rId5" Type="http://schemas.openxmlformats.org/officeDocument/2006/relationships/slideLayout" Target="../slideLayouts/slideLayout1742.xml"/><Relationship Id="rId6" Type="http://schemas.openxmlformats.org/officeDocument/2006/relationships/slideLayout" Target="../slideLayouts/slideLayout1743.xml"/><Relationship Id="rId7" Type="http://schemas.openxmlformats.org/officeDocument/2006/relationships/slideLayout" Target="../slideLayouts/slideLayout1744.xml"/><Relationship Id="rId8" Type="http://schemas.openxmlformats.org/officeDocument/2006/relationships/slideLayout" Target="../slideLayouts/slideLayout1745.xml"/><Relationship Id="rId9" Type="http://schemas.openxmlformats.org/officeDocument/2006/relationships/slideLayout" Target="../slideLayouts/slideLayout1746.xml"/><Relationship Id="rId10" Type="http://schemas.openxmlformats.org/officeDocument/2006/relationships/slideLayout" Target="../slideLayouts/slideLayout1747.xml"/><Relationship Id="rId11" Type="http://schemas.openxmlformats.org/officeDocument/2006/relationships/slideLayout" Target="../slideLayouts/slideLayout1748.xml"/><Relationship Id="rId12" Type="http://schemas.openxmlformats.org/officeDocument/2006/relationships/slideLayout" Target="../slideLayouts/slideLayout1749.xml"/><Relationship Id="rId13" Type="http://schemas.openxmlformats.org/officeDocument/2006/relationships/slideLayout" Target="../slideLayouts/slideLayout1750.xml"/><Relationship Id="rId14" Type="http://schemas.openxmlformats.org/officeDocument/2006/relationships/slideLayout" Target="../slideLayouts/slideLayout1751.xml"/><Relationship Id="rId15" Type="http://schemas.openxmlformats.org/officeDocument/2006/relationships/slideLayout" Target="../slideLayouts/slideLayout1752.xml"/>
</Relationships>
</file>

<file path=ppt/slideMasters/_rels/slideMaster147.xml.rels><?xml version="1.0" encoding="UTF-8"?>
<Relationships xmlns="http://schemas.openxmlformats.org/package/2006/relationships"><Relationship Id="rId1" Type="http://schemas.openxmlformats.org/officeDocument/2006/relationships/theme" Target="../theme/theme147.xml"/><Relationship Id="rId2" Type="http://schemas.openxmlformats.org/officeDocument/2006/relationships/image" Target="../media/image149.jpeg"/><Relationship Id="rId3" Type="http://schemas.openxmlformats.org/officeDocument/2006/relationships/slideLayout" Target="../slideLayouts/slideLayout1753.xml"/><Relationship Id="rId4" Type="http://schemas.openxmlformats.org/officeDocument/2006/relationships/slideLayout" Target="../slideLayouts/slideLayout1754.xml"/><Relationship Id="rId5" Type="http://schemas.openxmlformats.org/officeDocument/2006/relationships/slideLayout" Target="../slideLayouts/slideLayout1755.xml"/><Relationship Id="rId6" Type="http://schemas.openxmlformats.org/officeDocument/2006/relationships/slideLayout" Target="../slideLayouts/slideLayout1756.xml"/><Relationship Id="rId7" Type="http://schemas.openxmlformats.org/officeDocument/2006/relationships/slideLayout" Target="../slideLayouts/slideLayout1757.xml"/><Relationship Id="rId8" Type="http://schemas.openxmlformats.org/officeDocument/2006/relationships/slideLayout" Target="../slideLayouts/slideLayout1758.xml"/><Relationship Id="rId9" Type="http://schemas.openxmlformats.org/officeDocument/2006/relationships/slideLayout" Target="../slideLayouts/slideLayout1759.xml"/><Relationship Id="rId10" Type="http://schemas.openxmlformats.org/officeDocument/2006/relationships/slideLayout" Target="../slideLayouts/slideLayout1760.xml"/><Relationship Id="rId11" Type="http://schemas.openxmlformats.org/officeDocument/2006/relationships/slideLayout" Target="../slideLayouts/slideLayout1761.xml"/><Relationship Id="rId12" Type="http://schemas.openxmlformats.org/officeDocument/2006/relationships/slideLayout" Target="../slideLayouts/slideLayout1762.xml"/><Relationship Id="rId13" Type="http://schemas.openxmlformats.org/officeDocument/2006/relationships/slideLayout" Target="../slideLayouts/slideLayout1763.xml"/><Relationship Id="rId14" Type="http://schemas.openxmlformats.org/officeDocument/2006/relationships/slideLayout" Target="../slideLayouts/slideLayout1764.xml"/>
</Relationships>
</file>

<file path=ppt/slideMasters/_rels/slideMaster148.xml.rels><?xml version="1.0" encoding="UTF-8"?>
<Relationships xmlns="http://schemas.openxmlformats.org/package/2006/relationships"><Relationship Id="rId1" Type="http://schemas.openxmlformats.org/officeDocument/2006/relationships/theme" Target="../theme/theme148.xml"/><Relationship Id="rId2" Type="http://schemas.openxmlformats.org/officeDocument/2006/relationships/image" Target="../media/image150.jpeg"/><Relationship Id="rId3" Type="http://schemas.openxmlformats.org/officeDocument/2006/relationships/slideLayout" Target="../slideLayouts/slideLayout1765.xml"/><Relationship Id="rId4" Type="http://schemas.openxmlformats.org/officeDocument/2006/relationships/slideLayout" Target="../slideLayouts/slideLayout1766.xml"/><Relationship Id="rId5" Type="http://schemas.openxmlformats.org/officeDocument/2006/relationships/slideLayout" Target="../slideLayouts/slideLayout1767.xml"/><Relationship Id="rId6" Type="http://schemas.openxmlformats.org/officeDocument/2006/relationships/slideLayout" Target="../slideLayouts/slideLayout1768.xml"/><Relationship Id="rId7" Type="http://schemas.openxmlformats.org/officeDocument/2006/relationships/slideLayout" Target="../slideLayouts/slideLayout1769.xml"/><Relationship Id="rId8" Type="http://schemas.openxmlformats.org/officeDocument/2006/relationships/slideLayout" Target="../slideLayouts/slideLayout1770.xml"/><Relationship Id="rId9" Type="http://schemas.openxmlformats.org/officeDocument/2006/relationships/slideLayout" Target="../slideLayouts/slideLayout1771.xml"/><Relationship Id="rId10" Type="http://schemas.openxmlformats.org/officeDocument/2006/relationships/slideLayout" Target="../slideLayouts/slideLayout1772.xml"/><Relationship Id="rId11" Type="http://schemas.openxmlformats.org/officeDocument/2006/relationships/slideLayout" Target="../slideLayouts/slideLayout1773.xml"/><Relationship Id="rId12" Type="http://schemas.openxmlformats.org/officeDocument/2006/relationships/slideLayout" Target="../slideLayouts/slideLayout1774.xml"/><Relationship Id="rId13" Type="http://schemas.openxmlformats.org/officeDocument/2006/relationships/slideLayout" Target="../slideLayouts/slideLayout1775.xml"/><Relationship Id="rId14" Type="http://schemas.openxmlformats.org/officeDocument/2006/relationships/slideLayout" Target="../slideLayouts/slideLayout1776.xml"/>
</Relationships>
</file>

<file path=ppt/slideMasters/_rels/slideMaster149.xml.rels><?xml version="1.0" encoding="UTF-8"?>
<Relationships xmlns="http://schemas.openxmlformats.org/package/2006/relationships"><Relationship Id="rId1" Type="http://schemas.openxmlformats.org/officeDocument/2006/relationships/theme" Target="../theme/theme149.xml"/><Relationship Id="rId2" Type="http://schemas.openxmlformats.org/officeDocument/2006/relationships/image" Target="../media/image151.jpeg"/><Relationship Id="rId3" Type="http://schemas.openxmlformats.org/officeDocument/2006/relationships/slideLayout" Target="../slideLayouts/slideLayout1777.xml"/><Relationship Id="rId4" Type="http://schemas.openxmlformats.org/officeDocument/2006/relationships/slideLayout" Target="../slideLayouts/slideLayout1778.xml"/><Relationship Id="rId5" Type="http://schemas.openxmlformats.org/officeDocument/2006/relationships/slideLayout" Target="../slideLayouts/slideLayout1779.xml"/><Relationship Id="rId6" Type="http://schemas.openxmlformats.org/officeDocument/2006/relationships/slideLayout" Target="../slideLayouts/slideLayout1780.xml"/><Relationship Id="rId7" Type="http://schemas.openxmlformats.org/officeDocument/2006/relationships/slideLayout" Target="../slideLayouts/slideLayout1781.xml"/><Relationship Id="rId8" Type="http://schemas.openxmlformats.org/officeDocument/2006/relationships/slideLayout" Target="../slideLayouts/slideLayout1782.xml"/><Relationship Id="rId9" Type="http://schemas.openxmlformats.org/officeDocument/2006/relationships/slideLayout" Target="../slideLayouts/slideLayout1783.xml"/><Relationship Id="rId10" Type="http://schemas.openxmlformats.org/officeDocument/2006/relationships/slideLayout" Target="../slideLayouts/slideLayout1784.xml"/><Relationship Id="rId11" Type="http://schemas.openxmlformats.org/officeDocument/2006/relationships/slideLayout" Target="../slideLayouts/slideLayout1785.xml"/><Relationship Id="rId12" Type="http://schemas.openxmlformats.org/officeDocument/2006/relationships/slideLayout" Target="../slideLayouts/slideLayout1786.xml"/><Relationship Id="rId13" Type="http://schemas.openxmlformats.org/officeDocument/2006/relationships/slideLayout" Target="../slideLayouts/slideLayout1787.xml"/><Relationship Id="rId14" Type="http://schemas.openxmlformats.org/officeDocument/2006/relationships/slideLayout" Target="../slideLayouts/slideLayout1788.xml"/>
</Relationships>
</file>

<file path=ppt/slideMasters/_rels/slideMaster150.xml.rels><?xml version="1.0" encoding="UTF-8"?>
<Relationships xmlns="http://schemas.openxmlformats.org/package/2006/relationships"><Relationship Id="rId1" Type="http://schemas.openxmlformats.org/officeDocument/2006/relationships/theme" Target="../theme/theme150.xml"/><Relationship Id="rId2" Type="http://schemas.openxmlformats.org/officeDocument/2006/relationships/image" Target="../media/image152.jpeg"/><Relationship Id="rId3" Type="http://schemas.openxmlformats.org/officeDocument/2006/relationships/slideLayout" Target="../slideLayouts/slideLayout1789.xml"/><Relationship Id="rId4" Type="http://schemas.openxmlformats.org/officeDocument/2006/relationships/slideLayout" Target="../slideLayouts/slideLayout1790.xml"/><Relationship Id="rId5" Type="http://schemas.openxmlformats.org/officeDocument/2006/relationships/slideLayout" Target="../slideLayouts/slideLayout1791.xml"/><Relationship Id="rId6" Type="http://schemas.openxmlformats.org/officeDocument/2006/relationships/slideLayout" Target="../slideLayouts/slideLayout1792.xml"/><Relationship Id="rId7" Type="http://schemas.openxmlformats.org/officeDocument/2006/relationships/slideLayout" Target="../slideLayouts/slideLayout1793.xml"/><Relationship Id="rId8" Type="http://schemas.openxmlformats.org/officeDocument/2006/relationships/slideLayout" Target="../slideLayouts/slideLayout1794.xml"/><Relationship Id="rId9" Type="http://schemas.openxmlformats.org/officeDocument/2006/relationships/slideLayout" Target="../slideLayouts/slideLayout1795.xml"/><Relationship Id="rId10" Type="http://schemas.openxmlformats.org/officeDocument/2006/relationships/slideLayout" Target="../slideLayouts/slideLayout1796.xml"/><Relationship Id="rId11" Type="http://schemas.openxmlformats.org/officeDocument/2006/relationships/slideLayout" Target="../slideLayouts/slideLayout1797.xml"/><Relationship Id="rId12" Type="http://schemas.openxmlformats.org/officeDocument/2006/relationships/slideLayout" Target="../slideLayouts/slideLayout1798.xml"/><Relationship Id="rId13" Type="http://schemas.openxmlformats.org/officeDocument/2006/relationships/slideLayout" Target="../slideLayouts/slideLayout1799.xml"/><Relationship Id="rId14" Type="http://schemas.openxmlformats.org/officeDocument/2006/relationships/slideLayout" Target="../slideLayouts/slideLayout1800.xml"/>
</Relationships>
</file>

<file path=ppt/slideMasters/_rels/slideMaster151.xml.rels><?xml version="1.0" encoding="UTF-8"?>
<Relationships xmlns="http://schemas.openxmlformats.org/package/2006/relationships"><Relationship Id="rId1" Type="http://schemas.openxmlformats.org/officeDocument/2006/relationships/theme" Target="../theme/theme151.xml"/><Relationship Id="rId2" Type="http://schemas.openxmlformats.org/officeDocument/2006/relationships/slideLayout" Target="../slideLayouts/slideLayout1801.xml"/><Relationship Id="rId3" Type="http://schemas.openxmlformats.org/officeDocument/2006/relationships/slideLayout" Target="../slideLayouts/slideLayout1802.xml"/><Relationship Id="rId4" Type="http://schemas.openxmlformats.org/officeDocument/2006/relationships/slideLayout" Target="../slideLayouts/slideLayout1803.xml"/><Relationship Id="rId5" Type="http://schemas.openxmlformats.org/officeDocument/2006/relationships/slideLayout" Target="../slideLayouts/slideLayout1804.xml"/><Relationship Id="rId6" Type="http://schemas.openxmlformats.org/officeDocument/2006/relationships/slideLayout" Target="../slideLayouts/slideLayout1805.xml"/><Relationship Id="rId7" Type="http://schemas.openxmlformats.org/officeDocument/2006/relationships/slideLayout" Target="../slideLayouts/slideLayout1806.xml"/><Relationship Id="rId8" Type="http://schemas.openxmlformats.org/officeDocument/2006/relationships/slideLayout" Target="../slideLayouts/slideLayout1807.xml"/><Relationship Id="rId9" Type="http://schemas.openxmlformats.org/officeDocument/2006/relationships/slideLayout" Target="../slideLayouts/slideLayout1808.xml"/><Relationship Id="rId10" Type="http://schemas.openxmlformats.org/officeDocument/2006/relationships/slideLayout" Target="../slideLayouts/slideLayout1809.xml"/><Relationship Id="rId11" Type="http://schemas.openxmlformats.org/officeDocument/2006/relationships/slideLayout" Target="../slideLayouts/slideLayout1810.xml"/><Relationship Id="rId12" Type="http://schemas.openxmlformats.org/officeDocument/2006/relationships/slideLayout" Target="../slideLayouts/slideLayout1811.xml"/><Relationship Id="rId13" Type="http://schemas.openxmlformats.org/officeDocument/2006/relationships/slideLayout" Target="../slideLayouts/slideLayout1812.xml"/>
</Relationships>
</file>

<file path=ppt/slideMasters/_rels/slideMaster152.xml.rels><?xml version="1.0" encoding="UTF-8"?>
<Relationships xmlns="http://schemas.openxmlformats.org/package/2006/relationships"><Relationship Id="rId1" Type="http://schemas.openxmlformats.org/officeDocument/2006/relationships/theme" Target="../theme/theme152.xml"/><Relationship Id="rId2" Type="http://schemas.openxmlformats.org/officeDocument/2006/relationships/image" Target="../media/image153.jpeg"/><Relationship Id="rId3" Type="http://schemas.openxmlformats.org/officeDocument/2006/relationships/slideLayout" Target="../slideLayouts/slideLayout1813.xml"/><Relationship Id="rId4" Type="http://schemas.openxmlformats.org/officeDocument/2006/relationships/slideLayout" Target="../slideLayouts/slideLayout1814.xml"/><Relationship Id="rId5" Type="http://schemas.openxmlformats.org/officeDocument/2006/relationships/slideLayout" Target="../slideLayouts/slideLayout1815.xml"/><Relationship Id="rId6" Type="http://schemas.openxmlformats.org/officeDocument/2006/relationships/slideLayout" Target="../slideLayouts/slideLayout1816.xml"/><Relationship Id="rId7" Type="http://schemas.openxmlformats.org/officeDocument/2006/relationships/slideLayout" Target="../slideLayouts/slideLayout1817.xml"/><Relationship Id="rId8" Type="http://schemas.openxmlformats.org/officeDocument/2006/relationships/slideLayout" Target="../slideLayouts/slideLayout1818.xml"/><Relationship Id="rId9" Type="http://schemas.openxmlformats.org/officeDocument/2006/relationships/slideLayout" Target="../slideLayouts/slideLayout1819.xml"/><Relationship Id="rId10" Type="http://schemas.openxmlformats.org/officeDocument/2006/relationships/slideLayout" Target="../slideLayouts/slideLayout1820.xml"/><Relationship Id="rId11" Type="http://schemas.openxmlformats.org/officeDocument/2006/relationships/slideLayout" Target="../slideLayouts/slideLayout1821.xml"/><Relationship Id="rId12" Type="http://schemas.openxmlformats.org/officeDocument/2006/relationships/slideLayout" Target="../slideLayouts/slideLayout1822.xml"/><Relationship Id="rId13" Type="http://schemas.openxmlformats.org/officeDocument/2006/relationships/slideLayout" Target="../slideLayouts/slideLayout1823.xml"/><Relationship Id="rId14" Type="http://schemas.openxmlformats.org/officeDocument/2006/relationships/slideLayout" Target="../slideLayouts/slideLayout1824.xml"/>
</Relationships>
</file>

<file path=ppt/slideMasters/_rels/slideMaster153.xml.rels><?xml version="1.0" encoding="UTF-8"?>
<Relationships xmlns="http://schemas.openxmlformats.org/package/2006/relationships"><Relationship Id="rId1" Type="http://schemas.openxmlformats.org/officeDocument/2006/relationships/theme" Target="../theme/theme153.xml"/><Relationship Id="rId2" Type="http://schemas.openxmlformats.org/officeDocument/2006/relationships/image" Target="../media/image154.jpeg"/><Relationship Id="rId3" Type="http://schemas.openxmlformats.org/officeDocument/2006/relationships/image" Target="../media/image155.jpeg"/><Relationship Id="rId4" Type="http://schemas.openxmlformats.org/officeDocument/2006/relationships/slideLayout" Target="../slideLayouts/slideLayout1825.xml"/><Relationship Id="rId5" Type="http://schemas.openxmlformats.org/officeDocument/2006/relationships/slideLayout" Target="../slideLayouts/slideLayout1826.xml"/><Relationship Id="rId6" Type="http://schemas.openxmlformats.org/officeDocument/2006/relationships/slideLayout" Target="../slideLayouts/slideLayout1827.xml"/><Relationship Id="rId7" Type="http://schemas.openxmlformats.org/officeDocument/2006/relationships/slideLayout" Target="../slideLayouts/slideLayout1828.xml"/><Relationship Id="rId8" Type="http://schemas.openxmlformats.org/officeDocument/2006/relationships/slideLayout" Target="../slideLayouts/slideLayout1829.xml"/><Relationship Id="rId9" Type="http://schemas.openxmlformats.org/officeDocument/2006/relationships/slideLayout" Target="../slideLayouts/slideLayout1830.xml"/><Relationship Id="rId10" Type="http://schemas.openxmlformats.org/officeDocument/2006/relationships/slideLayout" Target="../slideLayouts/slideLayout1831.xml"/><Relationship Id="rId11" Type="http://schemas.openxmlformats.org/officeDocument/2006/relationships/slideLayout" Target="../slideLayouts/slideLayout1832.xml"/><Relationship Id="rId12" Type="http://schemas.openxmlformats.org/officeDocument/2006/relationships/slideLayout" Target="../slideLayouts/slideLayout1833.xml"/><Relationship Id="rId13" Type="http://schemas.openxmlformats.org/officeDocument/2006/relationships/slideLayout" Target="../slideLayouts/slideLayout1834.xml"/><Relationship Id="rId14" Type="http://schemas.openxmlformats.org/officeDocument/2006/relationships/slideLayout" Target="../slideLayouts/slideLayout1835.xml"/><Relationship Id="rId15" Type="http://schemas.openxmlformats.org/officeDocument/2006/relationships/slideLayout" Target="../slideLayouts/slideLayout1836.xml"/>
</Relationships>
</file>

<file path=ppt/slideMasters/_rels/slideMaster154.xml.rels><?xml version="1.0" encoding="UTF-8"?>
<Relationships xmlns="http://schemas.openxmlformats.org/package/2006/relationships"><Relationship Id="rId1" Type="http://schemas.openxmlformats.org/officeDocument/2006/relationships/theme" Target="../theme/theme154.xml"/><Relationship Id="rId2" Type="http://schemas.openxmlformats.org/officeDocument/2006/relationships/image" Target="../media/image156.jpeg"/><Relationship Id="rId3" Type="http://schemas.openxmlformats.org/officeDocument/2006/relationships/slideLayout" Target="../slideLayouts/slideLayout1837.xml"/><Relationship Id="rId4" Type="http://schemas.openxmlformats.org/officeDocument/2006/relationships/slideLayout" Target="../slideLayouts/slideLayout1838.xml"/><Relationship Id="rId5" Type="http://schemas.openxmlformats.org/officeDocument/2006/relationships/slideLayout" Target="../slideLayouts/slideLayout1839.xml"/><Relationship Id="rId6" Type="http://schemas.openxmlformats.org/officeDocument/2006/relationships/slideLayout" Target="../slideLayouts/slideLayout1840.xml"/><Relationship Id="rId7" Type="http://schemas.openxmlformats.org/officeDocument/2006/relationships/slideLayout" Target="../slideLayouts/slideLayout1841.xml"/><Relationship Id="rId8" Type="http://schemas.openxmlformats.org/officeDocument/2006/relationships/slideLayout" Target="../slideLayouts/slideLayout1842.xml"/><Relationship Id="rId9" Type="http://schemas.openxmlformats.org/officeDocument/2006/relationships/slideLayout" Target="../slideLayouts/slideLayout1843.xml"/><Relationship Id="rId10" Type="http://schemas.openxmlformats.org/officeDocument/2006/relationships/slideLayout" Target="../slideLayouts/slideLayout1844.xml"/><Relationship Id="rId11" Type="http://schemas.openxmlformats.org/officeDocument/2006/relationships/slideLayout" Target="../slideLayouts/slideLayout1845.xml"/><Relationship Id="rId12" Type="http://schemas.openxmlformats.org/officeDocument/2006/relationships/slideLayout" Target="../slideLayouts/slideLayout1846.xml"/><Relationship Id="rId13" Type="http://schemas.openxmlformats.org/officeDocument/2006/relationships/slideLayout" Target="../slideLayouts/slideLayout1847.xml"/><Relationship Id="rId14" Type="http://schemas.openxmlformats.org/officeDocument/2006/relationships/slideLayout" Target="../slideLayouts/slideLayout1848.xml"/>
</Relationships>
</file>

<file path=ppt/slideMasters/_rels/slideMaster155.xml.rels><?xml version="1.0" encoding="UTF-8"?>
<Relationships xmlns="http://schemas.openxmlformats.org/package/2006/relationships"><Relationship Id="rId1" Type="http://schemas.openxmlformats.org/officeDocument/2006/relationships/theme" Target="../theme/theme155.xml"/><Relationship Id="rId2" Type="http://schemas.openxmlformats.org/officeDocument/2006/relationships/image" Target="../media/image157.jpeg"/><Relationship Id="rId3" Type="http://schemas.openxmlformats.org/officeDocument/2006/relationships/slideLayout" Target="../slideLayouts/slideLayout1849.xml"/><Relationship Id="rId4" Type="http://schemas.openxmlformats.org/officeDocument/2006/relationships/slideLayout" Target="../slideLayouts/slideLayout1850.xml"/><Relationship Id="rId5" Type="http://schemas.openxmlformats.org/officeDocument/2006/relationships/slideLayout" Target="../slideLayouts/slideLayout1851.xml"/><Relationship Id="rId6" Type="http://schemas.openxmlformats.org/officeDocument/2006/relationships/slideLayout" Target="../slideLayouts/slideLayout1852.xml"/><Relationship Id="rId7" Type="http://schemas.openxmlformats.org/officeDocument/2006/relationships/slideLayout" Target="../slideLayouts/slideLayout1853.xml"/><Relationship Id="rId8" Type="http://schemas.openxmlformats.org/officeDocument/2006/relationships/slideLayout" Target="../slideLayouts/slideLayout1854.xml"/><Relationship Id="rId9" Type="http://schemas.openxmlformats.org/officeDocument/2006/relationships/slideLayout" Target="../slideLayouts/slideLayout1855.xml"/><Relationship Id="rId10" Type="http://schemas.openxmlformats.org/officeDocument/2006/relationships/slideLayout" Target="../slideLayouts/slideLayout1856.xml"/><Relationship Id="rId11" Type="http://schemas.openxmlformats.org/officeDocument/2006/relationships/slideLayout" Target="../slideLayouts/slideLayout1857.xml"/><Relationship Id="rId12" Type="http://schemas.openxmlformats.org/officeDocument/2006/relationships/slideLayout" Target="../slideLayouts/slideLayout1858.xml"/><Relationship Id="rId13" Type="http://schemas.openxmlformats.org/officeDocument/2006/relationships/slideLayout" Target="../slideLayouts/slideLayout1859.xml"/><Relationship Id="rId14" Type="http://schemas.openxmlformats.org/officeDocument/2006/relationships/slideLayout" Target="../slideLayouts/slideLayout1860.xml"/>
</Relationships>
</file>

<file path=ppt/slideMasters/_rels/slideMaster156.xml.rels><?xml version="1.0" encoding="UTF-8"?>
<Relationships xmlns="http://schemas.openxmlformats.org/package/2006/relationships"><Relationship Id="rId1" Type="http://schemas.openxmlformats.org/officeDocument/2006/relationships/theme" Target="../theme/theme156.xml"/><Relationship Id="rId2" Type="http://schemas.openxmlformats.org/officeDocument/2006/relationships/image" Target="../media/image158.jpeg"/><Relationship Id="rId3" Type="http://schemas.openxmlformats.org/officeDocument/2006/relationships/slideLayout" Target="../slideLayouts/slideLayout1861.xml"/><Relationship Id="rId4" Type="http://schemas.openxmlformats.org/officeDocument/2006/relationships/slideLayout" Target="../slideLayouts/slideLayout1862.xml"/><Relationship Id="rId5" Type="http://schemas.openxmlformats.org/officeDocument/2006/relationships/slideLayout" Target="../slideLayouts/slideLayout1863.xml"/><Relationship Id="rId6" Type="http://schemas.openxmlformats.org/officeDocument/2006/relationships/slideLayout" Target="../slideLayouts/slideLayout1864.xml"/><Relationship Id="rId7" Type="http://schemas.openxmlformats.org/officeDocument/2006/relationships/slideLayout" Target="../slideLayouts/slideLayout1865.xml"/><Relationship Id="rId8" Type="http://schemas.openxmlformats.org/officeDocument/2006/relationships/slideLayout" Target="../slideLayouts/slideLayout1866.xml"/><Relationship Id="rId9" Type="http://schemas.openxmlformats.org/officeDocument/2006/relationships/slideLayout" Target="../slideLayouts/slideLayout1867.xml"/><Relationship Id="rId10" Type="http://schemas.openxmlformats.org/officeDocument/2006/relationships/slideLayout" Target="../slideLayouts/slideLayout1868.xml"/><Relationship Id="rId11" Type="http://schemas.openxmlformats.org/officeDocument/2006/relationships/slideLayout" Target="../slideLayouts/slideLayout1869.xml"/><Relationship Id="rId12" Type="http://schemas.openxmlformats.org/officeDocument/2006/relationships/slideLayout" Target="../slideLayouts/slideLayout1870.xml"/><Relationship Id="rId13" Type="http://schemas.openxmlformats.org/officeDocument/2006/relationships/slideLayout" Target="../slideLayouts/slideLayout1871.xml"/><Relationship Id="rId14" Type="http://schemas.openxmlformats.org/officeDocument/2006/relationships/slideLayout" Target="../slideLayouts/slideLayout1872.xml"/>
</Relationships>
</file>

<file path=ppt/slideMasters/_rels/slideMaster157.xml.rels><?xml version="1.0" encoding="UTF-8"?>
<Relationships xmlns="http://schemas.openxmlformats.org/package/2006/relationships"><Relationship Id="rId1" Type="http://schemas.openxmlformats.org/officeDocument/2006/relationships/theme" Target="../theme/theme157.xml"/><Relationship Id="rId2" Type="http://schemas.openxmlformats.org/officeDocument/2006/relationships/image" Target="../media/image159.jpeg"/><Relationship Id="rId3" Type="http://schemas.openxmlformats.org/officeDocument/2006/relationships/slideLayout" Target="../slideLayouts/slideLayout1873.xml"/><Relationship Id="rId4" Type="http://schemas.openxmlformats.org/officeDocument/2006/relationships/slideLayout" Target="../slideLayouts/slideLayout1874.xml"/><Relationship Id="rId5" Type="http://schemas.openxmlformats.org/officeDocument/2006/relationships/slideLayout" Target="../slideLayouts/slideLayout1875.xml"/><Relationship Id="rId6" Type="http://schemas.openxmlformats.org/officeDocument/2006/relationships/slideLayout" Target="../slideLayouts/slideLayout1876.xml"/><Relationship Id="rId7" Type="http://schemas.openxmlformats.org/officeDocument/2006/relationships/slideLayout" Target="../slideLayouts/slideLayout1877.xml"/><Relationship Id="rId8" Type="http://schemas.openxmlformats.org/officeDocument/2006/relationships/slideLayout" Target="../slideLayouts/slideLayout1878.xml"/><Relationship Id="rId9" Type="http://schemas.openxmlformats.org/officeDocument/2006/relationships/slideLayout" Target="../slideLayouts/slideLayout1879.xml"/><Relationship Id="rId10" Type="http://schemas.openxmlformats.org/officeDocument/2006/relationships/slideLayout" Target="../slideLayouts/slideLayout1880.xml"/><Relationship Id="rId11" Type="http://schemas.openxmlformats.org/officeDocument/2006/relationships/slideLayout" Target="../slideLayouts/slideLayout1881.xml"/><Relationship Id="rId12" Type="http://schemas.openxmlformats.org/officeDocument/2006/relationships/slideLayout" Target="../slideLayouts/slideLayout1882.xml"/><Relationship Id="rId13" Type="http://schemas.openxmlformats.org/officeDocument/2006/relationships/slideLayout" Target="../slideLayouts/slideLayout1883.xml"/><Relationship Id="rId14" Type="http://schemas.openxmlformats.org/officeDocument/2006/relationships/slideLayout" Target="../slideLayouts/slideLayout1884.xml"/>
</Relationships>
</file>

<file path=ppt/slideMasters/_rels/slideMaster158.xml.rels><?xml version="1.0" encoding="UTF-8"?>
<Relationships xmlns="http://schemas.openxmlformats.org/package/2006/relationships"><Relationship Id="rId1" Type="http://schemas.openxmlformats.org/officeDocument/2006/relationships/theme" Target="../theme/theme158.xml"/><Relationship Id="rId2" Type="http://schemas.openxmlformats.org/officeDocument/2006/relationships/slideLayout" Target="../slideLayouts/slideLayout1885.xml"/><Relationship Id="rId3" Type="http://schemas.openxmlformats.org/officeDocument/2006/relationships/slideLayout" Target="../slideLayouts/slideLayout1886.xml"/><Relationship Id="rId4" Type="http://schemas.openxmlformats.org/officeDocument/2006/relationships/slideLayout" Target="../slideLayouts/slideLayout1887.xml"/><Relationship Id="rId5" Type="http://schemas.openxmlformats.org/officeDocument/2006/relationships/slideLayout" Target="../slideLayouts/slideLayout1888.xml"/><Relationship Id="rId6" Type="http://schemas.openxmlformats.org/officeDocument/2006/relationships/slideLayout" Target="../slideLayouts/slideLayout1889.xml"/><Relationship Id="rId7" Type="http://schemas.openxmlformats.org/officeDocument/2006/relationships/slideLayout" Target="../slideLayouts/slideLayout1890.xml"/><Relationship Id="rId8" Type="http://schemas.openxmlformats.org/officeDocument/2006/relationships/slideLayout" Target="../slideLayouts/slideLayout1891.xml"/><Relationship Id="rId9" Type="http://schemas.openxmlformats.org/officeDocument/2006/relationships/slideLayout" Target="../slideLayouts/slideLayout1892.xml"/><Relationship Id="rId10" Type="http://schemas.openxmlformats.org/officeDocument/2006/relationships/slideLayout" Target="../slideLayouts/slideLayout1893.xml"/><Relationship Id="rId11" Type="http://schemas.openxmlformats.org/officeDocument/2006/relationships/slideLayout" Target="../slideLayouts/slideLayout1894.xml"/><Relationship Id="rId12" Type="http://schemas.openxmlformats.org/officeDocument/2006/relationships/slideLayout" Target="../slideLayouts/slideLayout1895.xml"/><Relationship Id="rId13" Type="http://schemas.openxmlformats.org/officeDocument/2006/relationships/slideLayout" Target="../slideLayouts/slideLayout1896.xml"/>
</Relationships>
</file>

<file path=ppt/slideMasters/_rels/slideMaster159.xml.rels><?xml version="1.0" encoding="UTF-8"?>
<Relationships xmlns="http://schemas.openxmlformats.org/package/2006/relationships"><Relationship Id="rId1" Type="http://schemas.openxmlformats.org/officeDocument/2006/relationships/theme" Target="../theme/theme159.xml"/><Relationship Id="rId2" Type="http://schemas.openxmlformats.org/officeDocument/2006/relationships/image" Target="../media/image160.jpeg"/><Relationship Id="rId3" Type="http://schemas.openxmlformats.org/officeDocument/2006/relationships/slideLayout" Target="../slideLayouts/slideLayout1897.xml"/><Relationship Id="rId4" Type="http://schemas.openxmlformats.org/officeDocument/2006/relationships/slideLayout" Target="../slideLayouts/slideLayout1898.xml"/><Relationship Id="rId5" Type="http://schemas.openxmlformats.org/officeDocument/2006/relationships/slideLayout" Target="../slideLayouts/slideLayout1899.xml"/><Relationship Id="rId6" Type="http://schemas.openxmlformats.org/officeDocument/2006/relationships/slideLayout" Target="../slideLayouts/slideLayout1900.xml"/><Relationship Id="rId7" Type="http://schemas.openxmlformats.org/officeDocument/2006/relationships/slideLayout" Target="../slideLayouts/slideLayout1901.xml"/><Relationship Id="rId8" Type="http://schemas.openxmlformats.org/officeDocument/2006/relationships/slideLayout" Target="../slideLayouts/slideLayout1902.xml"/><Relationship Id="rId9" Type="http://schemas.openxmlformats.org/officeDocument/2006/relationships/slideLayout" Target="../slideLayouts/slideLayout1903.xml"/><Relationship Id="rId10" Type="http://schemas.openxmlformats.org/officeDocument/2006/relationships/slideLayout" Target="../slideLayouts/slideLayout1904.xml"/><Relationship Id="rId11" Type="http://schemas.openxmlformats.org/officeDocument/2006/relationships/slideLayout" Target="../slideLayouts/slideLayout1905.xml"/><Relationship Id="rId12" Type="http://schemas.openxmlformats.org/officeDocument/2006/relationships/slideLayout" Target="../slideLayouts/slideLayout1906.xml"/><Relationship Id="rId13" Type="http://schemas.openxmlformats.org/officeDocument/2006/relationships/slideLayout" Target="../slideLayouts/slideLayout1907.xml"/><Relationship Id="rId14" Type="http://schemas.openxmlformats.org/officeDocument/2006/relationships/slideLayout" Target="../slideLayouts/slideLayout1908.xml"/>
</Relationships>
</file>

<file path=ppt/slideMasters/_rels/slideMaster160.xml.rels><?xml version="1.0" encoding="UTF-8"?>
<Relationships xmlns="http://schemas.openxmlformats.org/package/2006/relationships"><Relationship Id="rId1" Type="http://schemas.openxmlformats.org/officeDocument/2006/relationships/theme" Target="../theme/theme160.xml"/><Relationship Id="rId2" Type="http://schemas.openxmlformats.org/officeDocument/2006/relationships/image" Target="../media/image161.jpeg"/><Relationship Id="rId3" Type="http://schemas.openxmlformats.org/officeDocument/2006/relationships/slideLayout" Target="../slideLayouts/slideLayout1909.xml"/><Relationship Id="rId4" Type="http://schemas.openxmlformats.org/officeDocument/2006/relationships/slideLayout" Target="../slideLayouts/slideLayout1910.xml"/><Relationship Id="rId5" Type="http://schemas.openxmlformats.org/officeDocument/2006/relationships/slideLayout" Target="../slideLayouts/slideLayout1911.xml"/><Relationship Id="rId6" Type="http://schemas.openxmlformats.org/officeDocument/2006/relationships/slideLayout" Target="../slideLayouts/slideLayout1912.xml"/><Relationship Id="rId7" Type="http://schemas.openxmlformats.org/officeDocument/2006/relationships/slideLayout" Target="../slideLayouts/slideLayout1913.xml"/><Relationship Id="rId8" Type="http://schemas.openxmlformats.org/officeDocument/2006/relationships/slideLayout" Target="../slideLayouts/slideLayout1914.xml"/><Relationship Id="rId9" Type="http://schemas.openxmlformats.org/officeDocument/2006/relationships/slideLayout" Target="../slideLayouts/slideLayout1915.xml"/><Relationship Id="rId10" Type="http://schemas.openxmlformats.org/officeDocument/2006/relationships/slideLayout" Target="../slideLayouts/slideLayout1916.xml"/><Relationship Id="rId11" Type="http://schemas.openxmlformats.org/officeDocument/2006/relationships/slideLayout" Target="../slideLayouts/slideLayout1917.xml"/><Relationship Id="rId12" Type="http://schemas.openxmlformats.org/officeDocument/2006/relationships/slideLayout" Target="../slideLayouts/slideLayout1918.xml"/><Relationship Id="rId13" Type="http://schemas.openxmlformats.org/officeDocument/2006/relationships/slideLayout" Target="../slideLayouts/slideLayout1919.xml"/><Relationship Id="rId14" Type="http://schemas.openxmlformats.org/officeDocument/2006/relationships/slideLayout" Target="../slideLayouts/slideLayout1920.xml"/>
</Relationships>
</file>

<file path=ppt/slideMasters/_rels/slideMaster161.xml.rels><?xml version="1.0" encoding="UTF-8"?>
<Relationships xmlns="http://schemas.openxmlformats.org/package/2006/relationships"><Relationship Id="rId1" Type="http://schemas.openxmlformats.org/officeDocument/2006/relationships/theme" Target="../theme/theme161.xml"/><Relationship Id="rId2" Type="http://schemas.openxmlformats.org/officeDocument/2006/relationships/image" Target="../media/image162.jpeg"/><Relationship Id="rId3" Type="http://schemas.openxmlformats.org/officeDocument/2006/relationships/image" Target="../media/image163.jpeg"/><Relationship Id="rId4" Type="http://schemas.openxmlformats.org/officeDocument/2006/relationships/slideLayout" Target="../slideLayouts/slideLayout1921.xml"/><Relationship Id="rId5" Type="http://schemas.openxmlformats.org/officeDocument/2006/relationships/slideLayout" Target="../slideLayouts/slideLayout1922.xml"/><Relationship Id="rId6" Type="http://schemas.openxmlformats.org/officeDocument/2006/relationships/slideLayout" Target="../slideLayouts/slideLayout1923.xml"/><Relationship Id="rId7" Type="http://schemas.openxmlformats.org/officeDocument/2006/relationships/slideLayout" Target="../slideLayouts/slideLayout1924.xml"/><Relationship Id="rId8" Type="http://schemas.openxmlformats.org/officeDocument/2006/relationships/slideLayout" Target="../slideLayouts/slideLayout1925.xml"/><Relationship Id="rId9" Type="http://schemas.openxmlformats.org/officeDocument/2006/relationships/slideLayout" Target="../slideLayouts/slideLayout1926.xml"/><Relationship Id="rId10" Type="http://schemas.openxmlformats.org/officeDocument/2006/relationships/slideLayout" Target="../slideLayouts/slideLayout1927.xml"/><Relationship Id="rId11" Type="http://schemas.openxmlformats.org/officeDocument/2006/relationships/slideLayout" Target="../slideLayouts/slideLayout1928.xml"/><Relationship Id="rId12" Type="http://schemas.openxmlformats.org/officeDocument/2006/relationships/slideLayout" Target="../slideLayouts/slideLayout1929.xml"/><Relationship Id="rId13" Type="http://schemas.openxmlformats.org/officeDocument/2006/relationships/slideLayout" Target="../slideLayouts/slideLayout1930.xml"/><Relationship Id="rId14" Type="http://schemas.openxmlformats.org/officeDocument/2006/relationships/slideLayout" Target="../slideLayouts/slideLayout1931.xml"/><Relationship Id="rId15" Type="http://schemas.openxmlformats.org/officeDocument/2006/relationships/slideLayout" Target="../slideLayouts/slideLayout1932.xml"/>
</Relationships>
</file>

<file path=ppt/slideMasters/_rels/slideMaster162.xml.rels><?xml version="1.0" encoding="UTF-8"?>
<Relationships xmlns="http://schemas.openxmlformats.org/package/2006/relationships"><Relationship Id="rId1" Type="http://schemas.openxmlformats.org/officeDocument/2006/relationships/theme" Target="../theme/theme162.xml"/><Relationship Id="rId2" Type="http://schemas.openxmlformats.org/officeDocument/2006/relationships/image" Target="../media/image164.jpeg"/><Relationship Id="rId3" Type="http://schemas.openxmlformats.org/officeDocument/2006/relationships/slideLayout" Target="../slideLayouts/slideLayout1933.xml"/><Relationship Id="rId4" Type="http://schemas.openxmlformats.org/officeDocument/2006/relationships/slideLayout" Target="../slideLayouts/slideLayout1934.xml"/><Relationship Id="rId5" Type="http://schemas.openxmlformats.org/officeDocument/2006/relationships/slideLayout" Target="../slideLayouts/slideLayout1935.xml"/><Relationship Id="rId6" Type="http://schemas.openxmlformats.org/officeDocument/2006/relationships/slideLayout" Target="../slideLayouts/slideLayout1936.xml"/><Relationship Id="rId7" Type="http://schemas.openxmlformats.org/officeDocument/2006/relationships/slideLayout" Target="../slideLayouts/slideLayout1937.xml"/><Relationship Id="rId8" Type="http://schemas.openxmlformats.org/officeDocument/2006/relationships/slideLayout" Target="../slideLayouts/slideLayout1938.xml"/><Relationship Id="rId9" Type="http://schemas.openxmlformats.org/officeDocument/2006/relationships/slideLayout" Target="../slideLayouts/slideLayout1939.xml"/><Relationship Id="rId10" Type="http://schemas.openxmlformats.org/officeDocument/2006/relationships/slideLayout" Target="../slideLayouts/slideLayout1940.xml"/><Relationship Id="rId11" Type="http://schemas.openxmlformats.org/officeDocument/2006/relationships/slideLayout" Target="../slideLayouts/slideLayout1941.xml"/><Relationship Id="rId12" Type="http://schemas.openxmlformats.org/officeDocument/2006/relationships/slideLayout" Target="../slideLayouts/slideLayout1942.xml"/><Relationship Id="rId13" Type="http://schemas.openxmlformats.org/officeDocument/2006/relationships/slideLayout" Target="../slideLayouts/slideLayout1943.xml"/><Relationship Id="rId14" Type="http://schemas.openxmlformats.org/officeDocument/2006/relationships/slideLayout" Target="../slideLayouts/slideLayout1944.xml"/>
</Relationships>
</file>

<file path=ppt/slideMasters/_rels/slideMaster163.xml.rels><?xml version="1.0" encoding="UTF-8"?>
<Relationships xmlns="http://schemas.openxmlformats.org/package/2006/relationships"><Relationship Id="rId1" Type="http://schemas.openxmlformats.org/officeDocument/2006/relationships/theme" Target="../theme/theme163.xml"/><Relationship Id="rId2" Type="http://schemas.openxmlformats.org/officeDocument/2006/relationships/image" Target="../media/image165.jpeg"/><Relationship Id="rId3" Type="http://schemas.openxmlformats.org/officeDocument/2006/relationships/slideLayout" Target="../slideLayouts/slideLayout1945.xml"/><Relationship Id="rId4" Type="http://schemas.openxmlformats.org/officeDocument/2006/relationships/slideLayout" Target="../slideLayouts/slideLayout1946.xml"/><Relationship Id="rId5" Type="http://schemas.openxmlformats.org/officeDocument/2006/relationships/slideLayout" Target="../slideLayouts/slideLayout1947.xml"/><Relationship Id="rId6" Type="http://schemas.openxmlformats.org/officeDocument/2006/relationships/slideLayout" Target="../slideLayouts/slideLayout1948.xml"/><Relationship Id="rId7" Type="http://schemas.openxmlformats.org/officeDocument/2006/relationships/slideLayout" Target="../slideLayouts/slideLayout1949.xml"/><Relationship Id="rId8" Type="http://schemas.openxmlformats.org/officeDocument/2006/relationships/slideLayout" Target="../slideLayouts/slideLayout1950.xml"/><Relationship Id="rId9" Type="http://schemas.openxmlformats.org/officeDocument/2006/relationships/slideLayout" Target="../slideLayouts/slideLayout1951.xml"/><Relationship Id="rId10" Type="http://schemas.openxmlformats.org/officeDocument/2006/relationships/slideLayout" Target="../slideLayouts/slideLayout1952.xml"/><Relationship Id="rId11" Type="http://schemas.openxmlformats.org/officeDocument/2006/relationships/slideLayout" Target="../slideLayouts/slideLayout1953.xml"/><Relationship Id="rId12" Type="http://schemas.openxmlformats.org/officeDocument/2006/relationships/slideLayout" Target="../slideLayouts/slideLayout1954.xml"/><Relationship Id="rId13" Type="http://schemas.openxmlformats.org/officeDocument/2006/relationships/slideLayout" Target="../slideLayouts/slideLayout1955.xml"/><Relationship Id="rId14" Type="http://schemas.openxmlformats.org/officeDocument/2006/relationships/slideLayout" Target="../slideLayouts/slideLayout1956.xml"/>
</Relationships>
</file>

<file path=ppt/slideMasters/_rels/slideMaster164.xml.rels><?xml version="1.0" encoding="UTF-8"?>
<Relationships xmlns="http://schemas.openxmlformats.org/package/2006/relationships"><Relationship Id="rId1" Type="http://schemas.openxmlformats.org/officeDocument/2006/relationships/theme" Target="../theme/theme164.xml"/><Relationship Id="rId2" Type="http://schemas.openxmlformats.org/officeDocument/2006/relationships/image" Target="../media/image166.jpeg"/><Relationship Id="rId3" Type="http://schemas.openxmlformats.org/officeDocument/2006/relationships/slideLayout" Target="../slideLayouts/slideLayout1957.xml"/><Relationship Id="rId4" Type="http://schemas.openxmlformats.org/officeDocument/2006/relationships/slideLayout" Target="../slideLayouts/slideLayout1958.xml"/><Relationship Id="rId5" Type="http://schemas.openxmlformats.org/officeDocument/2006/relationships/slideLayout" Target="../slideLayouts/slideLayout1959.xml"/><Relationship Id="rId6" Type="http://schemas.openxmlformats.org/officeDocument/2006/relationships/slideLayout" Target="../slideLayouts/slideLayout1960.xml"/><Relationship Id="rId7" Type="http://schemas.openxmlformats.org/officeDocument/2006/relationships/slideLayout" Target="../slideLayouts/slideLayout1961.xml"/><Relationship Id="rId8" Type="http://schemas.openxmlformats.org/officeDocument/2006/relationships/slideLayout" Target="../slideLayouts/slideLayout1962.xml"/><Relationship Id="rId9" Type="http://schemas.openxmlformats.org/officeDocument/2006/relationships/slideLayout" Target="../slideLayouts/slideLayout1963.xml"/><Relationship Id="rId10" Type="http://schemas.openxmlformats.org/officeDocument/2006/relationships/slideLayout" Target="../slideLayouts/slideLayout1964.xml"/><Relationship Id="rId11" Type="http://schemas.openxmlformats.org/officeDocument/2006/relationships/slideLayout" Target="../slideLayouts/slideLayout1965.xml"/><Relationship Id="rId12" Type="http://schemas.openxmlformats.org/officeDocument/2006/relationships/slideLayout" Target="../slideLayouts/slideLayout1966.xml"/><Relationship Id="rId13" Type="http://schemas.openxmlformats.org/officeDocument/2006/relationships/slideLayout" Target="../slideLayouts/slideLayout1967.xml"/><Relationship Id="rId14" Type="http://schemas.openxmlformats.org/officeDocument/2006/relationships/slideLayout" Target="../slideLayouts/slideLayout1968.xml"/>
</Relationships>
</file>

<file path=ppt/slideMasters/_rels/slideMaster165.xml.rels><?xml version="1.0" encoding="UTF-8"?>
<Relationships xmlns="http://schemas.openxmlformats.org/package/2006/relationships"><Relationship Id="rId1" Type="http://schemas.openxmlformats.org/officeDocument/2006/relationships/theme" Target="../theme/theme165.xml"/><Relationship Id="rId2" Type="http://schemas.openxmlformats.org/officeDocument/2006/relationships/image" Target="../media/image167.jpeg"/><Relationship Id="rId3" Type="http://schemas.openxmlformats.org/officeDocument/2006/relationships/slideLayout" Target="../slideLayouts/slideLayout1969.xml"/><Relationship Id="rId4" Type="http://schemas.openxmlformats.org/officeDocument/2006/relationships/slideLayout" Target="../slideLayouts/slideLayout1970.xml"/><Relationship Id="rId5" Type="http://schemas.openxmlformats.org/officeDocument/2006/relationships/slideLayout" Target="../slideLayouts/slideLayout1971.xml"/><Relationship Id="rId6" Type="http://schemas.openxmlformats.org/officeDocument/2006/relationships/slideLayout" Target="../slideLayouts/slideLayout1972.xml"/><Relationship Id="rId7" Type="http://schemas.openxmlformats.org/officeDocument/2006/relationships/slideLayout" Target="../slideLayouts/slideLayout1973.xml"/><Relationship Id="rId8" Type="http://schemas.openxmlformats.org/officeDocument/2006/relationships/slideLayout" Target="../slideLayouts/slideLayout1974.xml"/><Relationship Id="rId9" Type="http://schemas.openxmlformats.org/officeDocument/2006/relationships/slideLayout" Target="../slideLayouts/slideLayout1975.xml"/><Relationship Id="rId10" Type="http://schemas.openxmlformats.org/officeDocument/2006/relationships/slideLayout" Target="../slideLayouts/slideLayout1976.xml"/><Relationship Id="rId11" Type="http://schemas.openxmlformats.org/officeDocument/2006/relationships/slideLayout" Target="../slideLayouts/slideLayout1977.xml"/><Relationship Id="rId12" Type="http://schemas.openxmlformats.org/officeDocument/2006/relationships/slideLayout" Target="../slideLayouts/slideLayout1978.xml"/><Relationship Id="rId13" Type="http://schemas.openxmlformats.org/officeDocument/2006/relationships/slideLayout" Target="../slideLayouts/slideLayout1979.xml"/><Relationship Id="rId14" Type="http://schemas.openxmlformats.org/officeDocument/2006/relationships/slideLayout" Target="../slideLayouts/slideLayout1980.xml"/>
</Relationships>
</file>

<file path=ppt/slideMasters/_rels/slideMaster166.xml.rels><?xml version="1.0" encoding="UTF-8"?>
<Relationships xmlns="http://schemas.openxmlformats.org/package/2006/relationships"><Relationship Id="rId1" Type="http://schemas.openxmlformats.org/officeDocument/2006/relationships/theme" Target="../theme/theme166.xml"/><Relationship Id="rId2" Type="http://schemas.openxmlformats.org/officeDocument/2006/relationships/slideLayout" Target="../slideLayouts/slideLayout1981.xml"/><Relationship Id="rId3" Type="http://schemas.openxmlformats.org/officeDocument/2006/relationships/slideLayout" Target="../slideLayouts/slideLayout1982.xml"/><Relationship Id="rId4" Type="http://schemas.openxmlformats.org/officeDocument/2006/relationships/slideLayout" Target="../slideLayouts/slideLayout1983.xml"/><Relationship Id="rId5" Type="http://schemas.openxmlformats.org/officeDocument/2006/relationships/slideLayout" Target="../slideLayouts/slideLayout1984.xml"/><Relationship Id="rId6" Type="http://schemas.openxmlformats.org/officeDocument/2006/relationships/slideLayout" Target="../slideLayouts/slideLayout1985.xml"/><Relationship Id="rId7" Type="http://schemas.openxmlformats.org/officeDocument/2006/relationships/slideLayout" Target="../slideLayouts/slideLayout1986.xml"/><Relationship Id="rId8" Type="http://schemas.openxmlformats.org/officeDocument/2006/relationships/slideLayout" Target="../slideLayouts/slideLayout1987.xml"/><Relationship Id="rId9" Type="http://schemas.openxmlformats.org/officeDocument/2006/relationships/slideLayout" Target="../slideLayouts/slideLayout1988.xml"/><Relationship Id="rId10" Type="http://schemas.openxmlformats.org/officeDocument/2006/relationships/slideLayout" Target="../slideLayouts/slideLayout1989.xml"/><Relationship Id="rId11" Type="http://schemas.openxmlformats.org/officeDocument/2006/relationships/slideLayout" Target="../slideLayouts/slideLayout1990.xml"/><Relationship Id="rId12" Type="http://schemas.openxmlformats.org/officeDocument/2006/relationships/slideLayout" Target="../slideLayouts/slideLayout1991.xml"/><Relationship Id="rId13" Type="http://schemas.openxmlformats.org/officeDocument/2006/relationships/slideLayout" Target="../slideLayouts/slideLayout1992.xml"/>
</Relationships>
</file>

<file path=ppt/slideMasters/_rels/slideMaster167.xml.rels><?xml version="1.0" encoding="UTF-8"?>
<Relationships xmlns="http://schemas.openxmlformats.org/package/2006/relationships"><Relationship Id="rId1" Type="http://schemas.openxmlformats.org/officeDocument/2006/relationships/theme" Target="../theme/theme167.xml"/><Relationship Id="rId2" Type="http://schemas.openxmlformats.org/officeDocument/2006/relationships/image" Target="../media/image168.jpeg"/><Relationship Id="rId3" Type="http://schemas.openxmlformats.org/officeDocument/2006/relationships/slideLayout" Target="../slideLayouts/slideLayout1993.xml"/><Relationship Id="rId4" Type="http://schemas.openxmlformats.org/officeDocument/2006/relationships/slideLayout" Target="../slideLayouts/slideLayout1994.xml"/><Relationship Id="rId5" Type="http://schemas.openxmlformats.org/officeDocument/2006/relationships/slideLayout" Target="../slideLayouts/slideLayout1995.xml"/><Relationship Id="rId6" Type="http://schemas.openxmlformats.org/officeDocument/2006/relationships/slideLayout" Target="../slideLayouts/slideLayout1996.xml"/><Relationship Id="rId7" Type="http://schemas.openxmlformats.org/officeDocument/2006/relationships/slideLayout" Target="../slideLayouts/slideLayout1997.xml"/><Relationship Id="rId8" Type="http://schemas.openxmlformats.org/officeDocument/2006/relationships/slideLayout" Target="../slideLayouts/slideLayout1998.xml"/><Relationship Id="rId9" Type="http://schemas.openxmlformats.org/officeDocument/2006/relationships/slideLayout" Target="../slideLayouts/slideLayout1999.xml"/><Relationship Id="rId10" Type="http://schemas.openxmlformats.org/officeDocument/2006/relationships/slideLayout" Target="../slideLayouts/slideLayout2000.xml"/><Relationship Id="rId11" Type="http://schemas.openxmlformats.org/officeDocument/2006/relationships/slideLayout" Target="../slideLayouts/slideLayout2001.xml"/><Relationship Id="rId12" Type="http://schemas.openxmlformats.org/officeDocument/2006/relationships/slideLayout" Target="../slideLayouts/slideLayout2002.xml"/><Relationship Id="rId13" Type="http://schemas.openxmlformats.org/officeDocument/2006/relationships/slideLayout" Target="../slideLayouts/slideLayout2003.xml"/><Relationship Id="rId14" Type="http://schemas.openxmlformats.org/officeDocument/2006/relationships/slideLayout" Target="../slideLayouts/slideLayout2004.xml"/>
</Relationships>
</file>

<file path=ppt/slideMasters/_rels/slideMaster168.xml.rels><?xml version="1.0" encoding="UTF-8"?>
<Relationships xmlns="http://schemas.openxmlformats.org/package/2006/relationships"><Relationship Id="rId1" Type="http://schemas.openxmlformats.org/officeDocument/2006/relationships/theme" Target="../theme/theme168.xml"/><Relationship Id="rId2" Type="http://schemas.openxmlformats.org/officeDocument/2006/relationships/image" Target="../media/image169.jpeg"/><Relationship Id="rId3" Type="http://schemas.openxmlformats.org/officeDocument/2006/relationships/slideLayout" Target="../slideLayouts/slideLayout2005.xml"/><Relationship Id="rId4" Type="http://schemas.openxmlformats.org/officeDocument/2006/relationships/slideLayout" Target="../slideLayouts/slideLayout2006.xml"/><Relationship Id="rId5" Type="http://schemas.openxmlformats.org/officeDocument/2006/relationships/slideLayout" Target="../slideLayouts/slideLayout2007.xml"/><Relationship Id="rId6" Type="http://schemas.openxmlformats.org/officeDocument/2006/relationships/slideLayout" Target="../slideLayouts/slideLayout2008.xml"/><Relationship Id="rId7" Type="http://schemas.openxmlformats.org/officeDocument/2006/relationships/slideLayout" Target="../slideLayouts/slideLayout2009.xml"/><Relationship Id="rId8" Type="http://schemas.openxmlformats.org/officeDocument/2006/relationships/slideLayout" Target="../slideLayouts/slideLayout2010.xml"/><Relationship Id="rId9" Type="http://schemas.openxmlformats.org/officeDocument/2006/relationships/slideLayout" Target="../slideLayouts/slideLayout2011.xml"/><Relationship Id="rId10" Type="http://schemas.openxmlformats.org/officeDocument/2006/relationships/slideLayout" Target="../slideLayouts/slideLayout2012.xml"/><Relationship Id="rId11" Type="http://schemas.openxmlformats.org/officeDocument/2006/relationships/slideLayout" Target="../slideLayouts/slideLayout2013.xml"/><Relationship Id="rId12" Type="http://schemas.openxmlformats.org/officeDocument/2006/relationships/slideLayout" Target="../slideLayouts/slideLayout2014.xml"/><Relationship Id="rId13" Type="http://schemas.openxmlformats.org/officeDocument/2006/relationships/slideLayout" Target="../slideLayouts/slideLayout2015.xml"/><Relationship Id="rId14" Type="http://schemas.openxmlformats.org/officeDocument/2006/relationships/slideLayout" Target="../slideLayouts/slideLayout2016.xml"/>
</Relationships>
</file>

<file path=ppt/slideMasters/_rels/slideMaster169.xml.rels><?xml version="1.0" encoding="UTF-8"?>
<Relationships xmlns="http://schemas.openxmlformats.org/package/2006/relationships"><Relationship Id="rId1" Type="http://schemas.openxmlformats.org/officeDocument/2006/relationships/theme" Target="../theme/theme169.xml"/><Relationship Id="rId2" Type="http://schemas.openxmlformats.org/officeDocument/2006/relationships/image" Target="../media/image170.jpeg"/><Relationship Id="rId3" Type="http://schemas.openxmlformats.org/officeDocument/2006/relationships/image" Target="../media/image171.jpeg"/><Relationship Id="rId4" Type="http://schemas.openxmlformats.org/officeDocument/2006/relationships/slideLayout" Target="../slideLayouts/slideLayout2017.xml"/><Relationship Id="rId5" Type="http://schemas.openxmlformats.org/officeDocument/2006/relationships/slideLayout" Target="../slideLayouts/slideLayout2018.xml"/><Relationship Id="rId6" Type="http://schemas.openxmlformats.org/officeDocument/2006/relationships/slideLayout" Target="../slideLayouts/slideLayout2019.xml"/><Relationship Id="rId7" Type="http://schemas.openxmlformats.org/officeDocument/2006/relationships/slideLayout" Target="../slideLayouts/slideLayout2020.xml"/><Relationship Id="rId8" Type="http://schemas.openxmlformats.org/officeDocument/2006/relationships/slideLayout" Target="../slideLayouts/slideLayout2021.xml"/><Relationship Id="rId9" Type="http://schemas.openxmlformats.org/officeDocument/2006/relationships/slideLayout" Target="../slideLayouts/slideLayout2022.xml"/><Relationship Id="rId10" Type="http://schemas.openxmlformats.org/officeDocument/2006/relationships/slideLayout" Target="../slideLayouts/slideLayout2023.xml"/><Relationship Id="rId11" Type="http://schemas.openxmlformats.org/officeDocument/2006/relationships/slideLayout" Target="../slideLayouts/slideLayout2024.xml"/><Relationship Id="rId12" Type="http://schemas.openxmlformats.org/officeDocument/2006/relationships/slideLayout" Target="../slideLayouts/slideLayout2025.xml"/><Relationship Id="rId13" Type="http://schemas.openxmlformats.org/officeDocument/2006/relationships/slideLayout" Target="../slideLayouts/slideLayout2026.xml"/><Relationship Id="rId14" Type="http://schemas.openxmlformats.org/officeDocument/2006/relationships/slideLayout" Target="../slideLayouts/slideLayout2027.xml"/><Relationship Id="rId15" Type="http://schemas.openxmlformats.org/officeDocument/2006/relationships/slideLayout" Target="../slideLayouts/slideLayout2028.xml"/>
</Relationships>
</file>

<file path=ppt/slideMasters/_rels/slideMaster170.xml.rels><?xml version="1.0" encoding="UTF-8"?>
<Relationships xmlns="http://schemas.openxmlformats.org/package/2006/relationships"><Relationship Id="rId1" Type="http://schemas.openxmlformats.org/officeDocument/2006/relationships/theme" Target="../theme/theme170.xml"/><Relationship Id="rId2" Type="http://schemas.openxmlformats.org/officeDocument/2006/relationships/image" Target="../media/image172.jpeg"/><Relationship Id="rId3" Type="http://schemas.openxmlformats.org/officeDocument/2006/relationships/slideLayout" Target="../slideLayouts/slideLayout2029.xml"/><Relationship Id="rId4" Type="http://schemas.openxmlformats.org/officeDocument/2006/relationships/slideLayout" Target="../slideLayouts/slideLayout2030.xml"/><Relationship Id="rId5" Type="http://schemas.openxmlformats.org/officeDocument/2006/relationships/slideLayout" Target="../slideLayouts/slideLayout2031.xml"/><Relationship Id="rId6" Type="http://schemas.openxmlformats.org/officeDocument/2006/relationships/slideLayout" Target="../slideLayouts/slideLayout2032.xml"/><Relationship Id="rId7" Type="http://schemas.openxmlformats.org/officeDocument/2006/relationships/slideLayout" Target="../slideLayouts/slideLayout2033.xml"/><Relationship Id="rId8" Type="http://schemas.openxmlformats.org/officeDocument/2006/relationships/slideLayout" Target="../slideLayouts/slideLayout2034.xml"/><Relationship Id="rId9" Type="http://schemas.openxmlformats.org/officeDocument/2006/relationships/slideLayout" Target="../slideLayouts/slideLayout2035.xml"/><Relationship Id="rId10" Type="http://schemas.openxmlformats.org/officeDocument/2006/relationships/slideLayout" Target="../slideLayouts/slideLayout2036.xml"/><Relationship Id="rId11" Type="http://schemas.openxmlformats.org/officeDocument/2006/relationships/slideLayout" Target="../slideLayouts/slideLayout2037.xml"/><Relationship Id="rId12" Type="http://schemas.openxmlformats.org/officeDocument/2006/relationships/slideLayout" Target="../slideLayouts/slideLayout2038.xml"/><Relationship Id="rId13" Type="http://schemas.openxmlformats.org/officeDocument/2006/relationships/slideLayout" Target="../slideLayouts/slideLayout2039.xml"/><Relationship Id="rId14" Type="http://schemas.openxmlformats.org/officeDocument/2006/relationships/slideLayout" Target="../slideLayouts/slideLayout2040.xml"/>
</Relationships>
</file>

<file path=ppt/slideMasters/_rels/slideMaster171.xml.rels><?xml version="1.0" encoding="UTF-8"?>
<Relationships xmlns="http://schemas.openxmlformats.org/package/2006/relationships"><Relationship Id="rId1" Type="http://schemas.openxmlformats.org/officeDocument/2006/relationships/theme" Target="../theme/theme171.xml"/><Relationship Id="rId2" Type="http://schemas.openxmlformats.org/officeDocument/2006/relationships/image" Target="../media/image173.jpeg"/><Relationship Id="rId3" Type="http://schemas.openxmlformats.org/officeDocument/2006/relationships/slideLayout" Target="../slideLayouts/slideLayout2041.xml"/><Relationship Id="rId4" Type="http://schemas.openxmlformats.org/officeDocument/2006/relationships/slideLayout" Target="../slideLayouts/slideLayout2042.xml"/><Relationship Id="rId5" Type="http://schemas.openxmlformats.org/officeDocument/2006/relationships/slideLayout" Target="../slideLayouts/slideLayout2043.xml"/><Relationship Id="rId6" Type="http://schemas.openxmlformats.org/officeDocument/2006/relationships/slideLayout" Target="../slideLayouts/slideLayout2044.xml"/><Relationship Id="rId7" Type="http://schemas.openxmlformats.org/officeDocument/2006/relationships/slideLayout" Target="../slideLayouts/slideLayout2045.xml"/><Relationship Id="rId8" Type="http://schemas.openxmlformats.org/officeDocument/2006/relationships/slideLayout" Target="../slideLayouts/slideLayout2046.xml"/><Relationship Id="rId9" Type="http://schemas.openxmlformats.org/officeDocument/2006/relationships/slideLayout" Target="../slideLayouts/slideLayout2047.xml"/><Relationship Id="rId10" Type="http://schemas.openxmlformats.org/officeDocument/2006/relationships/slideLayout" Target="../slideLayouts/slideLayout2048.xml"/><Relationship Id="rId11" Type="http://schemas.openxmlformats.org/officeDocument/2006/relationships/slideLayout" Target="../slideLayouts/slideLayout2049.xml"/><Relationship Id="rId12" Type="http://schemas.openxmlformats.org/officeDocument/2006/relationships/slideLayout" Target="../slideLayouts/slideLayout2050.xml"/><Relationship Id="rId13" Type="http://schemas.openxmlformats.org/officeDocument/2006/relationships/slideLayout" Target="../slideLayouts/slideLayout2051.xml"/><Relationship Id="rId14" Type="http://schemas.openxmlformats.org/officeDocument/2006/relationships/slideLayout" Target="../slideLayouts/slideLayout2052.xml"/>
</Relationships>
</file>

<file path=ppt/slideMasters/_rels/slideMaster172.xml.rels><?xml version="1.0" encoding="UTF-8"?>
<Relationships xmlns="http://schemas.openxmlformats.org/package/2006/relationships"><Relationship Id="rId1" Type="http://schemas.openxmlformats.org/officeDocument/2006/relationships/theme" Target="../theme/theme172.xml"/><Relationship Id="rId2" Type="http://schemas.openxmlformats.org/officeDocument/2006/relationships/image" Target="../media/image174.jpeg"/><Relationship Id="rId3" Type="http://schemas.openxmlformats.org/officeDocument/2006/relationships/slideLayout" Target="../slideLayouts/slideLayout2053.xml"/><Relationship Id="rId4" Type="http://schemas.openxmlformats.org/officeDocument/2006/relationships/slideLayout" Target="../slideLayouts/slideLayout2054.xml"/><Relationship Id="rId5" Type="http://schemas.openxmlformats.org/officeDocument/2006/relationships/slideLayout" Target="../slideLayouts/slideLayout2055.xml"/><Relationship Id="rId6" Type="http://schemas.openxmlformats.org/officeDocument/2006/relationships/slideLayout" Target="../slideLayouts/slideLayout2056.xml"/><Relationship Id="rId7" Type="http://schemas.openxmlformats.org/officeDocument/2006/relationships/slideLayout" Target="../slideLayouts/slideLayout2057.xml"/><Relationship Id="rId8" Type="http://schemas.openxmlformats.org/officeDocument/2006/relationships/slideLayout" Target="../slideLayouts/slideLayout2058.xml"/><Relationship Id="rId9" Type="http://schemas.openxmlformats.org/officeDocument/2006/relationships/slideLayout" Target="../slideLayouts/slideLayout2059.xml"/><Relationship Id="rId10" Type="http://schemas.openxmlformats.org/officeDocument/2006/relationships/slideLayout" Target="../slideLayouts/slideLayout2060.xml"/><Relationship Id="rId11" Type="http://schemas.openxmlformats.org/officeDocument/2006/relationships/slideLayout" Target="../slideLayouts/slideLayout2061.xml"/><Relationship Id="rId12" Type="http://schemas.openxmlformats.org/officeDocument/2006/relationships/slideLayout" Target="../slideLayouts/slideLayout2062.xml"/><Relationship Id="rId13" Type="http://schemas.openxmlformats.org/officeDocument/2006/relationships/slideLayout" Target="../slideLayouts/slideLayout2063.xml"/><Relationship Id="rId14" Type="http://schemas.openxmlformats.org/officeDocument/2006/relationships/slideLayout" Target="../slideLayouts/slideLayout2064.xml"/>
</Relationships>
</file>

<file path=ppt/slideMasters/_rels/slideMaster173.xml.rels><?xml version="1.0" encoding="UTF-8"?>
<Relationships xmlns="http://schemas.openxmlformats.org/package/2006/relationships"><Relationship Id="rId1" Type="http://schemas.openxmlformats.org/officeDocument/2006/relationships/theme" Target="../theme/theme173.xml"/><Relationship Id="rId2" Type="http://schemas.openxmlformats.org/officeDocument/2006/relationships/image" Target="../media/image175.jpeg"/><Relationship Id="rId3" Type="http://schemas.openxmlformats.org/officeDocument/2006/relationships/slideLayout" Target="../slideLayouts/slideLayout2065.xml"/><Relationship Id="rId4" Type="http://schemas.openxmlformats.org/officeDocument/2006/relationships/slideLayout" Target="../slideLayouts/slideLayout2066.xml"/><Relationship Id="rId5" Type="http://schemas.openxmlformats.org/officeDocument/2006/relationships/slideLayout" Target="../slideLayouts/slideLayout2067.xml"/><Relationship Id="rId6" Type="http://schemas.openxmlformats.org/officeDocument/2006/relationships/slideLayout" Target="../slideLayouts/slideLayout2068.xml"/><Relationship Id="rId7" Type="http://schemas.openxmlformats.org/officeDocument/2006/relationships/slideLayout" Target="../slideLayouts/slideLayout2069.xml"/><Relationship Id="rId8" Type="http://schemas.openxmlformats.org/officeDocument/2006/relationships/slideLayout" Target="../slideLayouts/slideLayout2070.xml"/><Relationship Id="rId9" Type="http://schemas.openxmlformats.org/officeDocument/2006/relationships/slideLayout" Target="../slideLayouts/slideLayout2071.xml"/><Relationship Id="rId10" Type="http://schemas.openxmlformats.org/officeDocument/2006/relationships/slideLayout" Target="../slideLayouts/slideLayout2072.xml"/><Relationship Id="rId11" Type="http://schemas.openxmlformats.org/officeDocument/2006/relationships/slideLayout" Target="../slideLayouts/slideLayout2073.xml"/><Relationship Id="rId12" Type="http://schemas.openxmlformats.org/officeDocument/2006/relationships/slideLayout" Target="../slideLayouts/slideLayout2074.xml"/><Relationship Id="rId13" Type="http://schemas.openxmlformats.org/officeDocument/2006/relationships/slideLayout" Target="../slideLayouts/slideLayout2075.xml"/><Relationship Id="rId14" Type="http://schemas.openxmlformats.org/officeDocument/2006/relationships/slideLayout" Target="../slideLayouts/slideLayout2076.xml"/>
</Relationships>
</file>

<file path=ppt/slideMasters/_rels/slideMaster174.xml.rels><?xml version="1.0" encoding="UTF-8"?>
<Relationships xmlns="http://schemas.openxmlformats.org/package/2006/relationships"><Relationship Id="rId1" Type="http://schemas.openxmlformats.org/officeDocument/2006/relationships/theme" Target="../theme/theme174.xml"/><Relationship Id="rId2" Type="http://schemas.openxmlformats.org/officeDocument/2006/relationships/slideLayout" Target="../slideLayouts/slideLayout2077.xml"/><Relationship Id="rId3" Type="http://schemas.openxmlformats.org/officeDocument/2006/relationships/slideLayout" Target="../slideLayouts/slideLayout2078.xml"/><Relationship Id="rId4" Type="http://schemas.openxmlformats.org/officeDocument/2006/relationships/slideLayout" Target="../slideLayouts/slideLayout2079.xml"/><Relationship Id="rId5" Type="http://schemas.openxmlformats.org/officeDocument/2006/relationships/slideLayout" Target="../slideLayouts/slideLayout2080.xml"/><Relationship Id="rId6" Type="http://schemas.openxmlformats.org/officeDocument/2006/relationships/slideLayout" Target="../slideLayouts/slideLayout2081.xml"/><Relationship Id="rId7" Type="http://schemas.openxmlformats.org/officeDocument/2006/relationships/slideLayout" Target="../slideLayouts/slideLayout2082.xml"/><Relationship Id="rId8" Type="http://schemas.openxmlformats.org/officeDocument/2006/relationships/slideLayout" Target="../slideLayouts/slideLayout2083.xml"/><Relationship Id="rId9" Type="http://schemas.openxmlformats.org/officeDocument/2006/relationships/slideLayout" Target="../slideLayouts/slideLayout2084.xml"/><Relationship Id="rId10" Type="http://schemas.openxmlformats.org/officeDocument/2006/relationships/slideLayout" Target="../slideLayouts/slideLayout2085.xml"/><Relationship Id="rId11" Type="http://schemas.openxmlformats.org/officeDocument/2006/relationships/slideLayout" Target="../slideLayouts/slideLayout2086.xml"/><Relationship Id="rId12" Type="http://schemas.openxmlformats.org/officeDocument/2006/relationships/slideLayout" Target="../slideLayouts/slideLayout2087.xml"/><Relationship Id="rId13" Type="http://schemas.openxmlformats.org/officeDocument/2006/relationships/slideLayout" Target="../slideLayouts/slideLayout2088.xml"/>
</Relationships>
</file>

<file path=ppt/slideMasters/_rels/slideMaster175.xml.rels><?xml version="1.0" encoding="UTF-8"?>
<Relationships xmlns="http://schemas.openxmlformats.org/package/2006/relationships"><Relationship Id="rId1" Type="http://schemas.openxmlformats.org/officeDocument/2006/relationships/theme" Target="../theme/theme175.xml"/><Relationship Id="rId2" Type="http://schemas.openxmlformats.org/officeDocument/2006/relationships/image" Target="../media/image176.jpeg"/><Relationship Id="rId3" Type="http://schemas.openxmlformats.org/officeDocument/2006/relationships/slideLayout" Target="../slideLayouts/slideLayout2089.xml"/><Relationship Id="rId4" Type="http://schemas.openxmlformats.org/officeDocument/2006/relationships/slideLayout" Target="../slideLayouts/slideLayout2090.xml"/><Relationship Id="rId5" Type="http://schemas.openxmlformats.org/officeDocument/2006/relationships/slideLayout" Target="../slideLayouts/slideLayout2091.xml"/><Relationship Id="rId6" Type="http://schemas.openxmlformats.org/officeDocument/2006/relationships/slideLayout" Target="../slideLayouts/slideLayout2092.xml"/><Relationship Id="rId7" Type="http://schemas.openxmlformats.org/officeDocument/2006/relationships/slideLayout" Target="../slideLayouts/slideLayout2093.xml"/><Relationship Id="rId8" Type="http://schemas.openxmlformats.org/officeDocument/2006/relationships/slideLayout" Target="../slideLayouts/slideLayout2094.xml"/><Relationship Id="rId9" Type="http://schemas.openxmlformats.org/officeDocument/2006/relationships/slideLayout" Target="../slideLayouts/slideLayout2095.xml"/><Relationship Id="rId10" Type="http://schemas.openxmlformats.org/officeDocument/2006/relationships/slideLayout" Target="../slideLayouts/slideLayout2096.xml"/><Relationship Id="rId11" Type="http://schemas.openxmlformats.org/officeDocument/2006/relationships/slideLayout" Target="../slideLayouts/slideLayout2097.xml"/><Relationship Id="rId12" Type="http://schemas.openxmlformats.org/officeDocument/2006/relationships/slideLayout" Target="../slideLayouts/slideLayout2098.xml"/><Relationship Id="rId13" Type="http://schemas.openxmlformats.org/officeDocument/2006/relationships/slideLayout" Target="../slideLayouts/slideLayout2099.xml"/><Relationship Id="rId14" Type="http://schemas.openxmlformats.org/officeDocument/2006/relationships/slideLayout" Target="../slideLayouts/slideLayout2100.xml"/>
</Relationships>
</file>

<file path=ppt/slideMasters/_rels/slideMaster176.xml.rels><?xml version="1.0" encoding="UTF-8"?>
<Relationships xmlns="http://schemas.openxmlformats.org/package/2006/relationships"><Relationship Id="rId1" Type="http://schemas.openxmlformats.org/officeDocument/2006/relationships/theme" Target="../theme/theme176.xml"/><Relationship Id="rId2" Type="http://schemas.openxmlformats.org/officeDocument/2006/relationships/image" Target="../media/image177.jpeg"/><Relationship Id="rId3" Type="http://schemas.openxmlformats.org/officeDocument/2006/relationships/image" Target="../media/image178.jpeg"/><Relationship Id="rId4" Type="http://schemas.openxmlformats.org/officeDocument/2006/relationships/slideLayout" Target="../slideLayouts/slideLayout2101.xml"/><Relationship Id="rId5" Type="http://schemas.openxmlformats.org/officeDocument/2006/relationships/slideLayout" Target="../slideLayouts/slideLayout2102.xml"/><Relationship Id="rId6" Type="http://schemas.openxmlformats.org/officeDocument/2006/relationships/slideLayout" Target="../slideLayouts/slideLayout2103.xml"/><Relationship Id="rId7" Type="http://schemas.openxmlformats.org/officeDocument/2006/relationships/slideLayout" Target="../slideLayouts/slideLayout2104.xml"/><Relationship Id="rId8" Type="http://schemas.openxmlformats.org/officeDocument/2006/relationships/slideLayout" Target="../slideLayouts/slideLayout2105.xml"/><Relationship Id="rId9" Type="http://schemas.openxmlformats.org/officeDocument/2006/relationships/slideLayout" Target="../slideLayouts/slideLayout2106.xml"/><Relationship Id="rId10" Type="http://schemas.openxmlformats.org/officeDocument/2006/relationships/slideLayout" Target="../slideLayouts/slideLayout2107.xml"/><Relationship Id="rId11" Type="http://schemas.openxmlformats.org/officeDocument/2006/relationships/slideLayout" Target="../slideLayouts/slideLayout2108.xml"/><Relationship Id="rId12" Type="http://schemas.openxmlformats.org/officeDocument/2006/relationships/slideLayout" Target="../slideLayouts/slideLayout2109.xml"/><Relationship Id="rId13" Type="http://schemas.openxmlformats.org/officeDocument/2006/relationships/slideLayout" Target="../slideLayouts/slideLayout2110.xml"/><Relationship Id="rId14" Type="http://schemas.openxmlformats.org/officeDocument/2006/relationships/slideLayout" Target="../slideLayouts/slideLayout2111.xml"/><Relationship Id="rId15" Type="http://schemas.openxmlformats.org/officeDocument/2006/relationships/slideLayout" Target="../slideLayouts/slideLayout2112.xml"/>
</Relationships>
</file>

<file path=ppt/slideMasters/_rels/slideMaster177.xml.rels><?xml version="1.0" encoding="UTF-8"?>
<Relationships xmlns="http://schemas.openxmlformats.org/package/2006/relationships"><Relationship Id="rId1" Type="http://schemas.openxmlformats.org/officeDocument/2006/relationships/theme" Target="../theme/theme177.xml"/><Relationship Id="rId2" Type="http://schemas.openxmlformats.org/officeDocument/2006/relationships/image" Target="../media/image179.jpeg"/><Relationship Id="rId3" Type="http://schemas.openxmlformats.org/officeDocument/2006/relationships/slideLayout" Target="../slideLayouts/slideLayout2113.xml"/><Relationship Id="rId4" Type="http://schemas.openxmlformats.org/officeDocument/2006/relationships/slideLayout" Target="../slideLayouts/slideLayout2114.xml"/><Relationship Id="rId5" Type="http://schemas.openxmlformats.org/officeDocument/2006/relationships/slideLayout" Target="../slideLayouts/slideLayout2115.xml"/><Relationship Id="rId6" Type="http://schemas.openxmlformats.org/officeDocument/2006/relationships/slideLayout" Target="../slideLayouts/slideLayout2116.xml"/><Relationship Id="rId7" Type="http://schemas.openxmlformats.org/officeDocument/2006/relationships/slideLayout" Target="../slideLayouts/slideLayout2117.xml"/><Relationship Id="rId8" Type="http://schemas.openxmlformats.org/officeDocument/2006/relationships/slideLayout" Target="../slideLayouts/slideLayout2118.xml"/><Relationship Id="rId9" Type="http://schemas.openxmlformats.org/officeDocument/2006/relationships/slideLayout" Target="../slideLayouts/slideLayout2119.xml"/><Relationship Id="rId10" Type="http://schemas.openxmlformats.org/officeDocument/2006/relationships/slideLayout" Target="../slideLayouts/slideLayout2120.xml"/><Relationship Id="rId11" Type="http://schemas.openxmlformats.org/officeDocument/2006/relationships/slideLayout" Target="../slideLayouts/slideLayout2121.xml"/><Relationship Id="rId12" Type="http://schemas.openxmlformats.org/officeDocument/2006/relationships/slideLayout" Target="../slideLayouts/slideLayout2122.xml"/><Relationship Id="rId13" Type="http://schemas.openxmlformats.org/officeDocument/2006/relationships/slideLayout" Target="../slideLayouts/slideLayout2123.xml"/><Relationship Id="rId14" Type="http://schemas.openxmlformats.org/officeDocument/2006/relationships/slideLayout" Target="../slideLayouts/slideLayout2124.xml"/>
</Relationships>
</file>

<file path=ppt/slideMasters/_rels/slideMaster178.xml.rels><?xml version="1.0" encoding="UTF-8"?>
<Relationships xmlns="http://schemas.openxmlformats.org/package/2006/relationships"><Relationship Id="rId1" Type="http://schemas.openxmlformats.org/officeDocument/2006/relationships/theme" Target="../theme/theme178.xml"/><Relationship Id="rId2" Type="http://schemas.openxmlformats.org/officeDocument/2006/relationships/image" Target="../media/image180.jpeg"/><Relationship Id="rId3" Type="http://schemas.openxmlformats.org/officeDocument/2006/relationships/slideLayout" Target="../slideLayouts/slideLayout2125.xml"/><Relationship Id="rId4" Type="http://schemas.openxmlformats.org/officeDocument/2006/relationships/slideLayout" Target="../slideLayouts/slideLayout2126.xml"/><Relationship Id="rId5" Type="http://schemas.openxmlformats.org/officeDocument/2006/relationships/slideLayout" Target="../slideLayouts/slideLayout2127.xml"/><Relationship Id="rId6" Type="http://schemas.openxmlformats.org/officeDocument/2006/relationships/slideLayout" Target="../slideLayouts/slideLayout2128.xml"/><Relationship Id="rId7" Type="http://schemas.openxmlformats.org/officeDocument/2006/relationships/slideLayout" Target="../slideLayouts/slideLayout2129.xml"/><Relationship Id="rId8" Type="http://schemas.openxmlformats.org/officeDocument/2006/relationships/slideLayout" Target="../slideLayouts/slideLayout2130.xml"/><Relationship Id="rId9" Type="http://schemas.openxmlformats.org/officeDocument/2006/relationships/slideLayout" Target="../slideLayouts/slideLayout2131.xml"/><Relationship Id="rId10" Type="http://schemas.openxmlformats.org/officeDocument/2006/relationships/slideLayout" Target="../slideLayouts/slideLayout2132.xml"/><Relationship Id="rId11" Type="http://schemas.openxmlformats.org/officeDocument/2006/relationships/slideLayout" Target="../slideLayouts/slideLayout2133.xml"/><Relationship Id="rId12" Type="http://schemas.openxmlformats.org/officeDocument/2006/relationships/slideLayout" Target="../slideLayouts/slideLayout2134.xml"/><Relationship Id="rId13" Type="http://schemas.openxmlformats.org/officeDocument/2006/relationships/slideLayout" Target="../slideLayouts/slideLayout2135.xml"/><Relationship Id="rId14" Type="http://schemas.openxmlformats.org/officeDocument/2006/relationships/slideLayout" Target="../slideLayouts/slideLayout2136.xml"/>
</Relationships>
</file>

<file path=ppt/slideMasters/_rels/slideMaster179.xml.rels><?xml version="1.0" encoding="UTF-8"?>
<Relationships xmlns="http://schemas.openxmlformats.org/package/2006/relationships"><Relationship Id="rId1" Type="http://schemas.openxmlformats.org/officeDocument/2006/relationships/theme" Target="../theme/theme179.xml"/><Relationship Id="rId2" Type="http://schemas.openxmlformats.org/officeDocument/2006/relationships/image" Target="../media/image181.jpeg"/><Relationship Id="rId3" Type="http://schemas.openxmlformats.org/officeDocument/2006/relationships/slideLayout" Target="../slideLayouts/slideLayout2137.xml"/><Relationship Id="rId4" Type="http://schemas.openxmlformats.org/officeDocument/2006/relationships/slideLayout" Target="../slideLayouts/slideLayout2138.xml"/><Relationship Id="rId5" Type="http://schemas.openxmlformats.org/officeDocument/2006/relationships/slideLayout" Target="../slideLayouts/slideLayout2139.xml"/><Relationship Id="rId6" Type="http://schemas.openxmlformats.org/officeDocument/2006/relationships/slideLayout" Target="../slideLayouts/slideLayout2140.xml"/><Relationship Id="rId7" Type="http://schemas.openxmlformats.org/officeDocument/2006/relationships/slideLayout" Target="../slideLayouts/slideLayout2141.xml"/><Relationship Id="rId8" Type="http://schemas.openxmlformats.org/officeDocument/2006/relationships/slideLayout" Target="../slideLayouts/slideLayout2142.xml"/><Relationship Id="rId9" Type="http://schemas.openxmlformats.org/officeDocument/2006/relationships/slideLayout" Target="../slideLayouts/slideLayout2143.xml"/><Relationship Id="rId10" Type="http://schemas.openxmlformats.org/officeDocument/2006/relationships/slideLayout" Target="../slideLayouts/slideLayout2144.xml"/><Relationship Id="rId11" Type="http://schemas.openxmlformats.org/officeDocument/2006/relationships/slideLayout" Target="../slideLayouts/slideLayout2145.xml"/><Relationship Id="rId12" Type="http://schemas.openxmlformats.org/officeDocument/2006/relationships/slideLayout" Target="../slideLayouts/slideLayout2146.xml"/><Relationship Id="rId13" Type="http://schemas.openxmlformats.org/officeDocument/2006/relationships/slideLayout" Target="../slideLayouts/slideLayout2147.xml"/><Relationship Id="rId14" Type="http://schemas.openxmlformats.org/officeDocument/2006/relationships/slideLayout" Target="../slideLayouts/slideLayout2148.xml"/>
</Relationships>
</file>

<file path=ppt/slideMasters/_rels/slideMaster180.xml.rels><?xml version="1.0" encoding="UTF-8"?>
<Relationships xmlns="http://schemas.openxmlformats.org/package/2006/relationships"><Relationship Id="rId1" Type="http://schemas.openxmlformats.org/officeDocument/2006/relationships/theme" Target="../theme/theme180.xml"/><Relationship Id="rId2" Type="http://schemas.openxmlformats.org/officeDocument/2006/relationships/image" Target="../media/image182.jpeg"/><Relationship Id="rId3" Type="http://schemas.openxmlformats.org/officeDocument/2006/relationships/slideLayout" Target="../slideLayouts/slideLayout2149.xml"/><Relationship Id="rId4" Type="http://schemas.openxmlformats.org/officeDocument/2006/relationships/slideLayout" Target="../slideLayouts/slideLayout2150.xml"/><Relationship Id="rId5" Type="http://schemas.openxmlformats.org/officeDocument/2006/relationships/slideLayout" Target="../slideLayouts/slideLayout2151.xml"/><Relationship Id="rId6" Type="http://schemas.openxmlformats.org/officeDocument/2006/relationships/slideLayout" Target="../slideLayouts/slideLayout2152.xml"/><Relationship Id="rId7" Type="http://schemas.openxmlformats.org/officeDocument/2006/relationships/slideLayout" Target="../slideLayouts/slideLayout2153.xml"/><Relationship Id="rId8" Type="http://schemas.openxmlformats.org/officeDocument/2006/relationships/slideLayout" Target="../slideLayouts/slideLayout2154.xml"/><Relationship Id="rId9" Type="http://schemas.openxmlformats.org/officeDocument/2006/relationships/slideLayout" Target="../slideLayouts/slideLayout2155.xml"/><Relationship Id="rId10" Type="http://schemas.openxmlformats.org/officeDocument/2006/relationships/slideLayout" Target="../slideLayouts/slideLayout2156.xml"/><Relationship Id="rId11" Type="http://schemas.openxmlformats.org/officeDocument/2006/relationships/slideLayout" Target="../slideLayouts/slideLayout2157.xml"/><Relationship Id="rId12" Type="http://schemas.openxmlformats.org/officeDocument/2006/relationships/slideLayout" Target="../slideLayouts/slideLayout2158.xml"/><Relationship Id="rId13" Type="http://schemas.openxmlformats.org/officeDocument/2006/relationships/slideLayout" Target="../slideLayouts/slideLayout2159.xml"/><Relationship Id="rId14" Type="http://schemas.openxmlformats.org/officeDocument/2006/relationships/slideLayout" Target="../slideLayouts/slideLayout2160.xml"/>
</Relationships>
</file>

<file path=ppt/slideMasters/_rels/slideMaster181.xml.rels><?xml version="1.0" encoding="UTF-8"?>
<Relationships xmlns="http://schemas.openxmlformats.org/package/2006/relationships"><Relationship Id="rId1" Type="http://schemas.openxmlformats.org/officeDocument/2006/relationships/theme" Target="../theme/theme181.xml"/><Relationship Id="rId2" Type="http://schemas.openxmlformats.org/officeDocument/2006/relationships/slideLayout" Target="../slideLayouts/slideLayout2161.xml"/><Relationship Id="rId3" Type="http://schemas.openxmlformats.org/officeDocument/2006/relationships/slideLayout" Target="../slideLayouts/slideLayout2162.xml"/><Relationship Id="rId4" Type="http://schemas.openxmlformats.org/officeDocument/2006/relationships/slideLayout" Target="../slideLayouts/slideLayout2163.xml"/><Relationship Id="rId5" Type="http://schemas.openxmlformats.org/officeDocument/2006/relationships/slideLayout" Target="../slideLayouts/slideLayout2164.xml"/><Relationship Id="rId6" Type="http://schemas.openxmlformats.org/officeDocument/2006/relationships/slideLayout" Target="../slideLayouts/slideLayout2165.xml"/><Relationship Id="rId7" Type="http://schemas.openxmlformats.org/officeDocument/2006/relationships/slideLayout" Target="../slideLayouts/slideLayout2166.xml"/><Relationship Id="rId8" Type="http://schemas.openxmlformats.org/officeDocument/2006/relationships/slideLayout" Target="../slideLayouts/slideLayout2167.xml"/><Relationship Id="rId9" Type="http://schemas.openxmlformats.org/officeDocument/2006/relationships/slideLayout" Target="../slideLayouts/slideLayout2168.xml"/><Relationship Id="rId10" Type="http://schemas.openxmlformats.org/officeDocument/2006/relationships/slideLayout" Target="../slideLayouts/slideLayout2169.xml"/><Relationship Id="rId11" Type="http://schemas.openxmlformats.org/officeDocument/2006/relationships/slideLayout" Target="../slideLayouts/slideLayout2170.xml"/><Relationship Id="rId12" Type="http://schemas.openxmlformats.org/officeDocument/2006/relationships/slideLayout" Target="../slideLayouts/slideLayout2171.xml"/><Relationship Id="rId13" Type="http://schemas.openxmlformats.org/officeDocument/2006/relationships/slideLayout" Target="../slideLayouts/slideLayout2172.xml"/>
</Relationships>
</file>

<file path=ppt/slideMasters/_rels/slideMaster182.xml.rels><?xml version="1.0" encoding="UTF-8"?>
<Relationships xmlns="http://schemas.openxmlformats.org/package/2006/relationships"><Relationship Id="rId1" Type="http://schemas.openxmlformats.org/officeDocument/2006/relationships/theme" Target="../theme/theme182.xml"/><Relationship Id="rId2" Type="http://schemas.openxmlformats.org/officeDocument/2006/relationships/image" Target="../media/image183.jpeg"/><Relationship Id="rId3" Type="http://schemas.openxmlformats.org/officeDocument/2006/relationships/slideLayout" Target="../slideLayouts/slideLayout2173.xml"/><Relationship Id="rId4" Type="http://schemas.openxmlformats.org/officeDocument/2006/relationships/slideLayout" Target="../slideLayouts/slideLayout2174.xml"/><Relationship Id="rId5" Type="http://schemas.openxmlformats.org/officeDocument/2006/relationships/slideLayout" Target="../slideLayouts/slideLayout2175.xml"/><Relationship Id="rId6" Type="http://schemas.openxmlformats.org/officeDocument/2006/relationships/slideLayout" Target="../slideLayouts/slideLayout2176.xml"/><Relationship Id="rId7" Type="http://schemas.openxmlformats.org/officeDocument/2006/relationships/slideLayout" Target="../slideLayouts/slideLayout2177.xml"/><Relationship Id="rId8" Type="http://schemas.openxmlformats.org/officeDocument/2006/relationships/slideLayout" Target="../slideLayouts/slideLayout2178.xml"/><Relationship Id="rId9" Type="http://schemas.openxmlformats.org/officeDocument/2006/relationships/slideLayout" Target="../slideLayouts/slideLayout2179.xml"/><Relationship Id="rId10" Type="http://schemas.openxmlformats.org/officeDocument/2006/relationships/slideLayout" Target="../slideLayouts/slideLayout2180.xml"/><Relationship Id="rId11" Type="http://schemas.openxmlformats.org/officeDocument/2006/relationships/slideLayout" Target="../slideLayouts/slideLayout2181.xml"/><Relationship Id="rId12" Type="http://schemas.openxmlformats.org/officeDocument/2006/relationships/slideLayout" Target="../slideLayouts/slideLayout2182.xml"/><Relationship Id="rId13" Type="http://schemas.openxmlformats.org/officeDocument/2006/relationships/slideLayout" Target="../slideLayouts/slideLayout2183.xml"/><Relationship Id="rId14" Type="http://schemas.openxmlformats.org/officeDocument/2006/relationships/slideLayout" Target="../slideLayouts/slideLayout2184.xml"/>
</Relationships>
</file>

<file path=ppt/slideMasters/_rels/slideMaster183.xml.rels><?xml version="1.0" encoding="UTF-8"?>
<Relationships xmlns="http://schemas.openxmlformats.org/package/2006/relationships"><Relationship Id="rId1" Type="http://schemas.openxmlformats.org/officeDocument/2006/relationships/theme" Target="../theme/theme183.xml"/><Relationship Id="rId2" Type="http://schemas.openxmlformats.org/officeDocument/2006/relationships/image" Target="../media/image184.jpeg"/><Relationship Id="rId3" Type="http://schemas.openxmlformats.org/officeDocument/2006/relationships/slideLayout" Target="../slideLayouts/slideLayout2185.xml"/><Relationship Id="rId4" Type="http://schemas.openxmlformats.org/officeDocument/2006/relationships/slideLayout" Target="../slideLayouts/slideLayout2186.xml"/><Relationship Id="rId5" Type="http://schemas.openxmlformats.org/officeDocument/2006/relationships/slideLayout" Target="../slideLayouts/slideLayout2187.xml"/><Relationship Id="rId6" Type="http://schemas.openxmlformats.org/officeDocument/2006/relationships/slideLayout" Target="../slideLayouts/slideLayout2188.xml"/><Relationship Id="rId7" Type="http://schemas.openxmlformats.org/officeDocument/2006/relationships/slideLayout" Target="../slideLayouts/slideLayout2189.xml"/><Relationship Id="rId8" Type="http://schemas.openxmlformats.org/officeDocument/2006/relationships/slideLayout" Target="../slideLayouts/slideLayout2190.xml"/><Relationship Id="rId9" Type="http://schemas.openxmlformats.org/officeDocument/2006/relationships/slideLayout" Target="../slideLayouts/slideLayout2191.xml"/><Relationship Id="rId10" Type="http://schemas.openxmlformats.org/officeDocument/2006/relationships/slideLayout" Target="../slideLayouts/slideLayout2192.xml"/><Relationship Id="rId11" Type="http://schemas.openxmlformats.org/officeDocument/2006/relationships/slideLayout" Target="../slideLayouts/slideLayout2193.xml"/><Relationship Id="rId12" Type="http://schemas.openxmlformats.org/officeDocument/2006/relationships/slideLayout" Target="../slideLayouts/slideLayout2194.xml"/><Relationship Id="rId13" Type="http://schemas.openxmlformats.org/officeDocument/2006/relationships/slideLayout" Target="../slideLayouts/slideLayout2195.xml"/><Relationship Id="rId14" Type="http://schemas.openxmlformats.org/officeDocument/2006/relationships/slideLayout" Target="../slideLayouts/slideLayout2196.xml"/>
</Relationships>
</file>

<file path=ppt/slideMasters/_rels/slideMaster184.xml.rels><?xml version="1.0" encoding="UTF-8"?>
<Relationships xmlns="http://schemas.openxmlformats.org/package/2006/relationships"><Relationship Id="rId1" Type="http://schemas.openxmlformats.org/officeDocument/2006/relationships/theme" Target="../theme/theme184.xml"/><Relationship Id="rId2" Type="http://schemas.openxmlformats.org/officeDocument/2006/relationships/image" Target="../media/image185.jpeg"/><Relationship Id="rId3" Type="http://schemas.openxmlformats.org/officeDocument/2006/relationships/image" Target="../media/image186.jpeg"/><Relationship Id="rId4" Type="http://schemas.openxmlformats.org/officeDocument/2006/relationships/slideLayout" Target="../slideLayouts/slideLayout2197.xml"/><Relationship Id="rId5" Type="http://schemas.openxmlformats.org/officeDocument/2006/relationships/slideLayout" Target="../slideLayouts/slideLayout2198.xml"/><Relationship Id="rId6" Type="http://schemas.openxmlformats.org/officeDocument/2006/relationships/slideLayout" Target="../slideLayouts/slideLayout2199.xml"/><Relationship Id="rId7" Type="http://schemas.openxmlformats.org/officeDocument/2006/relationships/slideLayout" Target="../slideLayouts/slideLayout2200.xml"/><Relationship Id="rId8" Type="http://schemas.openxmlformats.org/officeDocument/2006/relationships/slideLayout" Target="../slideLayouts/slideLayout2201.xml"/><Relationship Id="rId9" Type="http://schemas.openxmlformats.org/officeDocument/2006/relationships/slideLayout" Target="../slideLayouts/slideLayout2202.xml"/><Relationship Id="rId10" Type="http://schemas.openxmlformats.org/officeDocument/2006/relationships/slideLayout" Target="../slideLayouts/slideLayout2203.xml"/><Relationship Id="rId11" Type="http://schemas.openxmlformats.org/officeDocument/2006/relationships/slideLayout" Target="../slideLayouts/slideLayout2204.xml"/><Relationship Id="rId12" Type="http://schemas.openxmlformats.org/officeDocument/2006/relationships/slideLayout" Target="../slideLayouts/slideLayout2205.xml"/><Relationship Id="rId13" Type="http://schemas.openxmlformats.org/officeDocument/2006/relationships/slideLayout" Target="../slideLayouts/slideLayout2206.xml"/><Relationship Id="rId14" Type="http://schemas.openxmlformats.org/officeDocument/2006/relationships/slideLayout" Target="../slideLayouts/slideLayout2207.xml"/><Relationship Id="rId15" Type="http://schemas.openxmlformats.org/officeDocument/2006/relationships/slideLayout" Target="../slideLayouts/slideLayout2208.xml"/>
</Relationships>
</file>

<file path=ppt/slideMasters/_rels/slideMaster185.xml.rels><?xml version="1.0" encoding="UTF-8"?>
<Relationships xmlns="http://schemas.openxmlformats.org/package/2006/relationships"><Relationship Id="rId1" Type="http://schemas.openxmlformats.org/officeDocument/2006/relationships/theme" Target="../theme/theme185.xml"/><Relationship Id="rId2" Type="http://schemas.openxmlformats.org/officeDocument/2006/relationships/image" Target="../media/image187.jpeg"/><Relationship Id="rId3" Type="http://schemas.openxmlformats.org/officeDocument/2006/relationships/slideLayout" Target="../slideLayouts/slideLayout2209.xml"/><Relationship Id="rId4" Type="http://schemas.openxmlformats.org/officeDocument/2006/relationships/slideLayout" Target="../slideLayouts/slideLayout2210.xml"/><Relationship Id="rId5" Type="http://schemas.openxmlformats.org/officeDocument/2006/relationships/slideLayout" Target="../slideLayouts/slideLayout2211.xml"/><Relationship Id="rId6" Type="http://schemas.openxmlformats.org/officeDocument/2006/relationships/slideLayout" Target="../slideLayouts/slideLayout2212.xml"/><Relationship Id="rId7" Type="http://schemas.openxmlformats.org/officeDocument/2006/relationships/slideLayout" Target="../slideLayouts/slideLayout2213.xml"/><Relationship Id="rId8" Type="http://schemas.openxmlformats.org/officeDocument/2006/relationships/slideLayout" Target="../slideLayouts/slideLayout2214.xml"/><Relationship Id="rId9" Type="http://schemas.openxmlformats.org/officeDocument/2006/relationships/slideLayout" Target="../slideLayouts/slideLayout2215.xml"/><Relationship Id="rId10" Type="http://schemas.openxmlformats.org/officeDocument/2006/relationships/slideLayout" Target="../slideLayouts/slideLayout2216.xml"/><Relationship Id="rId11" Type="http://schemas.openxmlformats.org/officeDocument/2006/relationships/slideLayout" Target="../slideLayouts/slideLayout2217.xml"/><Relationship Id="rId12" Type="http://schemas.openxmlformats.org/officeDocument/2006/relationships/slideLayout" Target="../slideLayouts/slideLayout2218.xml"/><Relationship Id="rId13" Type="http://schemas.openxmlformats.org/officeDocument/2006/relationships/slideLayout" Target="../slideLayouts/slideLayout2219.xml"/><Relationship Id="rId14" Type="http://schemas.openxmlformats.org/officeDocument/2006/relationships/slideLayout" Target="../slideLayouts/slideLayout2220.xml"/>
</Relationships>
</file>

<file path=ppt/slideMasters/_rels/slideMaster186.xml.rels><?xml version="1.0" encoding="UTF-8"?>
<Relationships xmlns="http://schemas.openxmlformats.org/package/2006/relationships"><Relationship Id="rId1" Type="http://schemas.openxmlformats.org/officeDocument/2006/relationships/theme" Target="../theme/theme186.xml"/><Relationship Id="rId2" Type="http://schemas.openxmlformats.org/officeDocument/2006/relationships/image" Target="../media/image188.jpeg"/><Relationship Id="rId3" Type="http://schemas.openxmlformats.org/officeDocument/2006/relationships/slideLayout" Target="../slideLayouts/slideLayout2221.xml"/><Relationship Id="rId4" Type="http://schemas.openxmlformats.org/officeDocument/2006/relationships/slideLayout" Target="../slideLayouts/slideLayout2222.xml"/><Relationship Id="rId5" Type="http://schemas.openxmlformats.org/officeDocument/2006/relationships/slideLayout" Target="../slideLayouts/slideLayout2223.xml"/><Relationship Id="rId6" Type="http://schemas.openxmlformats.org/officeDocument/2006/relationships/slideLayout" Target="../slideLayouts/slideLayout2224.xml"/><Relationship Id="rId7" Type="http://schemas.openxmlformats.org/officeDocument/2006/relationships/slideLayout" Target="../slideLayouts/slideLayout2225.xml"/><Relationship Id="rId8" Type="http://schemas.openxmlformats.org/officeDocument/2006/relationships/slideLayout" Target="../slideLayouts/slideLayout2226.xml"/><Relationship Id="rId9" Type="http://schemas.openxmlformats.org/officeDocument/2006/relationships/slideLayout" Target="../slideLayouts/slideLayout2227.xml"/><Relationship Id="rId10" Type="http://schemas.openxmlformats.org/officeDocument/2006/relationships/slideLayout" Target="../slideLayouts/slideLayout2228.xml"/><Relationship Id="rId11" Type="http://schemas.openxmlformats.org/officeDocument/2006/relationships/slideLayout" Target="../slideLayouts/slideLayout2229.xml"/><Relationship Id="rId12" Type="http://schemas.openxmlformats.org/officeDocument/2006/relationships/slideLayout" Target="../slideLayouts/slideLayout2230.xml"/><Relationship Id="rId13" Type="http://schemas.openxmlformats.org/officeDocument/2006/relationships/slideLayout" Target="../slideLayouts/slideLayout2231.xml"/><Relationship Id="rId14" Type="http://schemas.openxmlformats.org/officeDocument/2006/relationships/slideLayout" Target="../slideLayouts/slideLayout2232.xml"/>
</Relationships>
</file>

<file path=ppt/slideMasters/_rels/slideMaster187.xml.rels><?xml version="1.0" encoding="UTF-8"?>
<Relationships xmlns="http://schemas.openxmlformats.org/package/2006/relationships"><Relationship Id="rId1" Type="http://schemas.openxmlformats.org/officeDocument/2006/relationships/theme" Target="../theme/theme187.xml"/><Relationship Id="rId2" Type="http://schemas.openxmlformats.org/officeDocument/2006/relationships/image" Target="../media/image189.jpeg"/><Relationship Id="rId3" Type="http://schemas.openxmlformats.org/officeDocument/2006/relationships/slideLayout" Target="../slideLayouts/slideLayout2233.xml"/><Relationship Id="rId4" Type="http://schemas.openxmlformats.org/officeDocument/2006/relationships/slideLayout" Target="../slideLayouts/slideLayout2234.xml"/><Relationship Id="rId5" Type="http://schemas.openxmlformats.org/officeDocument/2006/relationships/slideLayout" Target="../slideLayouts/slideLayout2235.xml"/><Relationship Id="rId6" Type="http://schemas.openxmlformats.org/officeDocument/2006/relationships/slideLayout" Target="../slideLayouts/slideLayout2236.xml"/><Relationship Id="rId7" Type="http://schemas.openxmlformats.org/officeDocument/2006/relationships/slideLayout" Target="../slideLayouts/slideLayout2237.xml"/><Relationship Id="rId8" Type="http://schemas.openxmlformats.org/officeDocument/2006/relationships/slideLayout" Target="../slideLayouts/slideLayout2238.xml"/><Relationship Id="rId9" Type="http://schemas.openxmlformats.org/officeDocument/2006/relationships/slideLayout" Target="../slideLayouts/slideLayout2239.xml"/><Relationship Id="rId10" Type="http://schemas.openxmlformats.org/officeDocument/2006/relationships/slideLayout" Target="../slideLayouts/slideLayout2240.xml"/><Relationship Id="rId11" Type="http://schemas.openxmlformats.org/officeDocument/2006/relationships/slideLayout" Target="../slideLayouts/slideLayout2241.xml"/><Relationship Id="rId12" Type="http://schemas.openxmlformats.org/officeDocument/2006/relationships/slideLayout" Target="../slideLayouts/slideLayout2242.xml"/><Relationship Id="rId13" Type="http://schemas.openxmlformats.org/officeDocument/2006/relationships/slideLayout" Target="../slideLayouts/slideLayout2243.xml"/><Relationship Id="rId14" Type="http://schemas.openxmlformats.org/officeDocument/2006/relationships/slideLayout" Target="../slideLayouts/slideLayout2244.xml"/>
</Relationships>
</file>

<file path=ppt/slideMasters/_rels/slideMaster188.xml.rels><?xml version="1.0" encoding="UTF-8"?>
<Relationships xmlns="http://schemas.openxmlformats.org/package/2006/relationships"><Relationship Id="rId1" Type="http://schemas.openxmlformats.org/officeDocument/2006/relationships/theme" Target="../theme/theme188.xml"/><Relationship Id="rId2" Type="http://schemas.openxmlformats.org/officeDocument/2006/relationships/image" Target="../media/image190.jpeg"/><Relationship Id="rId3" Type="http://schemas.openxmlformats.org/officeDocument/2006/relationships/slideLayout" Target="../slideLayouts/slideLayout2245.xml"/><Relationship Id="rId4" Type="http://schemas.openxmlformats.org/officeDocument/2006/relationships/slideLayout" Target="../slideLayouts/slideLayout2246.xml"/><Relationship Id="rId5" Type="http://schemas.openxmlformats.org/officeDocument/2006/relationships/slideLayout" Target="../slideLayouts/slideLayout2247.xml"/><Relationship Id="rId6" Type="http://schemas.openxmlformats.org/officeDocument/2006/relationships/slideLayout" Target="../slideLayouts/slideLayout2248.xml"/><Relationship Id="rId7" Type="http://schemas.openxmlformats.org/officeDocument/2006/relationships/slideLayout" Target="../slideLayouts/slideLayout2249.xml"/><Relationship Id="rId8" Type="http://schemas.openxmlformats.org/officeDocument/2006/relationships/slideLayout" Target="../slideLayouts/slideLayout2250.xml"/><Relationship Id="rId9" Type="http://schemas.openxmlformats.org/officeDocument/2006/relationships/slideLayout" Target="../slideLayouts/slideLayout2251.xml"/><Relationship Id="rId10" Type="http://schemas.openxmlformats.org/officeDocument/2006/relationships/slideLayout" Target="../slideLayouts/slideLayout2252.xml"/><Relationship Id="rId11" Type="http://schemas.openxmlformats.org/officeDocument/2006/relationships/slideLayout" Target="../slideLayouts/slideLayout2253.xml"/><Relationship Id="rId12" Type="http://schemas.openxmlformats.org/officeDocument/2006/relationships/slideLayout" Target="../slideLayouts/slideLayout2254.xml"/><Relationship Id="rId13" Type="http://schemas.openxmlformats.org/officeDocument/2006/relationships/slideLayout" Target="../slideLayouts/slideLayout2255.xml"/><Relationship Id="rId14" Type="http://schemas.openxmlformats.org/officeDocument/2006/relationships/slideLayout" Target="../slideLayouts/slideLayout2256.xml"/>
</Relationships>
</file>

<file path=ppt/slideMasters/_rels/slideMaster189.xml.rels><?xml version="1.0" encoding="UTF-8"?>
<Relationships xmlns="http://schemas.openxmlformats.org/package/2006/relationships"><Relationship Id="rId1" Type="http://schemas.openxmlformats.org/officeDocument/2006/relationships/theme" Target="../theme/theme189.xml"/><Relationship Id="rId2" Type="http://schemas.openxmlformats.org/officeDocument/2006/relationships/slideLayout" Target="../slideLayouts/slideLayout2257.xml"/><Relationship Id="rId3" Type="http://schemas.openxmlformats.org/officeDocument/2006/relationships/slideLayout" Target="../slideLayouts/slideLayout2258.xml"/><Relationship Id="rId4" Type="http://schemas.openxmlformats.org/officeDocument/2006/relationships/slideLayout" Target="../slideLayouts/slideLayout2259.xml"/><Relationship Id="rId5" Type="http://schemas.openxmlformats.org/officeDocument/2006/relationships/slideLayout" Target="../slideLayouts/slideLayout2260.xml"/><Relationship Id="rId6" Type="http://schemas.openxmlformats.org/officeDocument/2006/relationships/slideLayout" Target="../slideLayouts/slideLayout2261.xml"/><Relationship Id="rId7" Type="http://schemas.openxmlformats.org/officeDocument/2006/relationships/slideLayout" Target="../slideLayouts/slideLayout2262.xml"/><Relationship Id="rId8" Type="http://schemas.openxmlformats.org/officeDocument/2006/relationships/slideLayout" Target="../slideLayouts/slideLayout2263.xml"/><Relationship Id="rId9" Type="http://schemas.openxmlformats.org/officeDocument/2006/relationships/slideLayout" Target="../slideLayouts/slideLayout2264.xml"/><Relationship Id="rId10" Type="http://schemas.openxmlformats.org/officeDocument/2006/relationships/slideLayout" Target="../slideLayouts/slideLayout2265.xml"/><Relationship Id="rId11" Type="http://schemas.openxmlformats.org/officeDocument/2006/relationships/slideLayout" Target="../slideLayouts/slideLayout2266.xml"/><Relationship Id="rId12" Type="http://schemas.openxmlformats.org/officeDocument/2006/relationships/slideLayout" Target="../slideLayouts/slideLayout2267.xml"/><Relationship Id="rId13" Type="http://schemas.openxmlformats.org/officeDocument/2006/relationships/slideLayout" Target="../slideLayouts/slideLayout2268.xml"/>
</Relationships>
</file>

<file path=ppt/slideMasters/_rels/slideMaster190.xml.rels><?xml version="1.0" encoding="UTF-8"?>
<Relationships xmlns="http://schemas.openxmlformats.org/package/2006/relationships"><Relationship Id="rId1" Type="http://schemas.openxmlformats.org/officeDocument/2006/relationships/theme" Target="../theme/theme190.xml"/><Relationship Id="rId2" Type="http://schemas.openxmlformats.org/officeDocument/2006/relationships/image" Target="../media/image191.jpeg"/><Relationship Id="rId3" Type="http://schemas.openxmlformats.org/officeDocument/2006/relationships/slideLayout" Target="../slideLayouts/slideLayout2269.xml"/><Relationship Id="rId4" Type="http://schemas.openxmlformats.org/officeDocument/2006/relationships/slideLayout" Target="../slideLayouts/slideLayout2270.xml"/><Relationship Id="rId5" Type="http://schemas.openxmlformats.org/officeDocument/2006/relationships/slideLayout" Target="../slideLayouts/slideLayout2271.xml"/><Relationship Id="rId6" Type="http://schemas.openxmlformats.org/officeDocument/2006/relationships/slideLayout" Target="../slideLayouts/slideLayout2272.xml"/><Relationship Id="rId7" Type="http://schemas.openxmlformats.org/officeDocument/2006/relationships/slideLayout" Target="../slideLayouts/slideLayout2273.xml"/><Relationship Id="rId8" Type="http://schemas.openxmlformats.org/officeDocument/2006/relationships/slideLayout" Target="../slideLayouts/slideLayout2274.xml"/><Relationship Id="rId9" Type="http://schemas.openxmlformats.org/officeDocument/2006/relationships/slideLayout" Target="../slideLayouts/slideLayout2275.xml"/><Relationship Id="rId10" Type="http://schemas.openxmlformats.org/officeDocument/2006/relationships/slideLayout" Target="../slideLayouts/slideLayout2276.xml"/><Relationship Id="rId11" Type="http://schemas.openxmlformats.org/officeDocument/2006/relationships/slideLayout" Target="../slideLayouts/slideLayout2277.xml"/><Relationship Id="rId12" Type="http://schemas.openxmlformats.org/officeDocument/2006/relationships/slideLayout" Target="../slideLayouts/slideLayout2278.xml"/><Relationship Id="rId13" Type="http://schemas.openxmlformats.org/officeDocument/2006/relationships/slideLayout" Target="../slideLayouts/slideLayout2279.xml"/><Relationship Id="rId14" Type="http://schemas.openxmlformats.org/officeDocument/2006/relationships/slideLayout" Target="../slideLayouts/slideLayout2280.xml"/>
</Relationships>
</file>

<file path=ppt/slideMasters/_rels/slideMaster191.xml.rels><?xml version="1.0" encoding="UTF-8"?>
<Relationships xmlns="http://schemas.openxmlformats.org/package/2006/relationships"><Relationship Id="rId1" Type="http://schemas.openxmlformats.org/officeDocument/2006/relationships/theme" Target="../theme/theme191.xml"/><Relationship Id="rId2" Type="http://schemas.openxmlformats.org/officeDocument/2006/relationships/image" Target="../media/image192.jpeg"/><Relationship Id="rId3" Type="http://schemas.openxmlformats.org/officeDocument/2006/relationships/image" Target="../media/image193.jpeg"/><Relationship Id="rId4" Type="http://schemas.openxmlformats.org/officeDocument/2006/relationships/slideLayout" Target="../slideLayouts/slideLayout2281.xml"/><Relationship Id="rId5" Type="http://schemas.openxmlformats.org/officeDocument/2006/relationships/slideLayout" Target="../slideLayouts/slideLayout2282.xml"/><Relationship Id="rId6" Type="http://schemas.openxmlformats.org/officeDocument/2006/relationships/slideLayout" Target="../slideLayouts/slideLayout2283.xml"/><Relationship Id="rId7" Type="http://schemas.openxmlformats.org/officeDocument/2006/relationships/slideLayout" Target="../slideLayouts/slideLayout2284.xml"/><Relationship Id="rId8" Type="http://schemas.openxmlformats.org/officeDocument/2006/relationships/slideLayout" Target="../slideLayouts/slideLayout2285.xml"/><Relationship Id="rId9" Type="http://schemas.openxmlformats.org/officeDocument/2006/relationships/slideLayout" Target="../slideLayouts/slideLayout2286.xml"/><Relationship Id="rId10" Type="http://schemas.openxmlformats.org/officeDocument/2006/relationships/slideLayout" Target="../slideLayouts/slideLayout2287.xml"/><Relationship Id="rId11" Type="http://schemas.openxmlformats.org/officeDocument/2006/relationships/slideLayout" Target="../slideLayouts/slideLayout2288.xml"/><Relationship Id="rId12" Type="http://schemas.openxmlformats.org/officeDocument/2006/relationships/slideLayout" Target="../slideLayouts/slideLayout2289.xml"/><Relationship Id="rId13" Type="http://schemas.openxmlformats.org/officeDocument/2006/relationships/slideLayout" Target="../slideLayouts/slideLayout2290.xml"/><Relationship Id="rId14" Type="http://schemas.openxmlformats.org/officeDocument/2006/relationships/slideLayout" Target="../slideLayouts/slideLayout2291.xml"/><Relationship Id="rId15" Type="http://schemas.openxmlformats.org/officeDocument/2006/relationships/slideLayout" Target="../slideLayouts/slideLayout2292.xml"/>
</Relationships>
</file>

<file path=ppt/slideMasters/_rels/slideMaster192.xml.rels><?xml version="1.0" encoding="UTF-8"?>
<Relationships xmlns="http://schemas.openxmlformats.org/package/2006/relationships"><Relationship Id="rId1" Type="http://schemas.openxmlformats.org/officeDocument/2006/relationships/theme" Target="../theme/theme192.xml"/><Relationship Id="rId2" Type="http://schemas.openxmlformats.org/officeDocument/2006/relationships/image" Target="../media/image194.jpeg"/><Relationship Id="rId3" Type="http://schemas.openxmlformats.org/officeDocument/2006/relationships/slideLayout" Target="../slideLayouts/slideLayout2293.xml"/><Relationship Id="rId4" Type="http://schemas.openxmlformats.org/officeDocument/2006/relationships/slideLayout" Target="../slideLayouts/slideLayout2294.xml"/><Relationship Id="rId5" Type="http://schemas.openxmlformats.org/officeDocument/2006/relationships/slideLayout" Target="../slideLayouts/slideLayout2295.xml"/><Relationship Id="rId6" Type="http://schemas.openxmlformats.org/officeDocument/2006/relationships/slideLayout" Target="../slideLayouts/slideLayout2296.xml"/><Relationship Id="rId7" Type="http://schemas.openxmlformats.org/officeDocument/2006/relationships/slideLayout" Target="../slideLayouts/slideLayout2297.xml"/><Relationship Id="rId8" Type="http://schemas.openxmlformats.org/officeDocument/2006/relationships/slideLayout" Target="../slideLayouts/slideLayout2298.xml"/><Relationship Id="rId9" Type="http://schemas.openxmlformats.org/officeDocument/2006/relationships/slideLayout" Target="../slideLayouts/slideLayout2299.xml"/><Relationship Id="rId10" Type="http://schemas.openxmlformats.org/officeDocument/2006/relationships/slideLayout" Target="../slideLayouts/slideLayout2300.xml"/><Relationship Id="rId11" Type="http://schemas.openxmlformats.org/officeDocument/2006/relationships/slideLayout" Target="../slideLayouts/slideLayout2301.xml"/><Relationship Id="rId12" Type="http://schemas.openxmlformats.org/officeDocument/2006/relationships/slideLayout" Target="../slideLayouts/slideLayout2302.xml"/><Relationship Id="rId13" Type="http://schemas.openxmlformats.org/officeDocument/2006/relationships/slideLayout" Target="../slideLayouts/slideLayout2303.xml"/><Relationship Id="rId14" Type="http://schemas.openxmlformats.org/officeDocument/2006/relationships/slideLayout" Target="../slideLayouts/slideLayout2304.xml"/>
</Relationships>
</file>

<file path=ppt/slideMasters/_rels/slideMaster193.xml.rels><?xml version="1.0" encoding="UTF-8"?>
<Relationships xmlns="http://schemas.openxmlformats.org/package/2006/relationships"><Relationship Id="rId1" Type="http://schemas.openxmlformats.org/officeDocument/2006/relationships/theme" Target="../theme/theme193.xml"/><Relationship Id="rId2" Type="http://schemas.openxmlformats.org/officeDocument/2006/relationships/image" Target="../media/image195.jpeg"/><Relationship Id="rId3" Type="http://schemas.openxmlformats.org/officeDocument/2006/relationships/slideLayout" Target="../slideLayouts/slideLayout2305.xml"/><Relationship Id="rId4" Type="http://schemas.openxmlformats.org/officeDocument/2006/relationships/slideLayout" Target="../slideLayouts/slideLayout2306.xml"/><Relationship Id="rId5" Type="http://schemas.openxmlformats.org/officeDocument/2006/relationships/slideLayout" Target="../slideLayouts/slideLayout2307.xml"/><Relationship Id="rId6" Type="http://schemas.openxmlformats.org/officeDocument/2006/relationships/slideLayout" Target="../slideLayouts/slideLayout2308.xml"/><Relationship Id="rId7" Type="http://schemas.openxmlformats.org/officeDocument/2006/relationships/slideLayout" Target="../slideLayouts/slideLayout2309.xml"/><Relationship Id="rId8" Type="http://schemas.openxmlformats.org/officeDocument/2006/relationships/slideLayout" Target="../slideLayouts/slideLayout2310.xml"/><Relationship Id="rId9" Type="http://schemas.openxmlformats.org/officeDocument/2006/relationships/slideLayout" Target="../slideLayouts/slideLayout2311.xml"/><Relationship Id="rId10" Type="http://schemas.openxmlformats.org/officeDocument/2006/relationships/slideLayout" Target="../slideLayouts/slideLayout2312.xml"/><Relationship Id="rId11" Type="http://schemas.openxmlformats.org/officeDocument/2006/relationships/slideLayout" Target="../slideLayouts/slideLayout2313.xml"/><Relationship Id="rId12" Type="http://schemas.openxmlformats.org/officeDocument/2006/relationships/slideLayout" Target="../slideLayouts/slideLayout2314.xml"/><Relationship Id="rId13" Type="http://schemas.openxmlformats.org/officeDocument/2006/relationships/slideLayout" Target="../slideLayouts/slideLayout2315.xml"/><Relationship Id="rId14" Type="http://schemas.openxmlformats.org/officeDocument/2006/relationships/slideLayout" Target="../slideLayouts/slideLayout2316.xml"/>
</Relationships>
</file>

<file path=ppt/slideMasters/_rels/slideMaster194.xml.rels><?xml version="1.0" encoding="UTF-8"?>
<Relationships xmlns="http://schemas.openxmlformats.org/package/2006/relationships"><Relationship Id="rId1" Type="http://schemas.openxmlformats.org/officeDocument/2006/relationships/theme" Target="../theme/theme194.xml"/><Relationship Id="rId2" Type="http://schemas.openxmlformats.org/officeDocument/2006/relationships/image" Target="../media/image196.jpeg"/><Relationship Id="rId3" Type="http://schemas.openxmlformats.org/officeDocument/2006/relationships/slideLayout" Target="../slideLayouts/slideLayout2317.xml"/><Relationship Id="rId4" Type="http://schemas.openxmlformats.org/officeDocument/2006/relationships/slideLayout" Target="../slideLayouts/slideLayout2318.xml"/><Relationship Id="rId5" Type="http://schemas.openxmlformats.org/officeDocument/2006/relationships/slideLayout" Target="../slideLayouts/slideLayout2319.xml"/><Relationship Id="rId6" Type="http://schemas.openxmlformats.org/officeDocument/2006/relationships/slideLayout" Target="../slideLayouts/slideLayout2320.xml"/><Relationship Id="rId7" Type="http://schemas.openxmlformats.org/officeDocument/2006/relationships/slideLayout" Target="../slideLayouts/slideLayout2321.xml"/><Relationship Id="rId8" Type="http://schemas.openxmlformats.org/officeDocument/2006/relationships/slideLayout" Target="../slideLayouts/slideLayout2322.xml"/><Relationship Id="rId9" Type="http://schemas.openxmlformats.org/officeDocument/2006/relationships/slideLayout" Target="../slideLayouts/slideLayout2323.xml"/><Relationship Id="rId10" Type="http://schemas.openxmlformats.org/officeDocument/2006/relationships/slideLayout" Target="../slideLayouts/slideLayout2324.xml"/><Relationship Id="rId11" Type="http://schemas.openxmlformats.org/officeDocument/2006/relationships/slideLayout" Target="../slideLayouts/slideLayout2325.xml"/><Relationship Id="rId12" Type="http://schemas.openxmlformats.org/officeDocument/2006/relationships/slideLayout" Target="../slideLayouts/slideLayout2326.xml"/><Relationship Id="rId13" Type="http://schemas.openxmlformats.org/officeDocument/2006/relationships/slideLayout" Target="../slideLayouts/slideLayout2327.xml"/><Relationship Id="rId14" Type="http://schemas.openxmlformats.org/officeDocument/2006/relationships/slideLayout" Target="../slideLayouts/slideLayout2328.xml"/>
</Relationships>
</file>

<file path=ppt/slideMasters/_rels/slideMaster195.xml.rels><?xml version="1.0" encoding="UTF-8"?>
<Relationships xmlns="http://schemas.openxmlformats.org/package/2006/relationships"><Relationship Id="rId1" Type="http://schemas.openxmlformats.org/officeDocument/2006/relationships/theme" Target="../theme/theme195.xml"/><Relationship Id="rId2" Type="http://schemas.openxmlformats.org/officeDocument/2006/relationships/image" Target="../media/image197.jpeg"/><Relationship Id="rId3" Type="http://schemas.openxmlformats.org/officeDocument/2006/relationships/slideLayout" Target="../slideLayouts/slideLayout2329.xml"/><Relationship Id="rId4" Type="http://schemas.openxmlformats.org/officeDocument/2006/relationships/slideLayout" Target="../slideLayouts/slideLayout2330.xml"/><Relationship Id="rId5" Type="http://schemas.openxmlformats.org/officeDocument/2006/relationships/slideLayout" Target="../slideLayouts/slideLayout2331.xml"/><Relationship Id="rId6" Type="http://schemas.openxmlformats.org/officeDocument/2006/relationships/slideLayout" Target="../slideLayouts/slideLayout2332.xml"/><Relationship Id="rId7" Type="http://schemas.openxmlformats.org/officeDocument/2006/relationships/slideLayout" Target="../slideLayouts/slideLayout2333.xml"/><Relationship Id="rId8" Type="http://schemas.openxmlformats.org/officeDocument/2006/relationships/slideLayout" Target="../slideLayouts/slideLayout2334.xml"/><Relationship Id="rId9" Type="http://schemas.openxmlformats.org/officeDocument/2006/relationships/slideLayout" Target="../slideLayouts/slideLayout2335.xml"/><Relationship Id="rId10" Type="http://schemas.openxmlformats.org/officeDocument/2006/relationships/slideLayout" Target="../slideLayouts/slideLayout2336.xml"/><Relationship Id="rId11" Type="http://schemas.openxmlformats.org/officeDocument/2006/relationships/slideLayout" Target="../slideLayouts/slideLayout2337.xml"/><Relationship Id="rId12" Type="http://schemas.openxmlformats.org/officeDocument/2006/relationships/slideLayout" Target="../slideLayouts/slideLayout2338.xml"/><Relationship Id="rId13" Type="http://schemas.openxmlformats.org/officeDocument/2006/relationships/slideLayout" Target="../slideLayouts/slideLayout2339.xml"/><Relationship Id="rId14" Type="http://schemas.openxmlformats.org/officeDocument/2006/relationships/slideLayout" Target="../slideLayouts/slideLayout2340.xml"/>
</Relationships>
</file>

<file path=ppt/slideMasters/_rels/slideMaster196.xml.rels><?xml version="1.0" encoding="UTF-8"?>
<Relationships xmlns="http://schemas.openxmlformats.org/package/2006/relationships"><Relationship Id="rId1" Type="http://schemas.openxmlformats.org/officeDocument/2006/relationships/theme" Target="../theme/theme196.xml"/><Relationship Id="rId2" Type="http://schemas.openxmlformats.org/officeDocument/2006/relationships/slideLayout" Target="../slideLayouts/slideLayout2341.xml"/><Relationship Id="rId3" Type="http://schemas.openxmlformats.org/officeDocument/2006/relationships/slideLayout" Target="../slideLayouts/slideLayout2342.xml"/><Relationship Id="rId4" Type="http://schemas.openxmlformats.org/officeDocument/2006/relationships/slideLayout" Target="../slideLayouts/slideLayout2343.xml"/><Relationship Id="rId5" Type="http://schemas.openxmlformats.org/officeDocument/2006/relationships/slideLayout" Target="../slideLayouts/slideLayout2344.xml"/><Relationship Id="rId6" Type="http://schemas.openxmlformats.org/officeDocument/2006/relationships/slideLayout" Target="../slideLayouts/slideLayout2345.xml"/><Relationship Id="rId7" Type="http://schemas.openxmlformats.org/officeDocument/2006/relationships/slideLayout" Target="../slideLayouts/slideLayout2346.xml"/><Relationship Id="rId8" Type="http://schemas.openxmlformats.org/officeDocument/2006/relationships/slideLayout" Target="../slideLayouts/slideLayout2347.xml"/><Relationship Id="rId9" Type="http://schemas.openxmlformats.org/officeDocument/2006/relationships/slideLayout" Target="../slideLayouts/slideLayout2348.xml"/><Relationship Id="rId10" Type="http://schemas.openxmlformats.org/officeDocument/2006/relationships/slideLayout" Target="../slideLayouts/slideLayout2349.xml"/><Relationship Id="rId11" Type="http://schemas.openxmlformats.org/officeDocument/2006/relationships/slideLayout" Target="../slideLayouts/slideLayout2350.xml"/><Relationship Id="rId12" Type="http://schemas.openxmlformats.org/officeDocument/2006/relationships/slideLayout" Target="../slideLayouts/slideLayout2351.xml"/><Relationship Id="rId13" Type="http://schemas.openxmlformats.org/officeDocument/2006/relationships/slideLayout" Target="../slideLayouts/slideLayout2352.xml"/>
</Relationships>
</file>

<file path=ppt/slideMasters/_rels/slideMaster197.xml.rels><?xml version="1.0" encoding="UTF-8"?>
<Relationships xmlns="http://schemas.openxmlformats.org/package/2006/relationships"><Relationship Id="rId1" Type="http://schemas.openxmlformats.org/officeDocument/2006/relationships/theme" Target="../theme/theme197.xml"/><Relationship Id="rId2" Type="http://schemas.openxmlformats.org/officeDocument/2006/relationships/image" Target="../media/image198.jpeg"/><Relationship Id="rId3" Type="http://schemas.openxmlformats.org/officeDocument/2006/relationships/slideLayout" Target="../slideLayouts/slideLayout2353.xml"/><Relationship Id="rId4" Type="http://schemas.openxmlformats.org/officeDocument/2006/relationships/slideLayout" Target="../slideLayouts/slideLayout2354.xml"/><Relationship Id="rId5" Type="http://schemas.openxmlformats.org/officeDocument/2006/relationships/slideLayout" Target="../slideLayouts/slideLayout2355.xml"/><Relationship Id="rId6" Type="http://schemas.openxmlformats.org/officeDocument/2006/relationships/slideLayout" Target="../slideLayouts/slideLayout2356.xml"/><Relationship Id="rId7" Type="http://schemas.openxmlformats.org/officeDocument/2006/relationships/slideLayout" Target="../slideLayouts/slideLayout2357.xml"/><Relationship Id="rId8" Type="http://schemas.openxmlformats.org/officeDocument/2006/relationships/slideLayout" Target="../slideLayouts/slideLayout2358.xml"/><Relationship Id="rId9" Type="http://schemas.openxmlformats.org/officeDocument/2006/relationships/slideLayout" Target="../slideLayouts/slideLayout2359.xml"/><Relationship Id="rId10" Type="http://schemas.openxmlformats.org/officeDocument/2006/relationships/slideLayout" Target="../slideLayouts/slideLayout2360.xml"/><Relationship Id="rId11" Type="http://schemas.openxmlformats.org/officeDocument/2006/relationships/slideLayout" Target="../slideLayouts/slideLayout2361.xml"/><Relationship Id="rId12" Type="http://schemas.openxmlformats.org/officeDocument/2006/relationships/slideLayout" Target="../slideLayouts/slideLayout2362.xml"/><Relationship Id="rId13" Type="http://schemas.openxmlformats.org/officeDocument/2006/relationships/slideLayout" Target="../slideLayouts/slideLayout2363.xml"/><Relationship Id="rId14" Type="http://schemas.openxmlformats.org/officeDocument/2006/relationships/slideLayout" Target="../slideLayouts/slideLayout2364.xml"/>
</Relationships>
</file>

<file path=ppt/slideMasters/_rels/slideMaster198.xml.rels><?xml version="1.0" encoding="UTF-8"?>
<Relationships xmlns="http://schemas.openxmlformats.org/package/2006/relationships"><Relationship Id="rId1" Type="http://schemas.openxmlformats.org/officeDocument/2006/relationships/theme" Target="../theme/theme198.xml"/><Relationship Id="rId2" Type="http://schemas.openxmlformats.org/officeDocument/2006/relationships/image" Target="../media/image199.jpeg"/><Relationship Id="rId3" Type="http://schemas.openxmlformats.org/officeDocument/2006/relationships/slideLayout" Target="../slideLayouts/slideLayout2365.xml"/><Relationship Id="rId4" Type="http://schemas.openxmlformats.org/officeDocument/2006/relationships/slideLayout" Target="../slideLayouts/slideLayout2366.xml"/><Relationship Id="rId5" Type="http://schemas.openxmlformats.org/officeDocument/2006/relationships/slideLayout" Target="../slideLayouts/slideLayout2367.xml"/><Relationship Id="rId6" Type="http://schemas.openxmlformats.org/officeDocument/2006/relationships/slideLayout" Target="../slideLayouts/slideLayout2368.xml"/><Relationship Id="rId7" Type="http://schemas.openxmlformats.org/officeDocument/2006/relationships/slideLayout" Target="../slideLayouts/slideLayout2369.xml"/><Relationship Id="rId8" Type="http://schemas.openxmlformats.org/officeDocument/2006/relationships/slideLayout" Target="../slideLayouts/slideLayout2370.xml"/><Relationship Id="rId9" Type="http://schemas.openxmlformats.org/officeDocument/2006/relationships/slideLayout" Target="../slideLayouts/slideLayout2371.xml"/><Relationship Id="rId10" Type="http://schemas.openxmlformats.org/officeDocument/2006/relationships/slideLayout" Target="../slideLayouts/slideLayout2372.xml"/><Relationship Id="rId11" Type="http://schemas.openxmlformats.org/officeDocument/2006/relationships/slideLayout" Target="../slideLayouts/slideLayout2373.xml"/><Relationship Id="rId12" Type="http://schemas.openxmlformats.org/officeDocument/2006/relationships/slideLayout" Target="../slideLayouts/slideLayout2374.xml"/><Relationship Id="rId13" Type="http://schemas.openxmlformats.org/officeDocument/2006/relationships/slideLayout" Target="../slideLayouts/slideLayout2375.xml"/><Relationship Id="rId14" Type="http://schemas.openxmlformats.org/officeDocument/2006/relationships/slideLayout" Target="../slideLayouts/slideLayout2376.xml"/>
</Relationships>
</file>

<file path=ppt/slideMasters/_rels/slideMaster199.xml.rels><?xml version="1.0" encoding="UTF-8"?>
<Relationships xmlns="http://schemas.openxmlformats.org/package/2006/relationships"><Relationship Id="rId1" Type="http://schemas.openxmlformats.org/officeDocument/2006/relationships/theme" Target="../theme/theme199.xml"/><Relationship Id="rId2" Type="http://schemas.openxmlformats.org/officeDocument/2006/relationships/image" Target="../media/image200.jpeg"/><Relationship Id="rId3" Type="http://schemas.openxmlformats.org/officeDocument/2006/relationships/image" Target="../media/image201.jpeg"/><Relationship Id="rId4" Type="http://schemas.openxmlformats.org/officeDocument/2006/relationships/slideLayout" Target="../slideLayouts/slideLayout2377.xml"/><Relationship Id="rId5" Type="http://schemas.openxmlformats.org/officeDocument/2006/relationships/slideLayout" Target="../slideLayouts/slideLayout2378.xml"/><Relationship Id="rId6" Type="http://schemas.openxmlformats.org/officeDocument/2006/relationships/slideLayout" Target="../slideLayouts/slideLayout2379.xml"/><Relationship Id="rId7" Type="http://schemas.openxmlformats.org/officeDocument/2006/relationships/slideLayout" Target="../slideLayouts/slideLayout2380.xml"/><Relationship Id="rId8" Type="http://schemas.openxmlformats.org/officeDocument/2006/relationships/slideLayout" Target="../slideLayouts/slideLayout2381.xml"/><Relationship Id="rId9" Type="http://schemas.openxmlformats.org/officeDocument/2006/relationships/slideLayout" Target="../slideLayouts/slideLayout2382.xml"/><Relationship Id="rId10" Type="http://schemas.openxmlformats.org/officeDocument/2006/relationships/slideLayout" Target="../slideLayouts/slideLayout2383.xml"/><Relationship Id="rId11" Type="http://schemas.openxmlformats.org/officeDocument/2006/relationships/slideLayout" Target="../slideLayouts/slideLayout2384.xml"/><Relationship Id="rId12" Type="http://schemas.openxmlformats.org/officeDocument/2006/relationships/slideLayout" Target="../slideLayouts/slideLayout2385.xml"/><Relationship Id="rId13" Type="http://schemas.openxmlformats.org/officeDocument/2006/relationships/slideLayout" Target="../slideLayouts/slideLayout2386.xml"/><Relationship Id="rId14" Type="http://schemas.openxmlformats.org/officeDocument/2006/relationships/slideLayout" Target="../slideLayouts/slideLayout2387.xml"/><Relationship Id="rId15" Type="http://schemas.openxmlformats.org/officeDocument/2006/relationships/slideLayout" Target="../slideLayouts/slideLayout2388.xml"/>
</Relationships>
</file>

<file path=ppt/slideMasters/_rels/slideMaster200.xml.rels><?xml version="1.0" encoding="UTF-8"?>
<Relationships xmlns="http://schemas.openxmlformats.org/package/2006/relationships"><Relationship Id="rId1" Type="http://schemas.openxmlformats.org/officeDocument/2006/relationships/theme" Target="../theme/theme200.xml"/><Relationship Id="rId2" Type="http://schemas.openxmlformats.org/officeDocument/2006/relationships/image" Target="../media/image202.jpeg"/><Relationship Id="rId3" Type="http://schemas.openxmlformats.org/officeDocument/2006/relationships/slideLayout" Target="../slideLayouts/slideLayout2389.xml"/><Relationship Id="rId4" Type="http://schemas.openxmlformats.org/officeDocument/2006/relationships/slideLayout" Target="../slideLayouts/slideLayout2390.xml"/><Relationship Id="rId5" Type="http://schemas.openxmlformats.org/officeDocument/2006/relationships/slideLayout" Target="../slideLayouts/slideLayout2391.xml"/><Relationship Id="rId6" Type="http://schemas.openxmlformats.org/officeDocument/2006/relationships/slideLayout" Target="../slideLayouts/slideLayout2392.xml"/><Relationship Id="rId7" Type="http://schemas.openxmlformats.org/officeDocument/2006/relationships/slideLayout" Target="../slideLayouts/slideLayout2393.xml"/><Relationship Id="rId8" Type="http://schemas.openxmlformats.org/officeDocument/2006/relationships/slideLayout" Target="../slideLayouts/slideLayout2394.xml"/><Relationship Id="rId9" Type="http://schemas.openxmlformats.org/officeDocument/2006/relationships/slideLayout" Target="../slideLayouts/slideLayout2395.xml"/><Relationship Id="rId10" Type="http://schemas.openxmlformats.org/officeDocument/2006/relationships/slideLayout" Target="../slideLayouts/slideLayout2396.xml"/><Relationship Id="rId11" Type="http://schemas.openxmlformats.org/officeDocument/2006/relationships/slideLayout" Target="../slideLayouts/slideLayout2397.xml"/><Relationship Id="rId12" Type="http://schemas.openxmlformats.org/officeDocument/2006/relationships/slideLayout" Target="../slideLayouts/slideLayout2398.xml"/><Relationship Id="rId13" Type="http://schemas.openxmlformats.org/officeDocument/2006/relationships/slideLayout" Target="../slideLayouts/slideLayout2399.xml"/><Relationship Id="rId14" Type="http://schemas.openxmlformats.org/officeDocument/2006/relationships/slideLayout" Target="../slideLayouts/slideLayout2400.xml"/>
</Relationships>
</file>

<file path=ppt/slideMasters/_rels/slideMaster201.xml.rels><?xml version="1.0" encoding="UTF-8"?>
<Relationships xmlns="http://schemas.openxmlformats.org/package/2006/relationships"><Relationship Id="rId1" Type="http://schemas.openxmlformats.org/officeDocument/2006/relationships/theme" Target="../theme/theme201.xml"/><Relationship Id="rId2" Type="http://schemas.openxmlformats.org/officeDocument/2006/relationships/image" Target="../media/image203.jpeg"/><Relationship Id="rId3" Type="http://schemas.openxmlformats.org/officeDocument/2006/relationships/slideLayout" Target="../slideLayouts/slideLayout2401.xml"/><Relationship Id="rId4" Type="http://schemas.openxmlformats.org/officeDocument/2006/relationships/slideLayout" Target="../slideLayouts/slideLayout2402.xml"/><Relationship Id="rId5" Type="http://schemas.openxmlformats.org/officeDocument/2006/relationships/slideLayout" Target="../slideLayouts/slideLayout2403.xml"/><Relationship Id="rId6" Type="http://schemas.openxmlformats.org/officeDocument/2006/relationships/slideLayout" Target="../slideLayouts/slideLayout2404.xml"/><Relationship Id="rId7" Type="http://schemas.openxmlformats.org/officeDocument/2006/relationships/slideLayout" Target="../slideLayouts/slideLayout2405.xml"/><Relationship Id="rId8" Type="http://schemas.openxmlformats.org/officeDocument/2006/relationships/slideLayout" Target="../slideLayouts/slideLayout2406.xml"/><Relationship Id="rId9" Type="http://schemas.openxmlformats.org/officeDocument/2006/relationships/slideLayout" Target="../slideLayouts/slideLayout2407.xml"/><Relationship Id="rId10" Type="http://schemas.openxmlformats.org/officeDocument/2006/relationships/slideLayout" Target="../slideLayouts/slideLayout2408.xml"/><Relationship Id="rId11" Type="http://schemas.openxmlformats.org/officeDocument/2006/relationships/slideLayout" Target="../slideLayouts/slideLayout2409.xml"/><Relationship Id="rId12" Type="http://schemas.openxmlformats.org/officeDocument/2006/relationships/slideLayout" Target="../slideLayouts/slideLayout2410.xml"/><Relationship Id="rId13" Type="http://schemas.openxmlformats.org/officeDocument/2006/relationships/slideLayout" Target="../slideLayouts/slideLayout2411.xml"/><Relationship Id="rId14" Type="http://schemas.openxmlformats.org/officeDocument/2006/relationships/slideLayout" Target="../slideLayouts/slideLayout2412.xml"/>
</Relationships>
</file>

<file path=ppt/slideMasters/_rels/slideMaster202.xml.rels><?xml version="1.0" encoding="UTF-8"?>
<Relationships xmlns="http://schemas.openxmlformats.org/package/2006/relationships"><Relationship Id="rId1" Type="http://schemas.openxmlformats.org/officeDocument/2006/relationships/theme" Target="../theme/theme202.xml"/><Relationship Id="rId2" Type="http://schemas.openxmlformats.org/officeDocument/2006/relationships/image" Target="../media/image204.jpeg"/><Relationship Id="rId3" Type="http://schemas.openxmlformats.org/officeDocument/2006/relationships/slideLayout" Target="../slideLayouts/slideLayout2413.xml"/><Relationship Id="rId4" Type="http://schemas.openxmlformats.org/officeDocument/2006/relationships/slideLayout" Target="../slideLayouts/slideLayout2414.xml"/><Relationship Id="rId5" Type="http://schemas.openxmlformats.org/officeDocument/2006/relationships/slideLayout" Target="../slideLayouts/slideLayout2415.xml"/><Relationship Id="rId6" Type="http://schemas.openxmlformats.org/officeDocument/2006/relationships/slideLayout" Target="../slideLayouts/slideLayout2416.xml"/><Relationship Id="rId7" Type="http://schemas.openxmlformats.org/officeDocument/2006/relationships/slideLayout" Target="../slideLayouts/slideLayout2417.xml"/><Relationship Id="rId8" Type="http://schemas.openxmlformats.org/officeDocument/2006/relationships/slideLayout" Target="../slideLayouts/slideLayout2418.xml"/><Relationship Id="rId9" Type="http://schemas.openxmlformats.org/officeDocument/2006/relationships/slideLayout" Target="../slideLayouts/slideLayout2419.xml"/><Relationship Id="rId10" Type="http://schemas.openxmlformats.org/officeDocument/2006/relationships/slideLayout" Target="../slideLayouts/slideLayout2420.xml"/><Relationship Id="rId11" Type="http://schemas.openxmlformats.org/officeDocument/2006/relationships/slideLayout" Target="../slideLayouts/slideLayout2421.xml"/><Relationship Id="rId12" Type="http://schemas.openxmlformats.org/officeDocument/2006/relationships/slideLayout" Target="../slideLayouts/slideLayout2422.xml"/><Relationship Id="rId13" Type="http://schemas.openxmlformats.org/officeDocument/2006/relationships/slideLayout" Target="../slideLayouts/slideLayout2423.xml"/><Relationship Id="rId14" Type="http://schemas.openxmlformats.org/officeDocument/2006/relationships/slideLayout" Target="../slideLayouts/slideLayout2424.xml"/>
</Relationships>
</file>

<file path=ppt/slideMasters/_rels/slideMaster203.xml.rels><?xml version="1.0" encoding="UTF-8"?>
<Relationships xmlns="http://schemas.openxmlformats.org/package/2006/relationships"><Relationship Id="rId1" Type="http://schemas.openxmlformats.org/officeDocument/2006/relationships/theme" Target="../theme/theme203.xml"/><Relationship Id="rId2" Type="http://schemas.openxmlformats.org/officeDocument/2006/relationships/image" Target="../media/image205.jpeg"/><Relationship Id="rId3" Type="http://schemas.openxmlformats.org/officeDocument/2006/relationships/slideLayout" Target="../slideLayouts/slideLayout2425.xml"/><Relationship Id="rId4" Type="http://schemas.openxmlformats.org/officeDocument/2006/relationships/slideLayout" Target="../slideLayouts/slideLayout2426.xml"/><Relationship Id="rId5" Type="http://schemas.openxmlformats.org/officeDocument/2006/relationships/slideLayout" Target="../slideLayouts/slideLayout2427.xml"/><Relationship Id="rId6" Type="http://schemas.openxmlformats.org/officeDocument/2006/relationships/slideLayout" Target="../slideLayouts/slideLayout2428.xml"/><Relationship Id="rId7" Type="http://schemas.openxmlformats.org/officeDocument/2006/relationships/slideLayout" Target="../slideLayouts/slideLayout2429.xml"/><Relationship Id="rId8" Type="http://schemas.openxmlformats.org/officeDocument/2006/relationships/slideLayout" Target="../slideLayouts/slideLayout2430.xml"/><Relationship Id="rId9" Type="http://schemas.openxmlformats.org/officeDocument/2006/relationships/slideLayout" Target="../slideLayouts/slideLayout2431.xml"/><Relationship Id="rId10" Type="http://schemas.openxmlformats.org/officeDocument/2006/relationships/slideLayout" Target="../slideLayouts/slideLayout2432.xml"/><Relationship Id="rId11" Type="http://schemas.openxmlformats.org/officeDocument/2006/relationships/slideLayout" Target="../slideLayouts/slideLayout2433.xml"/><Relationship Id="rId12" Type="http://schemas.openxmlformats.org/officeDocument/2006/relationships/slideLayout" Target="../slideLayouts/slideLayout2434.xml"/><Relationship Id="rId13" Type="http://schemas.openxmlformats.org/officeDocument/2006/relationships/slideLayout" Target="../slideLayouts/slideLayout2435.xml"/><Relationship Id="rId14" Type="http://schemas.openxmlformats.org/officeDocument/2006/relationships/slideLayout" Target="../slideLayouts/slideLayout2436.xml"/>
</Relationships>
</file>

<file path=ppt/slideMasters/_rels/slideMaster204.xml.rels><?xml version="1.0" encoding="UTF-8"?>
<Relationships xmlns="http://schemas.openxmlformats.org/package/2006/relationships"><Relationship Id="rId1" Type="http://schemas.openxmlformats.org/officeDocument/2006/relationships/theme" Target="../theme/theme204.xml"/><Relationship Id="rId2" Type="http://schemas.openxmlformats.org/officeDocument/2006/relationships/slideLayout" Target="../slideLayouts/slideLayout2437.xml"/><Relationship Id="rId3" Type="http://schemas.openxmlformats.org/officeDocument/2006/relationships/slideLayout" Target="../slideLayouts/slideLayout2438.xml"/><Relationship Id="rId4" Type="http://schemas.openxmlformats.org/officeDocument/2006/relationships/slideLayout" Target="../slideLayouts/slideLayout2439.xml"/><Relationship Id="rId5" Type="http://schemas.openxmlformats.org/officeDocument/2006/relationships/slideLayout" Target="../slideLayouts/slideLayout2440.xml"/><Relationship Id="rId6" Type="http://schemas.openxmlformats.org/officeDocument/2006/relationships/slideLayout" Target="../slideLayouts/slideLayout2441.xml"/><Relationship Id="rId7" Type="http://schemas.openxmlformats.org/officeDocument/2006/relationships/slideLayout" Target="../slideLayouts/slideLayout2442.xml"/><Relationship Id="rId8" Type="http://schemas.openxmlformats.org/officeDocument/2006/relationships/slideLayout" Target="../slideLayouts/slideLayout2443.xml"/><Relationship Id="rId9" Type="http://schemas.openxmlformats.org/officeDocument/2006/relationships/slideLayout" Target="../slideLayouts/slideLayout2444.xml"/><Relationship Id="rId10" Type="http://schemas.openxmlformats.org/officeDocument/2006/relationships/slideLayout" Target="../slideLayouts/slideLayout2445.xml"/><Relationship Id="rId11" Type="http://schemas.openxmlformats.org/officeDocument/2006/relationships/slideLayout" Target="../slideLayouts/slideLayout2446.xml"/><Relationship Id="rId12" Type="http://schemas.openxmlformats.org/officeDocument/2006/relationships/slideLayout" Target="../slideLayouts/slideLayout2447.xml"/><Relationship Id="rId13" Type="http://schemas.openxmlformats.org/officeDocument/2006/relationships/slideLayout" Target="../slideLayouts/slideLayout2448.xml"/>
</Relationships>
</file>

<file path=ppt/slideMasters/_rels/slideMaster205.xml.rels><?xml version="1.0" encoding="UTF-8"?>
<Relationships xmlns="http://schemas.openxmlformats.org/package/2006/relationships"><Relationship Id="rId1" Type="http://schemas.openxmlformats.org/officeDocument/2006/relationships/theme" Target="../theme/theme205.xml"/><Relationship Id="rId2" Type="http://schemas.openxmlformats.org/officeDocument/2006/relationships/image" Target="../media/image206.jpeg"/><Relationship Id="rId3" Type="http://schemas.openxmlformats.org/officeDocument/2006/relationships/slideLayout" Target="../slideLayouts/slideLayout2449.xml"/><Relationship Id="rId4" Type="http://schemas.openxmlformats.org/officeDocument/2006/relationships/slideLayout" Target="../slideLayouts/slideLayout2450.xml"/><Relationship Id="rId5" Type="http://schemas.openxmlformats.org/officeDocument/2006/relationships/slideLayout" Target="../slideLayouts/slideLayout2451.xml"/><Relationship Id="rId6" Type="http://schemas.openxmlformats.org/officeDocument/2006/relationships/slideLayout" Target="../slideLayouts/slideLayout2452.xml"/><Relationship Id="rId7" Type="http://schemas.openxmlformats.org/officeDocument/2006/relationships/slideLayout" Target="../slideLayouts/slideLayout2453.xml"/><Relationship Id="rId8" Type="http://schemas.openxmlformats.org/officeDocument/2006/relationships/slideLayout" Target="../slideLayouts/slideLayout2454.xml"/><Relationship Id="rId9" Type="http://schemas.openxmlformats.org/officeDocument/2006/relationships/slideLayout" Target="../slideLayouts/slideLayout2455.xml"/><Relationship Id="rId10" Type="http://schemas.openxmlformats.org/officeDocument/2006/relationships/slideLayout" Target="../slideLayouts/slideLayout2456.xml"/><Relationship Id="rId11" Type="http://schemas.openxmlformats.org/officeDocument/2006/relationships/slideLayout" Target="../slideLayouts/slideLayout2457.xml"/><Relationship Id="rId12" Type="http://schemas.openxmlformats.org/officeDocument/2006/relationships/slideLayout" Target="../slideLayouts/slideLayout2458.xml"/><Relationship Id="rId13" Type="http://schemas.openxmlformats.org/officeDocument/2006/relationships/slideLayout" Target="../slideLayouts/slideLayout2459.xml"/><Relationship Id="rId14" Type="http://schemas.openxmlformats.org/officeDocument/2006/relationships/slideLayout" Target="../slideLayouts/slideLayout2460.xml"/>
</Relationships>
</file>

<file path=ppt/slideMasters/_rels/slideMaster206.xml.rels><?xml version="1.0" encoding="UTF-8"?>
<Relationships xmlns="http://schemas.openxmlformats.org/package/2006/relationships"><Relationship Id="rId1" Type="http://schemas.openxmlformats.org/officeDocument/2006/relationships/theme" Target="../theme/theme206.xml"/><Relationship Id="rId2" Type="http://schemas.openxmlformats.org/officeDocument/2006/relationships/image" Target="../media/image207.jpeg"/><Relationship Id="rId3" Type="http://schemas.openxmlformats.org/officeDocument/2006/relationships/image" Target="../media/image208.jpeg"/><Relationship Id="rId4" Type="http://schemas.openxmlformats.org/officeDocument/2006/relationships/slideLayout" Target="../slideLayouts/slideLayout2461.xml"/><Relationship Id="rId5" Type="http://schemas.openxmlformats.org/officeDocument/2006/relationships/slideLayout" Target="../slideLayouts/slideLayout2462.xml"/><Relationship Id="rId6" Type="http://schemas.openxmlformats.org/officeDocument/2006/relationships/slideLayout" Target="../slideLayouts/slideLayout2463.xml"/><Relationship Id="rId7" Type="http://schemas.openxmlformats.org/officeDocument/2006/relationships/slideLayout" Target="../slideLayouts/slideLayout2464.xml"/><Relationship Id="rId8" Type="http://schemas.openxmlformats.org/officeDocument/2006/relationships/slideLayout" Target="../slideLayouts/slideLayout2465.xml"/><Relationship Id="rId9" Type="http://schemas.openxmlformats.org/officeDocument/2006/relationships/slideLayout" Target="../slideLayouts/slideLayout2466.xml"/><Relationship Id="rId10" Type="http://schemas.openxmlformats.org/officeDocument/2006/relationships/slideLayout" Target="../slideLayouts/slideLayout2467.xml"/><Relationship Id="rId11" Type="http://schemas.openxmlformats.org/officeDocument/2006/relationships/slideLayout" Target="../slideLayouts/slideLayout2468.xml"/><Relationship Id="rId12" Type="http://schemas.openxmlformats.org/officeDocument/2006/relationships/slideLayout" Target="../slideLayouts/slideLayout2469.xml"/><Relationship Id="rId13" Type="http://schemas.openxmlformats.org/officeDocument/2006/relationships/slideLayout" Target="../slideLayouts/slideLayout2470.xml"/><Relationship Id="rId14" Type="http://schemas.openxmlformats.org/officeDocument/2006/relationships/slideLayout" Target="../slideLayouts/slideLayout2471.xml"/><Relationship Id="rId15" Type="http://schemas.openxmlformats.org/officeDocument/2006/relationships/slideLayout" Target="../slideLayouts/slideLayout2472.xml"/>
</Relationships>
</file>

<file path=ppt/slideMasters/_rels/slideMaster207.xml.rels><?xml version="1.0" encoding="UTF-8"?>
<Relationships xmlns="http://schemas.openxmlformats.org/package/2006/relationships"><Relationship Id="rId1" Type="http://schemas.openxmlformats.org/officeDocument/2006/relationships/theme" Target="../theme/theme207.xml"/><Relationship Id="rId2" Type="http://schemas.openxmlformats.org/officeDocument/2006/relationships/image" Target="../media/image209.jpeg"/><Relationship Id="rId3" Type="http://schemas.openxmlformats.org/officeDocument/2006/relationships/slideLayout" Target="../slideLayouts/slideLayout2473.xml"/><Relationship Id="rId4" Type="http://schemas.openxmlformats.org/officeDocument/2006/relationships/slideLayout" Target="../slideLayouts/slideLayout2474.xml"/><Relationship Id="rId5" Type="http://schemas.openxmlformats.org/officeDocument/2006/relationships/slideLayout" Target="../slideLayouts/slideLayout2475.xml"/><Relationship Id="rId6" Type="http://schemas.openxmlformats.org/officeDocument/2006/relationships/slideLayout" Target="../slideLayouts/slideLayout2476.xml"/><Relationship Id="rId7" Type="http://schemas.openxmlformats.org/officeDocument/2006/relationships/slideLayout" Target="../slideLayouts/slideLayout2477.xml"/><Relationship Id="rId8" Type="http://schemas.openxmlformats.org/officeDocument/2006/relationships/slideLayout" Target="../slideLayouts/slideLayout2478.xml"/><Relationship Id="rId9" Type="http://schemas.openxmlformats.org/officeDocument/2006/relationships/slideLayout" Target="../slideLayouts/slideLayout2479.xml"/><Relationship Id="rId10" Type="http://schemas.openxmlformats.org/officeDocument/2006/relationships/slideLayout" Target="../slideLayouts/slideLayout2480.xml"/><Relationship Id="rId11" Type="http://schemas.openxmlformats.org/officeDocument/2006/relationships/slideLayout" Target="../slideLayouts/slideLayout2481.xml"/><Relationship Id="rId12" Type="http://schemas.openxmlformats.org/officeDocument/2006/relationships/slideLayout" Target="../slideLayouts/slideLayout2482.xml"/><Relationship Id="rId13" Type="http://schemas.openxmlformats.org/officeDocument/2006/relationships/slideLayout" Target="../slideLayouts/slideLayout2483.xml"/><Relationship Id="rId14" Type="http://schemas.openxmlformats.org/officeDocument/2006/relationships/slideLayout" Target="../slideLayouts/slideLayout2484.xml"/>
</Relationships>
</file>

<file path=ppt/slideMasters/_rels/slideMaster208.xml.rels><?xml version="1.0" encoding="UTF-8"?>
<Relationships xmlns="http://schemas.openxmlformats.org/package/2006/relationships"><Relationship Id="rId1" Type="http://schemas.openxmlformats.org/officeDocument/2006/relationships/theme" Target="../theme/theme208.xml"/><Relationship Id="rId2" Type="http://schemas.openxmlformats.org/officeDocument/2006/relationships/image" Target="../media/image210.jpeg"/><Relationship Id="rId3" Type="http://schemas.openxmlformats.org/officeDocument/2006/relationships/slideLayout" Target="../slideLayouts/slideLayout2485.xml"/><Relationship Id="rId4" Type="http://schemas.openxmlformats.org/officeDocument/2006/relationships/slideLayout" Target="../slideLayouts/slideLayout2486.xml"/><Relationship Id="rId5" Type="http://schemas.openxmlformats.org/officeDocument/2006/relationships/slideLayout" Target="../slideLayouts/slideLayout2487.xml"/><Relationship Id="rId6" Type="http://schemas.openxmlformats.org/officeDocument/2006/relationships/slideLayout" Target="../slideLayouts/slideLayout2488.xml"/><Relationship Id="rId7" Type="http://schemas.openxmlformats.org/officeDocument/2006/relationships/slideLayout" Target="../slideLayouts/slideLayout2489.xml"/><Relationship Id="rId8" Type="http://schemas.openxmlformats.org/officeDocument/2006/relationships/slideLayout" Target="../slideLayouts/slideLayout2490.xml"/><Relationship Id="rId9" Type="http://schemas.openxmlformats.org/officeDocument/2006/relationships/slideLayout" Target="../slideLayouts/slideLayout2491.xml"/><Relationship Id="rId10" Type="http://schemas.openxmlformats.org/officeDocument/2006/relationships/slideLayout" Target="../slideLayouts/slideLayout2492.xml"/><Relationship Id="rId11" Type="http://schemas.openxmlformats.org/officeDocument/2006/relationships/slideLayout" Target="../slideLayouts/slideLayout2493.xml"/><Relationship Id="rId12" Type="http://schemas.openxmlformats.org/officeDocument/2006/relationships/slideLayout" Target="../slideLayouts/slideLayout2494.xml"/><Relationship Id="rId13" Type="http://schemas.openxmlformats.org/officeDocument/2006/relationships/slideLayout" Target="../slideLayouts/slideLayout2495.xml"/><Relationship Id="rId14" Type="http://schemas.openxmlformats.org/officeDocument/2006/relationships/slideLayout" Target="../slideLayouts/slideLayout2496.xml"/>
</Relationships>
</file>

<file path=ppt/slideMasters/_rels/slideMaster209.xml.rels><?xml version="1.0" encoding="UTF-8"?>
<Relationships xmlns="http://schemas.openxmlformats.org/package/2006/relationships"><Relationship Id="rId1" Type="http://schemas.openxmlformats.org/officeDocument/2006/relationships/theme" Target="../theme/theme209.xml"/><Relationship Id="rId2" Type="http://schemas.openxmlformats.org/officeDocument/2006/relationships/image" Target="../media/image211.jpeg"/><Relationship Id="rId3" Type="http://schemas.openxmlformats.org/officeDocument/2006/relationships/slideLayout" Target="../slideLayouts/slideLayout2497.xml"/><Relationship Id="rId4" Type="http://schemas.openxmlformats.org/officeDocument/2006/relationships/slideLayout" Target="../slideLayouts/slideLayout2498.xml"/><Relationship Id="rId5" Type="http://schemas.openxmlformats.org/officeDocument/2006/relationships/slideLayout" Target="../slideLayouts/slideLayout2499.xml"/><Relationship Id="rId6" Type="http://schemas.openxmlformats.org/officeDocument/2006/relationships/slideLayout" Target="../slideLayouts/slideLayout2500.xml"/><Relationship Id="rId7" Type="http://schemas.openxmlformats.org/officeDocument/2006/relationships/slideLayout" Target="../slideLayouts/slideLayout2501.xml"/><Relationship Id="rId8" Type="http://schemas.openxmlformats.org/officeDocument/2006/relationships/slideLayout" Target="../slideLayouts/slideLayout2502.xml"/><Relationship Id="rId9" Type="http://schemas.openxmlformats.org/officeDocument/2006/relationships/slideLayout" Target="../slideLayouts/slideLayout2503.xml"/><Relationship Id="rId10" Type="http://schemas.openxmlformats.org/officeDocument/2006/relationships/slideLayout" Target="../slideLayouts/slideLayout2504.xml"/><Relationship Id="rId11" Type="http://schemas.openxmlformats.org/officeDocument/2006/relationships/slideLayout" Target="../slideLayouts/slideLayout2505.xml"/><Relationship Id="rId12" Type="http://schemas.openxmlformats.org/officeDocument/2006/relationships/slideLayout" Target="../slideLayouts/slideLayout2506.xml"/><Relationship Id="rId13" Type="http://schemas.openxmlformats.org/officeDocument/2006/relationships/slideLayout" Target="../slideLayouts/slideLayout2507.xml"/><Relationship Id="rId14" Type="http://schemas.openxmlformats.org/officeDocument/2006/relationships/slideLayout" Target="../slideLayouts/slideLayout2508.xml"/>
</Relationships>
</file>

<file path=ppt/slideMasters/_rels/slideMaster210.xml.rels><?xml version="1.0" encoding="UTF-8"?>
<Relationships xmlns="http://schemas.openxmlformats.org/package/2006/relationships"><Relationship Id="rId1" Type="http://schemas.openxmlformats.org/officeDocument/2006/relationships/theme" Target="../theme/theme210.xml"/><Relationship Id="rId2" Type="http://schemas.openxmlformats.org/officeDocument/2006/relationships/image" Target="../media/image212.jpeg"/><Relationship Id="rId3" Type="http://schemas.openxmlformats.org/officeDocument/2006/relationships/slideLayout" Target="../slideLayouts/slideLayout2509.xml"/><Relationship Id="rId4" Type="http://schemas.openxmlformats.org/officeDocument/2006/relationships/slideLayout" Target="../slideLayouts/slideLayout2510.xml"/><Relationship Id="rId5" Type="http://schemas.openxmlformats.org/officeDocument/2006/relationships/slideLayout" Target="../slideLayouts/slideLayout2511.xml"/><Relationship Id="rId6" Type="http://schemas.openxmlformats.org/officeDocument/2006/relationships/slideLayout" Target="../slideLayouts/slideLayout2512.xml"/><Relationship Id="rId7" Type="http://schemas.openxmlformats.org/officeDocument/2006/relationships/slideLayout" Target="../slideLayouts/slideLayout2513.xml"/><Relationship Id="rId8" Type="http://schemas.openxmlformats.org/officeDocument/2006/relationships/slideLayout" Target="../slideLayouts/slideLayout2514.xml"/><Relationship Id="rId9" Type="http://schemas.openxmlformats.org/officeDocument/2006/relationships/slideLayout" Target="../slideLayouts/slideLayout2515.xml"/><Relationship Id="rId10" Type="http://schemas.openxmlformats.org/officeDocument/2006/relationships/slideLayout" Target="../slideLayouts/slideLayout2516.xml"/><Relationship Id="rId11" Type="http://schemas.openxmlformats.org/officeDocument/2006/relationships/slideLayout" Target="../slideLayouts/slideLayout2517.xml"/><Relationship Id="rId12" Type="http://schemas.openxmlformats.org/officeDocument/2006/relationships/slideLayout" Target="../slideLayouts/slideLayout2518.xml"/><Relationship Id="rId13" Type="http://schemas.openxmlformats.org/officeDocument/2006/relationships/slideLayout" Target="../slideLayouts/slideLayout2519.xml"/><Relationship Id="rId14" Type="http://schemas.openxmlformats.org/officeDocument/2006/relationships/slideLayout" Target="../slideLayouts/slideLayout2520.xml"/>
</Relationships>
</file>

<file path=ppt/slideMasters/_rels/slideMaster211.xml.rels><?xml version="1.0" encoding="UTF-8"?>
<Relationships xmlns="http://schemas.openxmlformats.org/package/2006/relationships"><Relationship Id="rId1" Type="http://schemas.openxmlformats.org/officeDocument/2006/relationships/theme" Target="../theme/theme211.xml"/><Relationship Id="rId2" Type="http://schemas.openxmlformats.org/officeDocument/2006/relationships/slideLayout" Target="../slideLayouts/slideLayout2521.xml"/><Relationship Id="rId3" Type="http://schemas.openxmlformats.org/officeDocument/2006/relationships/slideLayout" Target="../slideLayouts/slideLayout2522.xml"/><Relationship Id="rId4" Type="http://schemas.openxmlformats.org/officeDocument/2006/relationships/slideLayout" Target="../slideLayouts/slideLayout2523.xml"/><Relationship Id="rId5" Type="http://schemas.openxmlformats.org/officeDocument/2006/relationships/slideLayout" Target="../slideLayouts/slideLayout2524.xml"/><Relationship Id="rId6" Type="http://schemas.openxmlformats.org/officeDocument/2006/relationships/slideLayout" Target="../slideLayouts/slideLayout2525.xml"/><Relationship Id="rId7" Type="http://schemas.openxmlformats.org/officeDocument/2006/relationships/slideLayout" Target="../slideLayouts/slideLayout2526.xml"/><Relationship Id="rId8" Type="http://schemas.openxmlformats.org/officeDocument/2006/relationships/slideLayout" Target="../slideLayouts/slideLayout2527.xml"/><Relationship Id="rId9" Type="http://schemas.openxmlformats.org/officeDocument/2006/relationships/slideLayout" Target="../slideLayouts/slideLayout2528.xml"/><Relationship Id="rId10" Type="http://schemas.openxmlformats.org/officeDocument/2006/relationships/slideLayout" Target="../slideLayouts/slideLayout2529.xml"/><Relationship Id="rId11" Type="http://schemas.openxmlformats.org/officeDocument/2006/relationships/slideLayout" Target="../slideLayouts/slideLayout2530.xml"/><Relationship Id="rId12" Type="http://schemas.openxmlformats.org/officeDocument/2006/relationships/slideLayout" Target="../slideLayouts/slideLayout2531.xml"/><Relationship Id="rId13" Type="http://schemas.openxmlformats.org/officeDocument/2006/relationships/slideLayout" Target="../slideLayouts/slideLayout2532.xml"/>
</Relationships>
</file>

<file path=ppt/slideMasters/_rels/slideMaster212.xml.rels><?xml version="1.0" encoding="UTF-8"?>
<Relationships xmlns="http://schemas.openxmlformats.org/package/2006/relationships"><Relationship Id="rId1" Type="http://schemas.openxmlformats.org/officeDocument/2006/relationships/theme" Target="../theme/theme212.xml"/><Relationship Id="rId2" Type="http://schemas.openxmlformats.org/officeDocument/2006/relationships/image" Target="../media/image213.jpeg"/><Relationship Id="rId3" Type="http://schemas.openxmlformats.org/officeDocument/2006/relationships/slideLayout" Target="../slideLayouts/slideLayout2533.xml"/><Relationship Id="rId4" Type="http://schemas.openxmlformats.org/officeDocument/2006/relationships/slideLayout" Target="../slideLayouts/slideLayout2534.xml"/><Relationship Id="rId5" Type="http://schemas.openxmlformats.org/officeDocument/2006/relationships/slideLayout" Target="../slideLayouts/slideLayout2535.xml"/><Relationship Id="rId6" Type="http://schemas.openxmlformats.org/officeDocument/2006/relationships/slideLayout" Target="../slideLayouts/slideLayout2536.xml"/><Relationship Id="rId7" Type="http://schemas.openxmlformats.org/officeDocument/2006/relationships/slideLayout" Target="../slideLayouts/slideLayout2537.xml"/><Relationship Id="rId8" Type="http://schemas.openxmlformats.org/officeDocument/2006/relationships/slideLayout" Target="../slideLayouts/slideLayout2538.xml"/><Relationship Id="rId9" Type="http://schemas.openxmlformats.org/officeDocument/2006/relationships/slideLayout" Target="../slideLayouts/slideLayout2539.xml"/><Relationship Id="rId10" Type="http://schemas.openxmlformats.org/officeDocument/2006/relationships/slideLayout" Target="../slideLayouts/slideLayout2540.xml"/><Relationship Id="rId11" Type="http://schemas.openxmlformats.org/officeDocument/2006/relationships/slideLayout" Target="../slideLayouts/slideLayout2541.xml"/><Relationship Id="rId12" Type="http://schemas.openxmlformats.org/officeDocument/2006/relationships/slideLayout" Target="../slideLayouts/slideLayout2542.xml"/><Relationship Id="rId13" Type="http://schemas.openxmlformats.org/officeDocument/2006/relationships/slideLayout" Target="../slideLayouts/slideLayout2543.xml"/><Relationship Id="rId14" Type="http://schemas.openxmlformats.org/officeDocument/2006/relationships/slideLayout" Target="../slideLayouts/slideLayout2544.xml"/>
</Relationships>
</file>

<file path=ppt/slideMasters/_rels/slideMaster213.xml.rels><?xml version="1.0" encoding="UTF-8"?>
<Relationships xmlns="http://schemas.openxmlformats.org/package/2006/relationships"><Relationship Id="rId1" Type="http://schemas.openxmlformats.org/officeDocument/2006/relationships/theme" Target="../theme/theme213.xml"/><Relationship Id="rId2" Type="http://schemas.openxmlformats.org/officeDocument/2006/relationships/image" Target="../media/image214.jpeg"/><Relationship Id="rId3" Type="http://schemas.openxmlformats.org/officeDocument/2006/relationships/image" Target="../media/image215.jpeg"/><Relationship Id="rId4" Type="http://schemas.openxmlformats.org/officeDocument/2006/relationships/slideLayout" Target="../slideLayouts/slideLayout2545.xml"/><Relationship Id="rId5" Type="http://schemas.openxmlformats.org/officeDocument/2006/relationships/slideLayout" Target="../slideLayouts/slideLayout2546.xml"/><Relationship Id="rId6" Type="http://schemas.openxmlformats.org/officeDocument/2006/relationships/slideLayout" Target="../slideLayouts/slideLayout2547.xml"/><Relationship Id="rId7" Type="http://schemas.openxmlformats.org/officeDocument/2006/relationships/slideLayout" Target="../slideLayouts/slideLayout2548.xml"/><Relationship Id="rId8" Type="http://schemas.openxmlformats.org/officeDocument/2006/relationships/slideLayout" Target="../slideLayouts/slideLayout2549.xml"/><Relationship Id="rId9" Type="http://schemas.openxmlformats.org/officeDocument/2006/relationships/slideLayout" Target="../slideLayouts/slideLayout2550.xml"/><Relationship Id="rId10" Type="http://schemas.openxmlformats.org/officeDocument/2006/relationships/slideLayout" Target="../slideLayouts/slideLayout2551.xml"/><Relationship Id="rId11" Type="http://schemas.openxmlformats.org/officeDocument/2006/relationships/slideLayout" Target="../slideLayouts/slideLayout2552.xml"/><Relationship Id="rId12" Type="http://schemas.openxmlformats.org/officeDocument/2006/relationships/slideLayout" Target="../slideLayouts/slideLayout2553.xml"/><Relationship Id="rId13" Type="http://schemas.openxmlformats.org/officeDocument/2006/relationships/slideLayout" Target="../slideLayouts/slideLayout2554.xml"/><Relationship Id="rId14" Type="http://schemas.openxmlformats.org/officeDocument/2006/relationships/slideLayout" Target="../slideLayouts/slideLayout2555.xml"/><Relationship Id="rId15" Type="http://schemas.openxmlformats.org/officeDocument/2006/relationships/slideLayout" Target="../slideLayouts/slideLayout2556.xml"/>
</Relationships>
</file>

<file path=ppt/slideMasters/_rels/slideMaster214.xml.rels><?xml version="1.0" encoding="UTF-8"?>
<Relationships xmlns="http://schemas.openxmlformats.org/package/2006/relationships"><Relationship Id="rId1" Type="http://schemas.openxmlformats.org/officeDocument/2006/relationships/theme" Target="../theme/theme214.xml"/><Relationship Id="rId2" Type="http://schemas.openxmlformats.org/officeDocument/2006/relationships/image" Target="../media/image216.jpeg"/><Relationship Id="rId3" Type="http://schemas.openxmlformats.org/officeDocument/2006/relationships/slideLayout" Target="../slideLayouts/slideLayout2557.xml"/><Relationship Id="rId4" Type="http://schemas.openxmlformats.org/officeDocument/2006/relationships/slideLayout" Target="../slideLayouts/slideLayout2558.xml"/><Relationship Id="rId5" Type="http://schemas.openxmlformats.org/officeDocument/2006/relationships/slideLayout" Target="../slideLayouts/slideLayout2559.xml"/><Relationship Id="rId6" Type="http://schemas.openxmlformats.org/officeDocument/2006/relationships/slideLayout" Target="../slideLayouts/slideLayout2560.xml"/><Relationship Id="rId7" Type="http://schemas.openxmlformats.org/officeDocument/2006/relationships/slideLayout" Target="../slideLayouts/slideLayout2561.xml"/><Relationship Id="rId8" Type="http://schemas.openxmlformats.org/officeDocument/2006/relationships/slideLayout" Target="../slideLayouts/slideLayout2562.xml"/><Relationship Id="rId9" Type="http://schemas.openxmlformats.org/officeDocument/2006/relationships/slideLayout" Target="../slideLayouts/slideLayout2563.xml"/><Relationship Id="rId10" Type="http://schemas.openxmlformats.org/officeDocument/2006/relationships/slideLayout" Target="../slideLayouts/slideLayout2564.xml"/><Relationship Id="rId11" Type="http://schemas.openxmlformats.org/officeDocument/2006/relationships/slideLayout" Target="../slideLayouts/slideLayout2565.xml"/><Relationship Id="rId12" Type="http://schemas.openxmlformats.org/officeDocument/2006/relationships/slideLayout" Target="../slideLayouts/slideLayout2566.xml"/><Relationship Id="rId13" Type="http://schemas.openxmlformats.org/officeDocument/2006/relationships/slideLayout" Target="../slideLayouts/slideLayout2567.xml"/><Relationship Id="rId14" Type="http://schemas.openxmlformats.org/officeDocument/2006/relationships/slideLayout" Target="../slideLayouts/slideLayout2568.xml"/>
</Relationships>
</file>

<file path=ppt/slideMasters/_rels/slideMaster215.xml.rels><?xml version="1.0" encoding="UTF-8"?>
<Relationships xmlns="http://schemas.openxmlformats.org/package/2006/relationships"><Relationship Id="rId1" Type="http://schemas.openxmlformats.org/officeDocument/2006/relationships/theme" Target="../theme/theme215.xml"/><Relationship Id="rId2" Type="http://schemas.openxmlformats.org/officeDocument/2006/relationships/image" Target="../media/image217.jpeg"/><Relationship Id="rId3" Type="http://schemas.openxmlformats.org/officeDocument/2006/relationships/slideLayout" Target="../slideLayouts/slideLayout2569.xml"/><Relationship Id="rId4" Type="http://schemas.openxmlformats.org/officeDocument/2006/relationships/slideLayout" Target="../slideLayouts/slideLayout2570.xml"/><Relationship Id="rId5" Type="http://schemas.openxmlformats.org/officeDocument/2006/relationships/slideLayout" Target="../slideLayouts/slideLayout2571.xml"/><Relationship Id="rId6" Type="http://schemas.openxmlformats.org/officeDocument/2006/relationships/slideLayout" Target="../slideLayouts/slideLayout2572.xml"/><Relationship Id="rId7" Type="http://schemas.openxmlformats.org/officeDocument/2006/relationships/slideLayout" Target="../slideLayouts/slideLayout2573.xml"/><Relationship Id="rId8" Type="http://schemas.openxmlformats.org/officeDocument/2006/relationships/slideLayout" Target="../slideLayouts/slideLayout2574.xml"/><Relationship Id="rId9" Type="http://schemas.openxmlformats.org/officeDocument/2006/relationships/slideLayout" Target="../slideLayouts/slideLayout2575.xml"/><Relationship Id="rId10" Type="http://schemas.openxmlformats.org/officeDocument/2006/relationships/slideLayout" Target="../slideLayouts/slideLayout2576.xml"/><Relationship Id="rId11" Type="http://schemas.openxmlformats.org/officeDocument/2006/relationships/slideLayout" Target="../slideLayouts/slideLayout2577.xml"/><Relationship Id="rId12" Type="http://schemas.openxmlformats.org/officeDocument/2006/relationships/slideLayout" Target="../slideLayouts/slideLayout2578.xml"/><Relationship Id="rId13" Type="http://schemas.openxmlformats.org/officeDocument/2006/relationships/slideLayout" Target="../slideLayouts/slideLayout2579.xml"/><Relationship Id="rId14" Type="http://schemas.openxmlformats.org/officeDocument/2006/relationships/slideLayout" Target="../slideLayouts/slideLayout2580.xml"/>
</Relationships>
</file>

<file path=ppt/slideMasters/_rels/slideMaster216.xml.rels><?xml version="1.0" encoding="UTF-8"?>
<Relationships xmlns="http://schemas.openxmlformats.org/package/2006/relationships"><Relationship Id="rId1" Type="http://schemas.openxmlformats.org/officeDocument/2006/relationships/theme" Target="../theme/theme216.xml"/><Relationship Id="rId2" Type="http://schemas.openxmlformats.org/officeDocument/2006/relationships/image" Target="../media/image218.jpeg"/><Relationship Id="rId3" Type="http://schemas.openxmlformats.org/officeDocument/2006/relationships/slideLayout" Target="../slideLayouts/slideLayout2581.xml"/><Relationship Id="rId4" Type="http://schemas.openxmlformats.org/officeDocument/2006/relationships/slideLayout" Target="../slideLayouts/slideLayout2582.xml"/><Relationship Id="rId5" Type="http://schemas.openxmlformats.org/officeDocument/2006/relationships/slideLayout" Target="../slideLayouts/slideLayout2583.xml"/><Relationship Id="rId6" Type="http://schemas.openxmlformats.org/officeDocument/2006/relationships/slideLayout" Target="../slideLayouts/slideLayout2584.xml"/><Relationship Id="rId7" Type="http://schemas.openxmlformats.org/officeDocument/2006/relationships/slideLayout" Target="../slideLayouts/slideLayout2585.xml"/><Relationship Id="rId8" Type="http://schemas.openxmlformats.org/officeDocument/2006/relationships/slideLayout" Target="../slideLayouts/slideLayout2586.xml"/><Relationship Id="rId9" Type="http://schemas.openxmlformats.org/officeDocument/2006/relationships/slideLayout" Target="../slideLayouts/slideLayout2587.xml"/><Relationship Id="rId10" Type="http://schemas.openxmlformats.org/officeDocument/2006/relationships/slideLayout" Target="../slideLayouts/slideLayout2588.xml"/><Relationship Id="rId11" Type="http://schemas.openxmlformats.org/officeDocument/2006/relationships/slideLayout" Target="../slideLayouts/slideLayout2589.xml"/><Relationship Id="rId12" Type="http://schemas.openxmlformats.org/officeDocument/2006/relationships/slideLayout" Target="../slideLayouts/slideLayout2590.xml"/><Relationship Id="rId13" Type="http://schemas.openxmlformats.org/officeDocument/2006/relationships/slideLayout" Target="../slideLayouts/slideLayout2591.xml"/><Relationship Id="rId14" Type="http://schemas.openxmlformats.org/officeDocument/2006/relationships/slideLayout" Target="../slideLayouts/slideLayout2592.xml"/>
</Relationships>
</file>

<file path=ppt/slideMasters/_rels/slideMaster217.xml.rels><?xml version="1.0" encoding="UTF-8"?>
<Relationships xmlns="http://schemas.openxmlformats.org/package/2006/relationships"><Relationship Id="rId1" Type="http://schemas.openxmlformats.org/officeDocument/2006/relationships/theme" Target="../theme/theme217.xml"/><Relationship Id="rId2" Type="http://schemas.openxmlformats.org/officeDocument/2006/relationships/image" Target="../media/image219.jpeg"/><Relationship Id="rId3" Type="http://schemas.openxmlformats.org/officeDocument/2006/relationships/slideLayout" Target="../slideLayouts/slideLayout2593.xml"/><Relationship Id="rId4" Type="http://schemas.openxmlformats.org/officeDocument/2006/relationships/slideLayout" Target="../slideLayouts/slideLayout2594.xml"/><Relationship Id="rId5" Type="http://schemas.openxmlformats.org/officeDocument/2006/relationships/slideLayout" Target="../slideLayouts/slideLayout2595.xml"/><Relationship Id="rId6" Type="http://schemas.openxmlformats.org/officeDocument/2006/relationships/slideLayout" Target="../slideLayouts/slideLayout2596.xml"/><Relationship Id="rId7" Type="http://schemas.openxmlformats.org/officeDocument/2006/relationships/slideLayout" Target="../slideLayouts/slideLayout2597.xml"/><Relationship Id="rId8" Type="http://schemas.openxmlformats.org/officeDocument/2006/relationships/slideLayout" Target="../slideLayouts/slideLayout2598.xml"/><Relationship Id="rId9" Type="http://schemas.openxmlformats.org/officeDocument/2006/relationships/slideLayout" Target="../slideLayouts/slideLayout2599.xml"/><Relationship Id="rId10" Type="http://schemas.openxmlformats.org/officeDocument/2006/relationships/slideLayout" Target="../slideLayouts/slideLayout2600.xml"/><Relationship Id="rId11" Type="http://schemas.openxmlformats.org/officeDocument/2006/relationships/slideLayout" Target="../slideLayouts/slideLayout2601.xml"/><Relationship Id="rId12" Type="http://schemas.openxmlformats.org/officeDocument/2006/relationships/slideLayout" Target="../slideLayouts/slideLayout2602.xml"/><Relationship Id="rId13" Type="http://schemas.openxmlformats.org/officeDocument/2006/relationships/slideLayout" Target="../slideLayouts/slideLayout2603.xml"/><Relationship Id="rId14" Type="http://schemas.openxmlformats.org/officeDocument/2006/relationships/slideLayout" Target="../slideLayouts/slideLayout2604.xml"/>
</Relationships>
</file>

<file path=ppt/slideMasters/_rels/slideMaster218.xml.rels><?xml version="1.0" encoding="UTF-8"?>
<Relationships xmlns="http://schemas.openxmlformats.org/package/2006/relationships"><Relationship Id="rId1" Type="http://schemas.openxmlformats.org/officeDocument/2006/relationships/theme" Target="../theme/theme218.xml"/><Relationship Id="rId2" Type="http://schemas.openxmlformats.org/officeDocument/2006/relationships/slideLayout" Target="../slideLayouts/slideLayout2605.xml"/><Relationship Id="rId3" Type="http://schemas.openxmlformats.org/officeDocument/2006/relationships/slideLayout" Target="../slideLayouts/slideLayout2606.xml"/><Relationship Id="rId4" Type="http://schemas.openxmlformats.org/officeDocument/2006/relationships/slideLayout" Target="../slideLayouts/slideLayout2607.xml"/><Relationship Id="rId5" Type="http://schemas.openxmlformats.org/officeDocument/2006/relationships/slideLayout" Target="../slideLayouts/slideLayout2608.xml"/><Relationship Id="rId6" Type="http://schemas.openxmlformats.org/officeDocument/2006/relationships/slideLayout" Target="../slideLayouts/slideLayout2609.xml"/><Relationship Id="rId7" Type="http://schemas.openxmlformats.org/officeDocument/2006/relationships/slideLayout" Target="../slideLayouts/slideLayout2610.xml"/><Relationship Id="rId8" Type="http://schemas.openxmlformats.org/officeDocument/2006/relationships/slideLayout" Target="../slideLayouts/slideLayout2611.xml"/><Relationship Id="rId9" Type="http://schemas.openxmlformats.org/officeDocument/2006/relationships/slideLayout" Target="../slideLayouts/slideLayout2612.xml"/><Relationship Id="rId10" Type="http://schemas.openxmlformats.org/officeDocument/2006/relationships/slideLayout" Target="../slideLayouts/slideLayout2613.xml"/><Relationship Id="rId11" Type="http://schemas.openxmlformats.org/officeDocument/2006/relationships/slideLayout" Target="../slideLayouts/slideLayout2614.xml"/><Relationship Id="rId12" Type="http://schemas.openxmlformats.org/officeDocument/2006/relationships/slideLayout" Target="../slideLayouts/slideLayout2615.xml"/><Relationship Id="rId13" Type="http://schemas.openxmlformats.org/officeDocument/2006/relationships/slideLayout" Target="../slideLayouts/slideLayout2616.xml"/>
</Relationships>
</file>

<file path=ppt/slideMasters/_rels/slideMaster219.xml.rels><?xml version="1.0" encoding="UTF-8"?>
<Relationships xmlns="http://schemas.openxmlformats.org/package/2006/relationships"><Relationship Id="rId1" Type="http://schemas.openxmlformats.org/officeDocument/2006/relationships/theme" Target="../theme/theme219.xml"/><Relationship Id="rId2" Type="http://schemas.openxmlformats.org/officeDocument/2006/relationships/image" Target="../media/image220.jpeg"/><Relationship Id="rId3" Type="http://schemas.openxmlformats.org/officeDocument/2006/relationships/slideLayout" Target="../slideLayouts/slideLayout2617.xml"/><Relationship Id="rId4" Type="http://schemas.openxmlformats.org/officeDocument/2006/relationships/slideLayout" Target="../slideLayouts/slideLayout2618.xml"/><Relationship Id="rId5" Type="http://schemas.openxmlformats.org/officeDocument/2006/relationships/slideLayout" Target="../slideLayouts/slideLayout2619.xml"/><Relationship Id="rId6" Type="http://schemas.openxmlformats.org/officeDocument/2006/relationships/slideLayout" Target="../slideLayouts/slideLayout2620.xml"/><Relationship Id="rId7" Type="http://schemas.openxmlformats.org/officeDocument/2006/relationships/slideLayout" Target="../slideLayouts/slideLayout2621.xml"/><Relationship Id="rId8" Type="http://schemas.openxmlformats.org/officeDocument/2006/relationships/slideLayout" Target="../slideLayouts/slideLayout2622.xml"/><Relationship Id="rId9" Type="http://schemas.openxmlformats.org/officeDocument/2006/relationships/slideLayout" Target="../slideLayouts/slideLayout2623.xml"/><Relationship Id="rId10" Type="http://schemas.openxmlformats.org/officeDocument/2006/relationships/slideLayout" Target="../slideLayouts/slideLayout2624.xml"/><Relationship Id="rId11" Type="http://schemas.openxmlformats.org/officeDocument/2006/relationships/slideLayout" Target="../slideLayouts/slideLayout2625.xml"/><Relationship Id="rId12" Type="http://schemas.openxmlformats.org/officeDocument/2006/relationships/slideLayout" Target="../slideLayouts/slideLayout2626.xml"/><Relationship Id="rId13" Type="http://schemas.openxmlformats.org/officeDocument/2006/relationships/slideLayout" Target="../slideLayouts/slideLayout2627.xml"/><Relationship Id="rId14" Type="http://schemas.openxmlformats.org/officeDocument/2006/relationships/slideLayout" Target="../slideLayouts/slideLayout2628.xml"/>
</Relationships>
</file>

<file path=ppt/slideMasters/_rels/slideMaster220.xml.rels><?xml version="1.0" encoding="UTF-8"?>
<Relationships xmlns="http://schemas.openxmlformats.org/package/2006/relationships"><Relationship Id="rId1" Type="http://schemas.openxmlformats.org/officeDocument/2006/relationships/theme" Target="../theme/theme220.xml"/><Relationship Id="rId2" Type="http://schemas.openxmlformats.org/officeDocument/2006/relationships/image" Target="../media/image221.jpeg"/><Relationship Id="rId3" Type="http://schemas.openxmlformats.org/officeDocument/2006/relationships/slideLayout" Target="../slideLayouts/slideLayout2629.xml"/><Relationship Id="rId4" Type="http://schemas.openxmlformats.org/officeDocument/2006/relationships/slideLayout" Target="../slideLayouts/slideLayout2630.xml"/><Relationship Id="rId5" Type="http://schemas.openxmlformats.org/officeDocument/2006/relationships/slideLayout" Target="../slideLayouts/slideLayout2631.xml"/><Relationship Id="rId6" Type="http://schemas.openxmlformats.org/officeDocument/2006/relationships/slideLayout" Target="../slideLayouts/slideLayout2632.xml"/><Relationship Id="rId7" Type="http://schemas.openxmlformats.org/officeDocument/2006/relationships/slideLayout" Target="../slideLayouts/slideLayout2633.xml"/><Relationship Id="rId8" Type="http://schemas.openxmlformats.org/officeDocument/2006/relationships/slideLayout" Target="../slideLayouts/slideLayout2634.xml"/><Relationship Id="rId9" Type="http://schemas.openxmlformats.org/officeDocument/2006/relationships/slideLayout" Target="../slideLayouts/slideLayout2635.xml"/><Relationship Id="rId10" Type="http://schemas.openxmlformats.org/officeDocument/2006/relationships/slideLayout" Target="../slideLayouts/slideLayout2636.xml"/><Relationship Id="rId11" Type="http://schemas.openxmlformats.org/officeDocument/2006/relationships/slideLayout" Target="../slideLayouts/slideLayout2637.xml"/><Relationship Id="rId12" Type="http://schemas.openxmlformats.org/officeDocument/2006/relationships/slideLayout" Target="../slideLayouts/slideLayout2638.xml"/><Relationship Id="rId13" Type="http://schemas.openxmlformats.org/officeDocument/2006/relationships/slideLayout" Target="../slideLayouts/slideLayout2639.xml"/><Relationship Id="rId14" Type="http://schemas.openxmlformats.org/officeDocument/2006/relationships/slideLayout" Target="../slideLayouts/slideLayout2640.xml"/>
</Relationships>
</file>

<file path=ppt/slideMasters/_rels/slideMaster221.xml.rels><?xml version="1.0" encoding="UTF-8"?>
<Relationships xmlns="http://schemas.openxmlformats.org/package/2006/relationships"><Relationship Id="rId1" Type="http://schemas.openxmlformats.org/officeDocument/2006/relationships/theme" Target="../theme/theme221.xml"/><Relationship Id="rId2" Type="http://schemas.openxmlformats.org/officeDocument/2006/relationships/image" Target="../media/image222.jpeg"/><Relationship Id="rId3" Type="http://schemas.openxmlformats.org/officeDocument/2006/relationships/image" Target="../media/image223.jpeg"/><Relationship Id="rId4" Type="http://schemas.openxmlformats.org/officeDocument/2006/relationships/slideLayout" Target="../slideLayouts/slideLayout2641.xml"/><Relationship Id="rId5" Type="http://schemas.openxmlformats.org/officeDocument/2006/relationships/slideLayout" Target="../slideLayouts/slideLayout2642.xml"/><Relationship Id="rId6" Type="http://schemas.openxmlformats.org/officeDocument/2006/relationships/slideLayout" Target="../slideLayouts/slideLayout2643.xml"/><Relationship Id="rId7" Type="http://schemas.openxmlformats.org/officeDocument/2006/relationships/slideLayout" Target="../slideLayouts/slideLayout2644.xml"/><Relationship Id="rId8" Type="http://schemas.openxmlformats.org/officeDocument/2006/relationships/slideLayout" Target="../slideLayouts/slideLayout2645.xml"/><Relationship Id="rId9" Type="http://schemas.openxmlformats.org/officeDocument/2006/relationships/slideLayout" Target="../slideLayouts/slideLayout2646.xml"/><Relationship Id="rId10" Type="http://schemas.openxmlformats.org/officeDocument/2006/relationships/slideLayout" Target="../slideLayouts/slideLayout2647.xml"/><Relationship Id="rId11" Type="http://schemas.openxmlformats.org/officeDocument/2006/relationships/slideLayout" Target="../slideLayouts/slideLayout2648.xml"/><Relationship Id="rId12" Type="http://schemas.openxmlformats.org/officeDocument/2006/relationships/slideLayout" Target="../slideLayouts/slideLayout2649.xml"/><Relationship Id="rId13" Type="http://schemas.openxmlformats.org/officeDocument/2006/relationships/slideLayout" Target="../slideLayouts/slideLayout2650.xml"/><Relationship Id="rId14" Type="http://schemas.openxmlformats.org/officeDocument/2006/relationships/slideLayout" Target="../slideLayouts/slideLayout2651.xml"/><Relationship Id="rId15" Type="http://schemas.openxmlformats.org/officeDocument/2006/relationships/slideLayout" Target="../slideLayouts/slideLayout2652.xml"/>
</Relationships>
</file>

<file path=ppt/slideMasters/_rels/slideMaster222.xml.rels><?xml version="1.0" encoding="UTF-8"?>
<Relationships xmlns="http://schemas.openxmlformats.org/package/2006/relationships"><Relationship Id="rId1" Type="http://schemas.openxmlformats.org/officeDocument/2006/relationships/theme" Target="../theme/theme222.xml"/><Relationship Id="rId2" Type="http://schemas.openxmlformats.org/officeDocument/2006/relationships/image" Target="../media/image224.jpeg"/><Relationship Id="rId3" Type="http://schemas.openxmlformats.org/officeDocument/2006/relationships/slideLayout" Target="../slideLayouts/slideLayout2653.xml"/><Relationship Id="rId4" Type="http://schemas.openxmlformats.org/officeDocument/2006/relationships/slideLayout" Target="../slideLayouts/slideLayout2654.xml"/><Relationship Id="rId5" Type="http://schemas.openxmlformats.org/officeDocument/2006/relationships/slideLayout" Target="../slideLayouts/slideLayout2655.xml"/><Relationship Id="rId6" Type="http://schemas.openxmlformats.org/officeDocument/2006/relationships/slideLayout" Target="../slideLayouts/slideLayout2656.xml"/><Relationship Id="rId7" Type="http://schemas.openxmlformats.org/officeDocument/2006/relationships/slideLayout" Target="../slideLayouts/slideLayout2657.xml"/><Relationship Id="rId8" Type="http://schemas.openxmlformats.org/officeDocument/2006/relationships/slideLayout" Target="../slideLayouts/slideLayout2658.xml"/><Relationship Id="rId9" Type="http://schemas.openxmlformats.org/officeDocument/2006/relationships/slideLayout" Target="../slideLayouts/slideLayout2659.xml"/><Relationship Id="rId10" Type="http://schemas.openxmlformats.org/officeDocument/2006/relationships/slideLayout" Target="../slideLayouts/slideLayout2660.xml"/><Relationship Id="rId11" Type="http://schemas.openxmlformats.org/officeDocument/2006/relationships/slideLayout" Target="../slideLayouts/slideLayout2661.xml"/><Relationship Id="rId12" Type="http://schemas.openxmlformats.org/officeDocument/2006/relationships/slideLayout" Target="../slideLayouts/slideLayout2662.xml"/><Relationship Id="rId13" Type="http://schemas.openxmlformats.org/officeDocument/2006/relationships/slideLayout" Target="../slideLayouts/slideLayout2663.xml"/><Relationship Id="rId14" Type="http://schemas.openxmlformats.org/officeDocument/2006/relationships/slideLayout" Target="../slideLayouts/slideLayout2664.xml"/>
</Relationships>
</file>

<file path=ppt/slideMasters/_rels/slideMaster223.xml.rels><?xml version="1.0" encoding="UTF-8"?>
<Relationships xmlns="http://schemas.openxmlformats.org/package/2006/relationships"><Relationship Id="rId1" Type="http://schemas.openxmlformats.org/officeDocument/2006/relationships/theme" Target="../theme/theme223.xml"/><Relationship Id="rId2" Type="http://schemas.openxmlformats.org/officeDocument/2006/relationships/image" Target="../media/image225.jpeg"/><Relationship Id="rId3" Type="http://schemas.openxmlformats.org/officeDocument/2006/relationships/slideLayout" Target="../slideLayouts/slideLayout2665.xml"/><Relationship Id="rId4" Type="http://schemas.openxmlformats.org/officeDocument/2006/relationships/slideLayout" Target="../slideLayouts/slideLayout2666.xml"/><Relationship Id="rId5" Type="http://schemas.openxmlformats.org/officeDocument/2006/relationships/slideLayout" Target="../slideLayouts/slideLayout2667.xml"/><Relationship Id="rId6" Type="http://schemas.openxmlformats.org/officeDocument/2006/relationships/slideLayout" Target="../slideLayouts/slideLayout2668.xml"/><Relationship Id="rId7" Type="http://schemas.openxmlformats.org/officeDocument/2006/relationships/slideLayout" Target="../slideLayouts/slideLayout2669.xml"/><Relationship Id="rId8" Type="http://schemas.openxmlformats.org/officeDocument/2006/relationships/slideLayout" Target="../slideLayouts/slideLayout2670.xml"/><Relationship Id="rId9" Type="http://schemas.openxmlformats.org/officeDocument/2006/relationships/slideLayout" Target="../slideLayouts/slideLayout2671.xml"/><Relationship Id="rId10" Type="http://schemas.openxmlformats.org/officeDocument/2006/relationships/slideLayout" Target="../slideLayouts/slideLayout2672.xml"/><Relationship Id="rId11" Type="http://schemas.openxmlformats.org/officeDocument/2006/relationships/slideLayout" Target="../slideLayouts/slideLayout2673.xml"/><Relationship Id="rId12" Type="http://schemas.openxmlformats.org/officeDocument/2006/relationships/slideLayout" Target="../slideLayouts/slideLayout2674.xml"/><Relationship Id="rId13" Type="http://schemas.openxmlformats.org/officeDocument/2006/relationships/slideLayout" Target="../slideLayouts/slideLayout2675.xml"/><Relationship Id="rId14" Type="http://schemas.openxmlformats.org/officeDocument/2006/relationships/slideLayout" Target="../slideLayouts/slideLayout2676.xml"/>
</Relationships>
</file>

<file path=ppt/slideMasters/_rels/slideMaster224.xml.rels><?xml version="1.0" encoding="UTF-8"?>
<Relationships xmlns="http://schemas.openxmlformats.org/package/2006/relationships"><Relationship Id="rId1" Type="http://schemas.openxmlformats.org/officeDocument/2006/relationships/theme" Target="../theme/theme224.xml"/><Relationship Id="rId2" Type="http://schemas.openxmlformats.org/officeDocument/2006/relationships/image" Target="../media/image226.jpeg"/><Relationship Id="rId3" Type="http://schemas.openxmlformats.org/officeDocument/2006/relationships/slideLayout" Target="../slideLayouts/slideLayout2677.xml"/><Relationship Id="rId4" Type="http://schemas.openxmlformats.org/officeDocument/2006/relationships/slideLayout" Target="../slideLayouts/slideLayout2678.xml"/><Relationship Id="rId5" Type="http://schemas.openxmlformats.org/officeDocument/2006/relationships/slideLayout" Target="../slideLayouts/slideLayout2679.xml"/><Relationship Id="rId6" Type="http://schemas.openxmlformats.org/officeDocument/2006/relationships/slideLayout" Target="../slideLayouts/slideLayout2680.xml"/><Relationship Id="rId7" Type="http://schemas.openxmlformats.org/officeDocument/2006/relationships/slideLayout" Target="../slideLayouts/slideLayout2681.xml"/><Relationship Id="rId8" Type="http://schemas.openxmlformats.org/officeDocument/2006/relationships/slideLayout" Target="../slideLayouts/slideLayout2682.xml"/><Relationship Id="rId9" Type="http://schemas.openxmlformats.org/officeDocument/2006/relationships/slideLayout" Target="../slideLayouts/slideLayout2683.xml"/><Relationship Id="rId10" Type="http://schemas.openxmlformats.org/officeDocument/2006/relationships/slideLayout" Target="../slideLayouts/slideLayout2684.xml"/><Relationship Id="rId11" Type="http://schemas.openxmlformats.org/officeDocument/2006/relationships/slideLayout" Target="../slideLayouts/slideLayout2685.xml"/><Relationship Id="rId12" Type="http://schemas.openxmlformats.org/officeDocument/2006/relationships/slideLayout" Target="../slideLayouts/slideLayout2686.xml"/><Relationship Id="rId13" Type="http://schemas.openxmlformats.org/officeDocument/2006/relationships/slideLayout" Target="../slideLayouts/slideLayout2687.xml"/><Relationship Id="rId14" Type="http://schemas.openxmlformats.org/officeDocument/2006/relationships/slideLayout" Target="../slideLayouts/slideLayout2688.xml"/>
</Relationships>
</file>

<file path=ppt/slideMasters/_rels/slideMaster225.xml.rels><?xml version="1.0" encoding="UTF-8"?>
<Relationships xmlns="http://schemas.openxmlformats.org/package/2006/relationships"><Relationship Id="rId1" Type="http://schemas.openxmlformats.org/officeDocument/2006/relationships/theme" Target="../theme/theme225.xml"/><Relationship Id="rId2" Type="http://schemas.openxmlformats.org/officeDocument/2006/relationships/image" Target="../media/image227.jpeg"/><Relationship Id="rId3" Type="http://schemas.openxmlformats.org/officeDocument/2006/relationships/slideLayout" Target="../slideLayouts/slideLayout2689.xml"/><Relationship Id="rId4" Type="http://schemas.openxmlformats.org/officeDocument/2006/relationships/slideLayout" Target="../slideLayouts/slideLayout2690.xml"/><Relationship Id="rId5" Type="http://schemas.openxmlformats.org/officeDocument/2006/relationships/slideLayout" Target="../slideLayouts/slideLayout2691.xml"/><Relationship Id="rId6" Type="http://schemas.openxmlformats.org/officeDocument/2006/relationships/slideLayout" Target="../slideLayouts/slideLayout2692.xml"/><Relationship Id="rId7" Type="http://schemas.openxmlformats.org/officeDocument/2006/relationships/slideLayout" Target="../slideLayouts/slideLayout2693.xml"/><Relationship Id="rId8" Type="http://schemas.openxmlformats.org/officeDocument/2006/relationships/slideLayout" Target="../slideLayouts/slideLayout2694.xml"/><Relationship Id="rId9" Type="http://schemas.openxmlformats.org/officeDocument/2006/relationships/slideLayout" Target="../slideLayouts/slideLayout2695.xml"/><Relationship Id="rId10" Type="http://schemas.openxmlformats.org/officeDocument/2006/relationships/slideLayout" Target="../slideLayouts/slideLayout2696.xml"/><Relationship Id="rId11" Type="http://schemas.openxmlformats.org/officeDocument/2006/relationships/slideLayout" Target="../slideLayouts/slideLayout2697.xml"/><Relationship Id="rId12" Type="http://schemas.openxmlformats.org/officeDocument/2006/relationships/slideLayout" Target="../slideLayouts/slideLayout2698.xml"/><Relationship Id="rId13" Type="http://schemas.openxmlformats.org/officeDocument/2006/relationships/slideLayout" Target="../slideLayouts/slideLayout2699.xml"/><Relationship Id="rId14" Type="http://schemas.openxmlformats.org/officeDocument/2006/relationships/slideLayout" Target="../slideLayouts/slideLayout2700.xml"/>
</Relationships>
</file>

<file path=ppt/slideMasters/_rels/slideMaster226.xml.rels><?xml version="1.0" encoding="UTF-8"?>
<Relationships xmlns="http://schemas.openxmlformats.org/package/2006/relationships"><Relationship Id="rId1" Type="http://schemas.openxmlformats.org/officeDocument/2006/relationships/theme" Target="../theme/theme226.xml"/><Relationship Id="rId2" Type="http://schemas.openxmlformats.org/officeDocument/2006/relationships/slideLayout" Target="../slideLayouts/slideLayout2701.xml"/><Relationship Id="rId3" Type="http://schemas.openxmlformats.org/officeDocument/2006/relationships/slideLayout" Target="../slideLayouts/slideLayout2702.xml"/><Relationship Id="rId4" Type="http://schemas.openxmlformats.org/officeDocument/2006/relationships/slideLayout" Target="../slideLayouts/slideLayout2703.xml"/><Relationship Id="rId5" Type="http://schemas.openxmlformats.org/officeDocument/2006/relationships/slideLayout" Target="../slideLayouts/slideLayout2704.xml"/><Relationship Id="rId6" Type="http://schemas.openxmlformats.org/officeDocument/2006/relationships/slideLayout" Target="../slideLayouts/slideLayout2705.xml"/><Relationship Id="rId7" Type="http://schemas.openxmlformats.org/officeDocument/2006/relationships/slideLayout" Target="../slideLayouts/slideLayout2706.xml"/><Relationship Id="rId8" Type="http://schemas.openxmlformats.org/officeDocument/2006/relationships/slideLayout" Target="../slideLayouts/slideLayout2707.xml"/><Relationship Id="rId9" Type="http://schemas.openxmlformats.org/officeDocument/2006/relationships/slideLayout" Target="../slideLayouts/slideLayout2708.xml"/><Relationship Id="rId10" Type="http://schemas.openxmlformats.org/officeDocument/2006/relationships/slideLayout" Target="../slideLayouts/slideLayout2709.xml"/><Relationship Id="rId11" Type="http://schemas.openxmlformats.org/officeDocument/2006/relationships/slideLayout" Target="../slideLayouts/slideLayout2710.xml"/><Relationship Id="rId12" Type="http://schemas.openxmlformats.org/officeDocument/2006/relationships/slideLayout" Target="../slideLayouts/slideLayout2711.xml"/><Relationship Id="rId13" Type="http://schemas.openxmlformats.org/officeDocument/2006/relationships/slideLayout" Target="../slideLayouts/slideLayout2712.xml"/>
</Relationships>
</file>

<file path=ppt/slideMasters/_rels/slideMaster227.xml.rels><?xml version="1.0" encoding="UTF-8"?>
<Relationships xmlns="http://schemas.openxmlformats.org/package/2006/relationships"><Relationship Id="rId1" Type="http://schemas.openxmlformats.org/officeDocument/2006/relationships/theme" Target="../theme/theme227.xml"/><Relationship Id="rId2" Type="http://schemas.openxmlformats.org/officeDocument/2006/relationships/image" Target="../media/image228.jpeg"/><Relationship Id="rId3" Type="http://schemas.openxmlformats.org/officeDocument/2006/relationships/slideLayout" Target="../slideLayouts/slideLayout2713.xml"/><Relationship Id="rId4" Type="http://schemas.openxmlformats.org/officeDocument/2006/relationships/slideLayout" Target="../slideLayouts/slideLayout2714.xml"/><Relationship Id="rId5" Type="http://schemas.openxmlformats.org/officeDocument/2006/relationships/slideLayout" Target="../slideLayouts/slideLayout2715.xml"/><Relationship Id="rId6" Type="http://schemas.openxmlformats.org/officeDocument/2006/relationships/slideLayout" Target="../slideLayouts/slideLayout2716.xml"/><Relationship Id="rId7" Type="http://schemas.openxmlformats.org/officeDocument/2006/relationships/slideLayout" Target="../slideLayouts/slideLayout2717.xml"/><Relationship Id="rId8" Type="http://schemas.openxmlformats.org/officeDocument/2006/relationships/slideLayout" Target="../slideLayouts/slideLayout2718.xml"/><Relationship Id="rId9" Type="http://schemas.openxmlformats.org/officeDocument/2006/relationships/slideLayout" Target="../slideLayouts/slideLayout2719.xml"/><Relationship Id="rId10" Type="http://schemas.openxmlformats.org/officeDocument/2006/relationships/slideLayout" Target="../slideLayouts/slideLayout2720.xml"/><Relationship Id="rId11" Type="http://schemas.openxmlformats.org/officeDocument/2006/relationships/slideLayout" Target="../slideLayouts/slideLayout2721.xml"/><Relationship Id="rId12" Type="http://schemas.openxmlformats.org/officeDocument/2006/relationships/slideLayout" Target="../slideLayouts/slideLayout2722.xml"/><Relationship Id="rId13" Type="http://schemas.openxmlformats.org/officeDocument/2006/relationships/slideLayout" Target="../slideLayouts/slideLayout2723.xml"/><Relationship Id="rId14" Type="http://schemas.openxmlformats.org/officeDocument/2006/relationships/slideLayout" Target="../slideLayouts/slideLayout2724.xml"/>
</Relationships>
</file>

<file path=ppt/slideMasters/_rels/slideMaster228.xml.rels><?xml version="1.0" encoding="UTF-8"?>
<Relationships xmlns="http://schemas.openxmlformats.org/package/2006/relationships"><Relationship Id="rId1" Type="http://schemas.openxmlformats.org/officeDocument/2006/relationships/theme" Target="../theme/theme228.xml"/><Relationship Id="rId2" Type="http://schemas.openxmlformats.org/officeDocument/2006/relationships/image" Target="../media/image229.jpeg"/><Relationship Id="rId3" Type="http://schemas.openxmlformats.org/officeDocument/2006/relationships/image" Target="../media/image230.jpeg"/><Relationship Id="rId4" Type="http://schemas.openxmlformats.org/officeDocument/2006/relationships/slideLayout" Target="../slideLayouts/slideLayout2725.xml"/><Relationship Id="rId5" Type="http://schemas.openxmlformats.org/officeDocument/2006/relationships/slideLayout" Target="../slideLayouts/slideLayout2726.xml"/><Relationship Id="rId6" Type="http://schemas.openxmlformats.org/officeDocument/2006/relationships/slideLayout" Target="../slideLayouts/slideLayout2727.xml"/><Relationship Id="rId7" Type="http://schemas.openxmlformats.org/officeDocument/2006/relationships/slideLayout" Target="../slideLayouts/slideLayout2728.xml"/><Relationship Id="rId8" Type="http://schemas.openxmlformats.org/officeDocument/2006/relationships/slideLayout" Target="../slideLayouts/slideLayout2729.xml"/><Relationship Id="rId9" Type="http://schemas.openxmlformats.org/officeDocument/2006/relationships/slideLayout" Target="../slideLayouts/slideLayout2730.xml"/><Relationship Id="rId10" Type="http://schemas.openxmlformats.org/officeDocument/2006/relationships/slideLayout" Target="../slideLayouts/slideLayout2731.xml"/><Relationship Id="rId11" Type="http://schemas.openxmlformats.org/officeDocument/2006/relationships/slideLayout" Target="../slideLayouts/slideLayout2732.xml"/><Relationship Id="rId12" Type="http://schemas.openxmlformats.org/officeDocument/2006/relationships/slideLayout" Target="../slideLayouts/slideLayout2733.xml"/><Relationship Id="rId13" Type="http://schemas.openxmlformats.org/officeDocument/2006/relationships/slideLayout" Target="../slideLayouts/slideLayout2734.xml"/><Relationship Id="rId14" Type="http://schemas.openxmlformats.org/officeDocument/2006/relationships/slideLayout" Target="../slideLayouts/slideLayout2735.xml"/><Relationship Id="rId15" Type="http://schemas.openxmlformats.org/officeDocument/2006/relationships/slideLayout" Target="../slideLayouts/slideLayout2736.xml"/>
</Relationships>
</file>

<file path=ppt/slideMasters/_rels/slideMaster229.xml.rels><?xml version="1.0" encoding="UTF-8"?>
<Relationships xmlns="http://schemas.openxmlformats.org/package/2006/relationships"><Relationship Id="rId1" Type="http://schemas.openxmlformats.org/officeDocument/2006/relationships/theme" Target="../theme/theme229.xml"/><Relationship Id="rId2" Type="http://schemas.openxmlformats.org/officeDocument/2006/relationships/image" Target="../media/image231.jpeg"/><Relationship Id="rId3" Type="http://schemas.openxmlformats.org/officeDocument/2006/relationships/slideLayout" Target="../slideLayouts/slideLayout2737.xml"/><Relationship Id="rId4" Type="http://schemas.openxmlformats.org/officeDocument/2006/relationships/slideLayout" Target="../slideLayouts/slideLayout2738.xml"/><Relationship Id="rId5" Type="http://schemas.openxmlformats.org/officeDocument/2006/relationships/slideLayout" Target="../slideLayouts/slideLayout2739.xml"/><Relationship Id="rId6" Type="http://schemas.openxmlformats.org/officeDocument/2006/relationships/slideLayout" Target="../slideLayouts/slideLayout2740.xml"/><Relationship Id="rId7" Type="http://schemas.openxmlformats.org/officeDocument/2006/relationships/slideLayout" Target="../slideLayouts/slideLayout2741.xml"/><Relationship Id="rId8" Type="http://schemas.openxmlformats.org/officeDocument/2006/relationships/slideLayout" Target="../slideLayouts/slideLayout2742.xml"/><Relationship Id="rId9" Type="http://schemas.openxmlformats.org/officeDocument/2006/relationships/slideLayout" Target="../slideLayouts/slideLayout2743.xml"/><Relationship Id="rId10" Type="http://schemas.openxmlformats.org/officeDocument/2006/relationships/slideLayout" Target="../slideLayouts/slideLayout2744.xml"/><Relationship Id="rId11" Type="http://schemas.openxmlformats.org/officeDocument/2006/relationships/slideLayout" Target="../slideLayouts/slideLayout2745.xml"/><Relationship Id="rId12" Type="http://schemas.openxmlformats.org/officeDocument/2006/relationships/slideLayout" Target="../slideLayouts/slideLayout2746.xml"/><Relationship Id="rId13" Type="http://schemas.openxmlformats.org/officeDocument/2006/relationships/slideLayout" Target="../slideLayouts/slideLayout2747.xml"/><Relationship Id="rId14" Type="http://schemas.openxmlformats.org/officeDocument/2006/relationships/slideLayout" Target="../slideLayouts/slideLayout2748.xml"/>
</Relationships>
</file>

<file path=ppt/slideMasters/_rels/slideMaster230.xml.rels><?xml version="1.0" encoding="UTF-8"?>
<Relationships xmlns="http://schemas.openxmlformats.org/package/2006/relationships"><Relationship Id="rId1" Type="http://schemas.openxmlformats.org/officeDocument/2006/relationships/theme" Target="../theme/theme230.xml"/><Relationship Id="rId2" Type="http://schemas.openxmlformats.org/officeDocument/2006/relationships/image" Target="../media/image232.jpeg"/><Relationship Id="rId3" Type="http://schemas.openxmlformats.org/officeDocument/2006/relationships/slideLayout" Target="../slideLayouts/slideLayout2749.xml"/><Relationship Id="rId4" Type="http://schemas.openxmlformats.org/officeDocument/2006/relationships/slideLayout" Target="../slideLayouts/slideLayout2750.xml"/><Relationship Id="rId5" Type="http://schemas.openxmlformats.org/officeDocument/2006/relationships/slideLayout" Target="../slideLayouts/slideLayout2751.xml"/><Relationship Id="rId6" Type="http://schemas.openxmlformats.org/officeDocument/2006/relationships/slideLayout" Target="../slideLayouts/slideLayout2752.xml"/><Relationship Id="rId7" Type="http://schemas.openxmlformats.org/officeDocument/2006/relationships/slideLayout" Target="../slideLayouts/slideLayout2753.xml"/><Relationship Id="rId8" Type="http://schemas.openxmlformats.org/officeDocument/2006/relationships/slideLayout" Target="../slideLayouts/slideLayout2754.xml"/><Relationship Id="rId9" Type="http://schemas.openxmlformats.org/officeDocument/2006/relationships/slideLayout" Target="../slideLayouts/slideLayout2755.xml"/><Relationship Id="rId10" Type="http://schemas.openxmlformats.org/officeDocument/2006/relationships/slideLayout" Target="../slideLayouts/slideLayout2756.xml"/><Relationship Id="rId11" Type="http://schemas.openxmlformats.org/officeDocument/2006/relationships/slideLayout" Target="../slideLayouts/slideLayout2757.xml"/><Relationship Id="rId12" Type="http://schemas.openxmlformats.org/officeDocument/2006/relationships/slideLayout" Target="../slideLayouts/slideLayout2758.xml"/><Relationship Id="rId13" Type="http://schemas.openxmlformats.org/officeDocument/2006/relationships/slideLayout" Target="../slideLayouts/slideLayout2759.xml"/><Relationship Id="rId14" Type="http://schemas.openxmlformats.org/officeDocument/2006/relationships/slideLayout" Target="../slideLayouts/slideLayout2760.xml"/>
</Relationships>
</file>

<file path=ppt/slideMasters/_rels/slideMaster231.xml.rels><?xml version="1.0" encoding="UTF-8"?>
<Relationships xmlns="http://schemas.openxmlformats.org/package/2006/relationships"><Relationship Id="rId1" Type="http://schemas.openxmlformats.org/officeDocument/2006/relationships/theme" Target="../theme/theme231.xml"/><Relationship Id="rId2" Type="http://schemas.openxmlformats.org/officeDocument/2006/relationships/image" Target="../media/image233.jpeg"/><Relationship Id="rId3" Type="http://schemas.openxmlformats.org/officeDocument/2006/relationships/slideLayout" Target="../slideLayouts/slideLayout2761.xml"/><Relationship Id="rId4" Type="http://schemas.openxmlformats.org/officeDocument/2006/relationships/slideLayout" Target="../slideLayouts/slideLayout2762.xml"/><Relationship Id="rId5" Type="http://schemas.openxmlformats.org/officeDocument/2006/relationships/slideLayout" Target="../slideLayouts/slideLayout2763.xml"/><Relationship Id="rId6" Type="http://schemas.openxmlformats.org/officeDocument/2006/relationships/slideLayout" Target="../slideLayouts/slideLayout2764.xml"/><Relationship Id="rId7" Type="http://schemas.openxmlformats.org/officeDocument/2006/relationships/slideLayout" Target="../slideLayouts/slideLayout2765.xml"/><Relationship Id="rId8" Type="http://schemas.openxmlformats.org/officeDocument/2006/relationships/slideLayout" Target="../slideLayouts/slideLayout2766.xml"/><Relationship Id="rId9" Type="http://schemas.openxmlformats.org/officeDocument/2006/relationships/slideLayout" Target="../slideLayouts/slideLayout2767.xml"/><Relationship Id="rId10" Type="http://schemas.openxmlformats.org/officeDocument/2006/relationships/slideLayout" Target="../slideLayouts/slideLayout2768.xml"/><Relationship Id="rId11" Type="http://schemas.openxmlformats.org/officeDocument/2006/relationships/slideLayout" Target="../slideLayouts/slideLayout2769.xml"/><Relationship Id="rId12" Type="http://schemas.openxmlformats.org/officeDocument/2006/relationships/slideLayout" Target="../slideLayouts/slideLayout2770.xml"/><Relationship Id="rId13" Type="http://schemas.openxmlformats.org/officeDocument/2006/relationships/slideLayout" Target="../slideLayouts/slideLayout2771.xml"/><Relationship Id="rId14" Type="http://schemas.openxmlformats.org/officeDocument/2006/relationships/slideLayout" Target="../slideLayouts/slideLayout2772.xml"/>
</Relationships>
</file>

<file path=ppt/slideMasters/_rels/slideMaster232.xml.rels><?xml version="1.0" encoding="UTF-8"?>
<Relationships xmlns="http://schemas.openxmlformats.org/package/2006/relationships"><Relationship Id="rId1" Type="http://schemas.openxmlformats.org/officeDocument/2006/relationships/theme" Target="../theme/theme232.xml"/><Relationship Id="rId2" Type="http://schemas.openxmlformats.org/officeDocument/2006/relationships/image" Target="../media/image234.jpeg"/><Relationship Id="rId3" Type="http://schemas.openxmlformats.org/officeDocument/2006/relationships/slideLayout" Target="../slideLayouts/slideLayout2773.xml"/><Relationship Id="rId4" Type="http://schemas.openxmlformats.org/officeDocument/2006/relationships/slideLayout" Target="../slideLayouts/slideLayout2774.xml"/><Relationship Id="rId5" Type="http://schemas.openxmlformats.org/officeDocument/2006/relationships/slideLayout" Target="../slideLayouts/slideLayout2775.xml"/><Relationship Id="rId6" Type="http://schemas.openxmlformats.org/officeDocument/2006/relationships/slideLayout" Target="../slideLayouts/slideLayout2776.xml"/><Relationship Id="rId7" Type="http://schemas.openxmlformats.org/officeDocument/2006/relationships/slideLayout" Target="../slideLayouts/slideLayout2777.xml"/><Relationship Id="rId8" Type="http://schemas.openxmlformats.org/officeDocument/2006/relationships/slideLayout" Target="../slideLayouts/slideLayout2778.xml"/><Relationship Id="rId9" Type="http://schemas.openxmlformats.org/officeDocument/2006/relationships/slideLayout" Target="../slideLayouts/slideLayout2779.xml"/><Relationship Id="rId10" Type="http://schemas.openxmlformats.org/officeDocument/2006/relationships/slideLayout" Target="../slideLayouts/slideLayout2780.xml"/><Relationship Id="rId11" Type="http://schemas.openxmlformats.org/officeDocument/2006/relationships/slideLayout" Target="../slideLayouts/slideLayout2781.xml"/><Relationship Id="rId12" Type="http://schemas.openxmlformats.org/officeDocument/2006/relationships/slideLayout" Target="../slideLayouts/slideLayout2782.xml"/><Relationship Id="rId13" Type="http://schemas.openxmlformats.org/officeDocument/2006/relationships/slideLayout" Target="../slideLayouts/slideLayout2783.xml"/><Relationship Id="rId14" Type="http://schemas.openxmlformats.org/officeDocument/2006/relationships/slideLayout" Target="../slideLayouts/slideLayout2784.xml"/>
</Relationships>
</file>

<file path=ppt/slideMasters/_rels/slideMaster233.xml.rels><?xml version="1.0" encoding="UTF-8"?>
<Relationships xmlns="http://schemas.openxmlformats.org/package/2006/relationships"><Relationship Id="rId1" Type="http://schemas.openxmlformats.org/officeDocument/2006/relationships/theme" Target="../theme/theme233.xml"/><Relationship Id="rId2" Type="http://schemas.openxmlformats.org/officeDocument/2006/relationships/slideLayout" Target="../slideLayouts/slideLayout2785.xml"/><Relationship Id="rId3" Type="http://schemas.openxmlformats.org/officeDocument/2006/relationships/slideLayout" Target="../slideLayouts/slideLayout2786.xml"/><Relationship Id="rId4" Type="http://schemas.openxmlformats.org/officeDocument/2006/relationships/slideLayout" Target="../slideLayouts/slideLayout2787.xml"/><Relationship Id="rId5" Type="http://schemas.openxmlformats.org/officeDocument/2006/relationships/slideLayout" Target="../slideLayouts/slideLayout2788.xml"/><Relationship Id="rId6" Type="http://schemas.openxmlformats.org/officeDocument/2006/relationships/slideLayout" Target="../slideLayouts/slideLayout2789.xml"/><Relationship Id="rId7" Type="http://schemas.openxmlformats.org/officeDocument/2006/relationships/slideLayout" Target="../slideLayouts/slideLayout2790.xml"/><Relationship Id="rId8" Type="http://schemas.openxmlformats.org/officeDocument/2006/relationships/slideLayout" Target="../slideLayouts/slideLayout2791.xml"/><Relationship Id="rId9" Type="http://schemas.openxmlformats.org/officeDocument/2006/relationships/slideLayout" Target="../slideLayouts/slideLayout2792.xml"/><Relationship Id="rId10" Type="http://schemas.openxmlformats.org/officeDocument/2006/relationships/slideLayout" Target="../slideLayouts/slideLayout2793.xml"/><Relationship Id="rId11" Type="http://schemas.openxmlformats.org/officeDocument/2006/relationships/slideLayout" Target="../slideLayouts/slideLayout2794.xml"/><Relationship Id="rId12" Type="http://schemas.openxmlformats.org/officeDocument/2006/relationships/slideLayout" Target="../slideLayouts/slideLayout2795.xml"/><Relationship Id="rId13" Type="http://schemas.openxmlformats.org/officeDocument/2006/relationships/slideLayout" Target="../slideLayouts/slideLayout2796.xml"/>
</Relationships>
</file>

<file path=ppt/slideMasters/_rels/slideMaster234.xml.rels><?xml version="1.0" encoding="UTF-8"?>
<Relationships xmlns="http://schemas.openxmlformats.org/package/2006/relationships"><Relationship Id="rId1" Type="http://schemas.openxmlformats.org/officeDocument/2006/relationships/theme" Target="../theme/theme234.xml"/><Relationship Id="rId2" Type="http://schemas.openxmlformats.org/officeDocument/2006/relationships/image" Target="../media/image235.jpeg"/><Relationship Id="rId3" Type="http://schemas.openxmlformats.org/officeDocument/2006/relationships/slideLayout" Target="../slideLayouts/slideLayout2797.xml"/><Relationship Id="rId4" Type="http://schemas.openxmlformats.org/officeDocument/2006/relationships/slideLayout" Target="../slideLayouts/slideLayout2798.xml"/><Relationship Id="rId5" Type="http://schemas.openxmlformats.org/officeDocument/2006/relationships/slideLayout" Target="../slideLayouts/slideLayout2799.xml"/><Relationship Id="rId6" Type="http://schemas.openxmlformats.org/officeDocument/2006/relationships/slideLayout" Target="../slideLayouts/slideLayout2800.xml"/><Relationship Id="rId7" Type="http://schemas.openxmlformats.org/officeDocument/2006/relationships/slideLayout" Target="../slideLayouts/slideLayout2801.xml"/><Relationship Id="rId8" Type="http://schemas.openxmlformats.org/officeDocument/2006/relationships/slideLayout" Target="../slideLayouts/slideLayout2802.xml"/><Relationship Id="rId9" Type="http://schemas.openxmlformats.org/officeDocument/2006/relationships/slideLayout" Target="../slideLayouts/slideLayout2803.xml"/><Relationship Id="rId10" Type="http://schemas.openxmlformats.org/officeDocument/2006/relationships/slideLayout" Target="../slideLayouts/slideLayout2804.xml"/><Relationship Id="rId11" Type="http://schemas.openxmlformats.org/officeDocument/2006/relationships/slideLayout" Target="../slideLayouts/slideLayout2805.xml"/><Relationship Id="rId12" Type="http://schemas.openxmlformats.org/officeDocument/2006/relationships/slideLayout" Target="../slideLayouts/slideLayout2806.xml"/><Relationship Id="rId13" Type="http://schemas.openxmlformats.org/officeDocument/2006/relationships/slideLayout" Target="../slideLayouts/slideLayout2807.xml"/><Relationship Id="rId14" Type="http://schemas.openxmlformats.org/officeDocument/2006/relationships/slideLayout" Target="../slideLayouts/slideLayout2808.xml"/>
</Relationships>
</file>

<file path=ppt/slideMasters/_rels/slideMaster235.xml.rels><?xml version="1.0" encoding="UTF-8"?>
<Relationships xmlns="http://schemas.openxmlformats.org/package/2006/relationships"><Relationship Id="rId1" Type="http://schemas.openxmlformats.org/officeDocument/2006/relationships/theme" Target="../theme/theme235.xml"/><Relationship Id="rId2" Type="http://schemas.openxmlformats.org/officeDocument/2006/relationships/image" Target="../media/image236.jpeg"/><Relationship Id="rId3" Type="http://schemas.openxmlformats.org/officeDocument/2006/relationships/slideLayout" Target="../slideLayouts/slideLayout2809.xml"/><Relationship Id="rId4" Type="http://schemas.openxmlformats.org/officeDocument/2006/relationships/slideLayout" Target="../slideLayouts/slideLayout2810.xml"/><Relationship Id="rId5" Type="http://schemas.openxmlformats.org/officeDocument/2006/relationships/slideLayout" Target="../slideLayouts/slideLayout2811.xml"/><Relationship Id="rId6" Type="http://schemas.openxmlformats.org/officeDocument/2006/relationships/slideLayout" Target="../slideLayouts/slideLayout2812.xml"/><Relationship Id="rId7" Type="http://schemas.openxmlformats.org/officeDocument/2006/relationships/slideLayout" Target="../slideLayouts/slideLayout2813.xml"/><Relationship Id="rId8" Type="http://schemas.openxmlformats.org/officeDocument/2006/relationships/slideLayout" Target="../slideLayouts/slideLayout2814.xml"/><Relationship Id="rId9" Type="http://schemas.openxmlformats.org/officeDocument/2006/relationships/slideLayout" Target="../slideLayouts/slideLayout2815.xml"/><Relationship Id="rId10" Type="http://schemas.openxmlformats.org/officeDocument/2006/relationships/slideLayout" Target="../slideLayouts/slideLayout2816.xml"/><Relationship Id="rId11" Type="http://schemas.openxmlformats.org/officeDocument/2006/relationships/slideLayout" Target="../slideLayouts/slideLayout2817.xml"/><Relationship Id="rId12" Type="http://schemas.openxmlformats.org/officeDocument/2006/relationships/slideLayout" Target="../slideLayouts/slideLayout2818.xml"/><Relationship Id="rId13" Type="http://schemas.openxmlformats.org/officeDocument/2006/relationships/slideLayout" Target="../slideLayouts/slideLayout2819.xml"/><Relationship Id="rId14" Type="http://schemas.openxmlformats.org/officeDocument/2006/relationships/slideLayout" Target="../slideLayouts/slideLayout2820.xml"/>
</Relationships>
</file>

<file path=ppt/slideMasters/_rels/slideMaster236.xml.rels><?xml version="1.0" encoding="UTF-8"?>
<Relationships xmlns="http://schemas.openxmlformats.org/package/2006/relationships"><Relationship Id="rId1" Type="http://schemas.openxmlformats.org/officeDocument/2006/relationships/theme" Target="../theme/theme236.xml"/><Relationship Id="rId2" Type="http://schemas.openxmlformats.org/officeDocument/2006/relationships/image" Target="../media/image237.jpeg"/><Relationship Id="rId3" Type="http://schemas.openxmlformats.org/officeDocument/2006/relationships/image" Target="../media/image238.jpeg"/><Relationship Id="rId4" Type="http://schemas.openxmlformats.org/officeDocument/2006/relationships/slideLayout" Target="../slideLayouts/slideLayout2821.xml"/><Relationship Id="rId5" Type="http://schemas.openxmlformats.org/officeDocument/2006/relationships/slideLayout" Target="../slideLayouts/slideLayout2822.xml"/><Relationship Id="rId6" Type="http://schemas.openxmlformats.org/officeDocument/2006/relationships/slideLayout" Target="../slideLayouts/slideLayout2823.xml"/><Relationship Id="rId7" Type="http://schemas.openxmlformats.org/officeDocument/2006/relationships/slideLayout" Target="../slideLayouts/slideLayout2824.xml"/><Relationship Id="rId8" Type="http://schemas.openxmlformats.org/officeDocument/2006/relationships/slideLayout" Target="../slideLayouts/slideLayout2825.xml"/><Relationship Id="rId9" Type="http://schemas.openxmlformats.org/officeDocument/2006/relationships/slideLayout" Target="../slideLayouts/slideLayout2826.xml"/><Relationship Id="rId10" Type="http://schemas.openxmlformats.org/officeDocument/2006/relationships/slideLayout" Target="../slideLayouts/slideLayout2827.xml"/><Relationship Id="rId11" Type="http://schemas.openxmlformats.org/officeDocument/2006/relationships/slideLayout" Target="../slideLayouts/slideLayout2828.xml"/><Relationship Id="rId12" Type="http://schemas.openxmlformats.org/officeDocument/2006/relationships/slideLayout" Target="../slideLayouts/slideLayout2829.xml"/><Relationship Id="rId13" Type="http://schemas.openxmlformats.org/officeDocument/2006/relationships/slideLayout" Target="../slideLayouts/slideLayout2830.xml"/><Relationship Id="rId14" Type="http://schemas.openxmlformats.org/officeDocument/2006/relationships/slideLayout" Target="../slideLayouts/slideLayout2831.xml"/><Relationship Id="rId15" Type="http://schemas.openxmlformats.org/officeDocument/2006/relationships/slideLayout" Target="../slideLayouts/slideLayout2832.xml"/>
</Relationships>
</file>

<file path=ppt/slideMasters/_rels/slideMaster237.xml.rels><?xml version="1.0" encoding="UTF-8"?>
<Relationships xmlns="http://schemas.openxmlformats.org/package/2006/relationships"><Relationship Id="rId1" Type="http://schemas.openxmlformats.org/officeDocument/2006/relationships/theme" Target="../theme/theme237.xml"/><Relationship Id="rId2" Type="http://schemas.openxmlformats.org/officeDocument/2006/relationships/image" Target="../media/image239.jpeg"/><Relationship Id="rId3" Type="http://schemas.openxmlformats.org/officeDocument/2006/relationships/slideLayout" Target="../slideLayouts/slideLayout2833.xml"/><Relationship Id="rId4" Type="http://schemas.openxmlformats.org/officeDocument/2006/relationships/slideLayout" Target="../slideLayouts/slideLayout2834.xml"/><Relationship Id="rId5" Type="http://schemas.openxmlformats.org/officeDocument/2006/relationships/slideLayout" Target="../slideLayouts/slideLayout2835.xml"/><Relationship Id="rId6" Type="http://schemas.openxmlformats.org/officeDocument/2006/relationships/slideLayout" Target="../slideLayouts/slideLayout2836.xml"/><Relationship Id="rId7" Type="http://schemas.openxmlformats.org/officeDocument/2006/relationships/slideLayout" Target="../slideLayouts/slideLayout2837.xml"/><Relationship Id="rId8" Type="http://schemas.openxmlformats.org/officeDocument/2006/relationships/slideLayout" Target="../slideLayouts/slideLayout2838.xml"/><Relationship Id="rId9" Type="http://schemas.openxmlformats.org/officeDocument/2006/relationships/slideLayout" Target="../slideLayouts/slideLayout2839.xml"/><Relationship Id="rId10" Type="http://schemas.openxmlformats.org/officeDocument/2006/relationships/slideLayout" Target="../slideLayouts/slideLayout2840.xml"/><Relationship Id="rId11" Type="http://schemas.openxmlformats.org/officeDocument/2006/relationships/slideLayout" Target="../slideLayouts/slideLayout2841.xml"/><Relationship Id="rId12" Type="http://schemas.openxmlformats.org/officeDocument/2006/relationships/slideLayout" Target="../slideLayouts/slideLayout2842.xml"/><Relationship Id="rId13" Type="http://schemas.openxmlformats.org/officeDocument/2006/relationships/slideLayout" Target="../slideLayouts/slideLayout2843.xml"/><Relationship Id="rId14" Type="http://schemas.openxmlformats.org/officeDocument/2006/relationships/slideLayout" Target="../slideLayouts/slideLayout2844.xml"/>
</Relationships>
</file>

<file path=ppt/slideMasters/_rels/slideMaster238.xml.rels><?xml version="1.0" encoding="UTF-8"?>
<Relationships xmlns="http://schemas.openxmlformats.org/package/2006/relationships"><Relationship Id="rId1" Type="http://schemas.openxmlformats.org/officeDocument/2006/relationships/theme" Target="../theme/theme238.xml"/><Relationship Id="rId2" Type="http://schemas.openxmlformats.org/officeDocument/2006/relationships/image" Target="../media/image240.jpeg"/><Relationship Id="rId3" Type="http://schemas.openxmlformats.org/officeDocument/2006/relationships/slideLayout" Target="../slideLayouts/slideLayout2845.xml"/><Relationship Id="rId4" Type="http://schemas.openxmlformats.org/officeDocument/2006/relationships/slideLayout" Target="../slideLayouts/slideLayout2846.xml"/><Relationship Id="rId5" Type="http://schemas.openxmlformats.org/officeDocument/2006/relationships/slideLayout" Target="../slideLayouts/slideLayout2847.xml"/><Relationship Id="rId6" Type="http://schemas.openxmlformats.org/officeDocument/2006/relationships/slideLayout" Target="../slideLayouts/slideLayout2848.xml"/><Relationship Id="rId7" Type="http://schemas.openxmlformats.org/officeDocument/2006/relationships/slideLayout" Target="../slideLayouts/slideLayout2849.xml"/><Relationship Id="rId8" Type="http://schemas.openxmlformats.org/officeDocument/2006/relationships/slideLayout" Target="../slideLayouts/slideLayout2850.xml"/><Relationship Id="rId9" Type="http://schemas.openxmlformats.org/officeDocument/2006/relationships/slideLayout" Target="../slideLayouts/slideLayout2851.xml"/><Relationship Id="rId10" Type="http://schemas.openxmlformats.org/officeDocument/2006/relationships/slideLayout" Target="../slideLayouts/slideLayout2852.xml"/><Relationship Id="rId11" Type="http://schemas.openxmlformats.org/officeDocument/2006/relationships/slideLayout" Target="../slideLayouts/slideLayout2853.xml"/><Relationship Id="rId12" Type="http://schemas.openxmlformats.org/officeDocument/2006/relationships/slideLayout" Target="../slideLayouts/slideLayout2854.xml"/><Relationship Id="rId13" Type="http://schemas.openxmlformats.org/officeDocument/2006/relationships/slideLayout" Target="../slideLayouts/slideLayout2855.xml"/><Relationship Id="rId14" Type="http://schemas.openxmlformats.org/officeDocument/2006/relationships/slideLayout" Target="../slideLayouts/slideLayout2856.xml"/>
</Relationships>
</file>

<file path=ppt/slideMasters/_rels/slideMaster239.xml.rels><?xml version="1.0" encoding="UTF-8"?>
<Relationships xmlns="http://schemas.openxmlformats.org/package/2006/relationships"><Relationship Id="rId1" Type="http://schemas.openxmlformats.org/officeDocument/2006/relationships/theme" Target="../theme/theme239.xml"/><Relationship Id="rId2" Type="http://schemas.openxmlformats.org/officeDocument/2006/relationships/image" Target="../media/image241.jpeg"/><Relationship Id="rId3" Type="http://schemas.openxmlformats.org/officeDocument/2006/relationships/slideLayout" Target="../slideLayouts/slideLayout2857.xml"/><Relationship Id="rId4" Type="http://schemas.openxmlformats.org/officeDocument/2006/relationships/slideLayout" Target="../slideLayouts/slideLayout2858.xml"/><Relationship Id="rId5" Type="http://schemas.openxmlformats.org/officeDocument/2006/relationships/slideLayout" Target="../slideLayouts/slideLayout2859.xml"/><Relationship Id="rId6" Type="http://schemas.openxmlformats.org/officeDocument/2006/relationships/slideLayout" Target="../slideLayouts/slideLayout2860.xml"/><Relationship Id="rId7" Type="http://schemas.openxmlformats.org/officeDocument/2006/relationships/slideLayout" Target="../slideLayouts/slideLayout2861.xml"/><Relationship Id="rId8" Type="http://schemas.openxmlformats.org/officeDocument/2006/relationships/slideLayout" Target="../slideLayouts/slideLayout2862.xml"/><Relationship Id="rId9" Type="http://schemas.openxmlformats.org/officeDocument/2006/relationships/slideLayout" Target="../slideLayouts/slideLayout2863.xml"/><Relationship Id="rId10" Type="http://schemas.openxmlformats.org/officeDocument/2006/relationships/slideLayout" Target="../slideLayouts/slideLayout2864.xml"/><Relationship Id="rId11" Type="http://schemas.openxmlformats.org/officeDocument/2006/relationships/slideLayout" Target="../slideLayouts/slideLayout2865.xml"/><Relationship Id="rId12" Type="http://schemas.openxmlformats.org/officeDocument/2006/relationships/slideLayout" Target="../slideLayouts/slideLayout2866.xml"/><Relationship Id="rId13" Type="http://schemas.openxmlformats.org/officeDocument/2006/relationships/slideLayout" Target="../slideLayouts/slideLayout2867.xml"/><Relationship Id="rId14" Type="http://schemas.openxmlformats.org/officeDocument/2006/relationships/slideLayout" Target="../slideLayouts/slideLayout2868.xml"/>
</Relationships>
</file>

<file path=ppt/slideMasters/_rels/slideMaster240.xml.rels><?xml version="1.0" encoding="UTF-8"?>
<Relationships xmlns="http://schemas.openxmlformats.org/package/2006/relationships"><Relationship Id="rId1" Type="http://schemas.openxmlformats.org/officeDocument/2006/relationships/theme" Target="../theme/theme240.xml"/><Relationship Id="rId2" Type="http://schemas.openxmlformats.org/officeDocument/2006/relationships/image" Target="../media/image242.jpeg"/><Relationship Id="rId3" Type="http://schemas.openxmlformats.org/officeDocument/2006/relationships/slideLayout" Target="../slideLayouts/slideLayout2869.xml"/><Relationship Id="rId4" Type="http://schemas.openxmlformats.org/officeDocument/2006/relationships/slideLayout" Target="../slideLayouts/slideLayout2870.xml"/><Relationship Id="rId5" Type="http://schemas.openxmlformats.org/officeDocument/2006/relationships/slideLayout" Target="../slideLayouts/slideLayout2871.xml"/><Relationship Id="rId6" Type="http://schemas.openxmlformats.org/officeDocument/2006/relationships/slideLayout" Target="../slideLayouts/slideLayout2872.xml"/><Relationship Id="rId7" Type="http://schemas.openxmlformats.org/officeDocument/2006/relationships/slideLayout" Target="../slideLayouts/slideLayout2873.xml"/><Relationship Id="rId8" Type="http://schemas.openxmlformats.org/officeDocument/2006/relationships/slideLayout" Target="../slideLayouts/slideLayout2874.xml"/><Relationship Id="rId9" Type="http://schemas.openxmlformats.org/officeDocument/2006/relationships/slideLayout" Target="../slideLayouts/slideLayout2875.xml"/><Relationship Id="rId10" Type="http://schemas.openxmlformats.org/officeDocument/2006/relationships/slideLayout" Target="../slideLayouts/slideLayout2876.xml"/><Relationship Id="rId11" Type="http://schemas.openxmlformats.org/officeDocument/2006/relationships/slideLayout" Target="../slideLayouts/slideLayout2877.xml"/><Relationship Id="rId12" Type="http://schemas.openxmlformats.org/officeDocument/2006/relationships/slideLayout" Target="../slideLayouts/slideLayout2878.xml"/><Relationship Id="rId13" Type="http://schemas.openxmlformats.org/officeDocument/2006/relationships/slideLayout" Target="../slideLayouts/slideLayout2879.xml"/><Relationship Id="rId14" Type="http://schemas.openxmlformats.org/officeDocument/2006/relationships/slideLayout" Target="../slideLayouts/slideLayout2880.xml"/>
</Relationships>
</file>

<file path=ppt/slideMasters/_rels/slideMaster241.xml.rels><?xml version="1.0" encoding="UTF-8"?>
<Relationships xmlns="http://schemas.openxmlformats.org/package/2006/relationships"><Relationship Id="rId1" Type="http://schemas.openxmlformats.org/officeDocument/2006/relationships/theme" Target="../theme/theme241.xml"/><Relationship Id="rId2" Type="http://schemas.openxmlformats.org/officeDocument/2006/relationships/slideLayout" Target="../slideLayouts/slideLayout2881.xml"/><Relationship Id="rId3" Type="http://schemas.openxmlformats.org/officeDocument/2006/relationships/slideLayout" Target="../slideLayouts/slideLayout2882.xml"/><Relationship Id="rId4" Type="http://schemas.openxmlformats.org/officeDocument/2006/relationships/slideLayout" Target="../slideLayouts/slideLayout2883.xml"/><Relationship Id="rId5" Type="http://schemas.openxmlformats.org/officeDocument/2006/relationships/slideLayout" Target="../slideLayouts/slideLayout2884.xml"/><Relationship Id="rId6" Type="http://schemas.openxmlformats.org/officeDocument/2006/relationships/slideLayout" Target="../slideLayouts/slideLayout2885.xml"/><Relationship Id="rId7" Type="http://schemas.openxmlformats.org/officeDocument/2006/relationships/slideLayout" Target="../slideLayouts/slideLayout2886.xml"/><Relationship Id="rId8" Type="http://schemas.openxmlformats.org/officeDocument/2006/relationships/slideLayout" Target="../slideLayouts/slideLayout2887.xml"/><Relationship Id="rId9" Type="http://schemas.openxmlformats.org/officeDocument/2006/relationships/slideLayout" Target="../slideLayouts/slideLayout2888.xml"/><Relationship Id="rId10" Type="http://schemas.openxmlformats.org/officeDocument/2006/relationships/slideLayout" Target="../slideLayouts/slideLayout2889.xml"/><Relationship Id="rId11" Type="http://schemas.openxmlformats.org/officeDocument/2006/relationships/slideLayout" Target="../slideLayouts/slideLayout2890.xml"/><Relationship Id="rId12" Type="http://schemas.openxmlformats.org/officeDocument/2006/relationships/slideLayout" Target="../slideLayouts/slideLayout2891.xml"/><Relationship Id="rId13" Type="http://schemas.openxmlformats.org/officeDocument/2006/relationships/slideLayout" Target="../slideLayouts/slideLayout2892.xml"/>
</Relationships>
</file>

<file path=ppt/slideMasters/_rels/slideMaster242.xml.rels><?xml version="1.0" encoding="UTF-8"?>
<Relationships xmlns="http://schemas.openxmlformats.org/package/2006/relationships"><Relationship Id="rId1" Type="http://schemas.openxmlformats.org/officeDocument/2006/relationships/theme" Target="../theme/theme242.xml"/><Relationship Id="rId2" Type="http://schemas.openxmlformats.org/officeDocument/2006/relationships/image" Target="../media/image243.jpeg"/><Relationship Id="rId3" Type="http://schemas.openxmlformats.org/officeDocument/2006/relationships/slideLayout" Target="../slideLayouts/slideLayout2893.xml"/><Relationship Id="rId4" Type="http://schemas.openxmlformats.org/officeDocument/2006/relationships/slideLayout" Target="../slideLayouts/slideLayout2894.xml"/><Relationship Id="rId5" Type="http://schemas.openxmlformats.org/officeDocument/2006/relationships/slideLayout" Target="../slideLayouts/slideLayout2895.xml"/><Relationship Id="rId6" Type="http://schemas.openxmlformats.org/officeDocument/2006/relationships/slideLayout" Target="../slideLayouts/slideLayout2896.xml"/><Relationship Id="rId7" Type="http://schemas.openxmlformats.org/officeDocument/2006/relationships/slideLayout" Target="../slideLayouts/slideLayout2897.xml"/><Relationship Id="rId8" Type="http://schemas.openxmlformats.org/officeDocument/2006/relationships/slideLayout" Target="../slideLayouts/slideLayout2898.xml"/><Relationship Id="rId9" Type="http://schemas.openxmlformats.org/officeDocument/2006/relationships/slideLayout" Target="../slideLayouts/slideLayout2899.xml"/><Relationship Id="rId10" Type="http://schemas.openxmlformats.org/officeDocument/2006/relationships/slideLayout" Target="../slideLayouts/slideLayout2900.xml"/><Relationship Id="rId11" Type="http://schemas.openxmlformats.org/officeDocument/2006/relationships/slideLayout" Target="../slideLayouts/slideLayout2901.xml"/><Relationship Id="rId12" Type="http://schemas.openxmlformats.org/officeDocument/2006/relationships/slideLayout" Target="../slideLayouts/slideLayout2902.xml"/><Relationship Id="rId13" Type="http://schemas.openxmlformats.org/officeDocument/2006/relationships/slideLayout" Target="../slideLayouts/slideLayout2903.xml"/><Relationship Id="rId14" Type="http://schemas.openxmlformats.org/officeDocument/2006/relationships/slideLayout" Target="../slideLayouts/slideLayout2904.xml"/>
</Relationships>
</file>

<file path=ppt/slideMasters/_rels/slideMaster243.xml.rels><?xml version="1.0" encoding="UTF-8"?>
<Relationships xmlns="http://schemas.openxmlformats.org/package/2006/relationships"><Relationship Id="rId1" Type="http://schemas.openxmlformats.org/officeDocument/2006/relationships/theme" Target="../theme/theme243.xml"/><Relationship Id="rId2" Type="http://schemas.openxmlformats.org/officeDocument/2006/relationships/image" Target="../media/image244.png"/><Relationship Id="rId3" Type="http://schemas.openxmlformats.org/officeDocument/2006/relationships/image" Target="../media/image245.png"/><Relationship Id="rId4" Type="http://schemas.openxmlformats.org/officeDocument/2006/relationships/slideLayout" Target="../slideLayouts/slideLayout2905.xml"/><Relationship Id="rId5" Type="http://schemas.openxmlformats.org/officeDocument/2006/relationships/slideLayout" Target="../slideLayouts/slideLayout2906.xml"/><Relationship Id="rId6" Type="http://schemas.openxmlformats.org/officeDocument/2006/relationships/slideLayout" Target="../slideLayouts/slideLayout2907.xml"/><Relationship Id="rId7" Type="http://schemas.openxmlformats.org/officeDocument/2006/relationships/slideLayout" Target="../slideLayouts/slideLayout2908.xml"/><Relationship Id="rId8" Type="http://schemas.openxmlformats.org/officeDocument/2006/relationships/slideLayout" Target="../slideLayouts/slideLayout2909.xml"/><Relationship Id="rId9" Type="http://schemas.openxmlformats.org/officeDocument/2006/relationships/slideLayout" Target="../slideLayouts/slideLayout2910.xml"/><Relationship Id="rId10" Type="http://schemas.openxmlformats.org/officeDocument/2006/relationships/slideLayout" Target="../slideLayouts/slideLayout2911.xml"/><Relationship Id="rId11" Type="http://schemas.openxmlformats.org/officeDocument/2006/relationships/slideLayout" Target="../slideLayouts/slideLayout2912.xml"/><Relationship Id="rId12" Type="http://schemas.openxmlformats.org/officeDocument/2006/relationships/slideLayout" Target="../slideLayouts/slideLayout2913.xml"/><Relationship Id="rId13" Type="http://schemas.openxmlformats.org/officeDocument/2006/relationships/slideLayout" Target="../slideLayouts/slideLayout2914.xml"/><Relationship Id="rId14" Type="http://schemas.openxmlformats.org/officeDocument/2006/relationships/slideLayout" Target="../slideLayouts/slideLayout2915.xml"/><Relationship Id="rId15" Type="http://schemas.openxmlformats.org/officeDocument/2006/relationships/slideLayout" Target="../slideLayouts/slideLayout2916.xml"/>
</Relationships>
</file>

<file path=ppt/slideMasters/_rels/slideMaster244.xml.rels><?xml version="1.0" encoding="UTF-8"?>
<Relationships xmlns="http://schemas.openxmlformats.org/package/2006/relationships"><Relationship Id="rId1" Type="http://schemas.openxmlformats.org/officeDocument/2006/relationships/theme" Target="../theme/theme244.xml"/><Relationship Id="rId2" Type="http://schemas.openxmlformats.org/officeDocument/2006/relationships/image" Target="../media/image246.jpeg"/><Relationship Id="rId3" Type="http://schemas.openxmlformats.org/officeDocument/2006/relationships/slideLayout" Target="../slideLayouts/slideLayout2917.xml"/><Relationship Id="rId4" Type="http://schemas.openxmlformats.org/officeDocument/2006/relationships/slideLayout" Target="../slideLayouts/slideLayout2918.xml"/><Relationship Id="rId5" Type="http://schemas.openxmlformats.org/officeDocument/2006/relationships/slideLayout" Target="../slideLayouts/slideLayout2919.xml"/><Relationship Id="rId6" Type="http://schemas.openxmlformats.org/officeDocument/2006/relationships/slideLayout" Target="../slideLayouts/slideLayout2920.xml"/><Relationship Id="rId7" Type="http://schemas.openxmlformats.org/officeDocument/2006/relationships/slideLayout" Target="../slideLayouts/slideLayout2921.xml"/><Relationship Id="rId8" Type="http://schemas.openxmlformats.org/officeDocument/2006/relationships/slideLayout" Target="../slideLayouts/slideLayout2922.xml"/><Relationship Id="rId9" Type="http://schemas.openxmlformats.org/officeDocument/2006/relationships/slideLayout" Target="../slideLayouts/slideLayout2923.xml"/><Relationship Id="rId10" Type="http://schemas.openxmlformats.org/officeDocument/2006/relationships/slideLayout" Target="../slideLayouts/slideLayout2924.xml"/><Relationship Id="rId11" Type="http://schemas.openxmlformats.org/officeDocument/2006/relationships/slideLayout" Target="../slideLayouts/slideLayout2925.xml"/><Relationship Id="rId12" Type="http://schemas.openxmlformats.org/officeDocument/2006/relationships/slideLayout" Target="../slideLayouts/slideLayout2926.xml"/><Relationship Id="rId13" Type="http://schemas.openxmlformats.org/officeDocument/2006/relationships/slideLayout" Target="../slideLayouts/slideLayout2927.xml"/><Relationship Id="rId14" Type="http://schemas.openxmlformats.org/officeDocument/2006/relationships/slideLayout" Target="../slideLayouts/slideLayout2928.xml"/>
</Relationships>
</file>

<file path=ppt/slideMasters/_rels/slideMaster245.xml.rels><?xml version="1.0" encoding="UTF-8"?>
<Relationships xmlns="http://schemas.openxmlformats.org/package/2006/relationships"><Relationship Id="rId1" Type="http://schemas.openxmlformats.org/officeDocument/2006/relationships/theme" Target="../theme/theme245.xml"/><Relationship Id="rId2" Type="http://schemas.openxmlformats.org/officeDocument/2006/relationships/image" Target="../media/image247.jpeg"/><Relationship Id="rId3" Type="http://schemas.openxmlformats.org/officeDocument/2006/relationships/slideLayout" Target="../slideLayouts/slideLayout2929.xml"/><Relationship Id="rId4" Type="http://schemas.openxmlformats.org/officeDocument/2006/relationships/slideLayout" Target="../slideLayouts/slideLayout2930.xml"/><Relationship Id="rId5" Type="http://schemas.openxmlformats.org/officeDocument/2006/relationships/slideLayout" Target="../slideLayouts/slideLayout2931.xml"/><Relationship Id="rId6" Type="http://schemas.openxmlformats.org/officeDocument/2006/relationships/slideLayout" Target="../slideLayouts/slideLayout2932.xml"/><Relationship Id="rId7" Type="http://schemas.openxmlformats.org/officeDocument/2006/relationships/slideLayout" Target="../slideLayouts/slideLayout2933.xml"/><Relationship Id="rId8" Type="http://schemas.openxmlformats.org/officeDocument/2006/relationships/slideLayout" Target="../slideLayouts/slideLayout2934.xml"/><Relationship Id="rId9" Type="http://schemas.openxmlformats.org/officeDocument/2006/relationships/slideLayout" Target="../slideLayouts/slideLayout2935.xml"/><Relationship Id="rId10" Type="http://schemas.openxmlformats.org/officeDocument/2006/relationships/slideLayout" Target="../slideLayouts/slideLayout2936.xml"/><Relationship Id="rId11" Type="http://schemas.openxmlformats.org/officeDocument/2006/relationships/slideLayout" Target="../slideLayouts/slideLayout2937.xml"/><Relationship Id="rId12" Type="http://schemas.openxmlformats.org/officeDocument/2006/relationships/slideLayout" Target="../slideLayouts/slideLayout2938.xml"/><Relationship Id="rId13" Type="http://schemas.openxmlformats.org/officeDocument/2006/relationships/slideLayout" Target="../slideLayouts/slideLayout2939.xml"/><Relationship Id="rId14" Type="http://schemas.openxmlformats.org/officeDocument/2006/relationships/slideLayout" Target="../slideLayouts/slideLayout2940.xml"/>
</Relationships>
</file>

<file path=ppt/slideMasters/_rels/slideMaster246.xml.rels><?xml version="1.0" encoding="UTF-8"?>
<Relationships xmlns="http://schemas.openxmlformats.org/package/2006/relationships"><Relationship Id="rId1" Type="http://schemas.openxmlformats.org/officeDocument/2006/relationships/theme" Target="../theme/theme246.xml"/><Relationship Id="rId2" Type="http://schemas.openxmlformats.org/officeDocument/2006/relationships/image" Target="../media/image248.jpeg"/><Relationship Id="rId3" Type="http://schemas.openxmlformats.org/officeDocument/2006/relationships/slideLayout" Target="../slideLayouts/slideLayout2941.xml"/><Relationship Id="rId4" Type="http://schemas.openxmlformats.org/officeDocument/2006/relationships/slideLayout" Target="../slideLayouts/slideLayout2942.xml"/><Relationship Id="rId5" Type="http://schemas.openxmlformats.org/officeDocument/2006/relationships/slideLayout" Target="../slideLayouts/slideLayout2943.xml"/><Relationship Id="rId6" Type="http://schemas.openxmlformats.org/officeDocument/2006/relationships/slideLayout" Target="../slideLayouts/slideLayout2944.xml"/><Relationship Id="rId7" Type="http://schemas.openxmlformats.org/officeDocument/2006/relationships/slideLayout" Target="../slideLayouts/slideLayout2945.xml"/><Relationship Id="rId8" Type="http://schemas.openxmlformats.org/officeDocument/2006/relationships/slideLayout" Target="../slideLayouts/slideLayout2946.xml"/><Relationship Id="rId9" Type="http://schemas.openxmlformats.org/officeDocument/2006/relationships/slideLayout" Target="../slideLayouts/slideLayout2947.xml"/><Relationship Id="rId10" Type="http://schemas.openxmlformats.org/officeDocument/2006/relationships/slideLayout" Target="../slideLayouts/slideLayout2948.xml"/><Relationship Id="rId11" Type="http://schemas.openxmlformats.org/officeDocument/2006/relationships/slideLayout" Target="../slideLayouts/slideLayout2949.xml"/><Relationship Id="rId12" Type="http://schemas.openxmlformats.org/officeDocument/2006/relationships/slideLayout" Target="../slideLayouts/slideLayout2950.xml"/><Relationship Id="rId13" Type="http://schemas.openxmlformats.org/officeDocument/2006/relationships/slideLayout" Target="../slideLayouts/slideLayout2951.xml"/><Relationship Id="rId14" Type="http://schemas.openxmlformats.org/officeDocument/2006/relationships/slideLayout" Target="../slideLayouts/slideLayout2952.xml"/>
</Relationships>
</file>

<file path=ppt/slideMasters/_rels/slideMaster247.xml.rels><?xml version="1.0" encoding="UTF-8"?>
<Relationships xmlns="http://schemas.openxmlformats.org/package/2006/relationships"><Relationship Id="rId1" Type="http://schemas.openxmlformats.org/officeDocument/2006/relationships/theme" Target="../theme/theme247.xml"/><Relationship Id="rId2" Type="http://schemas.openxmlformats.org/officeDocument/2006/relationships/image" Target="../media/image249.png"/><Relationship Id="rId3" Type="http://schemas.openxmlformats.org/officeDocument/2006/relationships/image" Target="../media/image250.jpeg"/><Relationship Id="rId4" Type="http://schemas.openxmlformats.org/officeDocument/2006/relationships/image" Target="../media/image251.png"/><Relationship Id="rId5" Type="http://schemas.openxmlformats.org/officeDocument/2006/relationships/slideLayout" Target="../slideLayouts/slideLayout2953.xml"/><Relationship Id="rId6" Type="http://schemas.openxmlformats.org/officeDocument/2006/relationships/slideLayout" Target="../slideLayouts/slideLayout2954.xml"/><Relationship Id="rId7" Type="http://schemas.openxmlformats.org/officeDocument/2006/relationships/slideLayout" Target="../slideLayouts/slideLayout2955.xml"/><Relationship Id="rId8" Type="http://schemas.openxmlformats.org/officeDocument/2006/relationships/slideLayout" Target="../slideLayouts/slideLayout2956.xml"/><Relationship Id="rId9" Type="http://schemas.openxmlformats.org/officeDocument/2006/relationships/slideLayout" Target="../slideLayouts/slideLayout2957.xml"/><Relationship Id="rId10" Type="http://schemas.openxmlformats.org/officeDocument/2006/relationships/slideLayout" Target="../slideLayouts/slideLayout2958.xml"/><Relationship Id="rId11" Type="http://schemas.openxmlformats.org/officeDocument/2006/relationships/slideLayout" Target="../slideLayouts/slideLayout2959.xml"/><Relationship Id="rId12" Type="http://schemas.openxmlformats.org/officeDocument/2006/relationships/slideLayout" Target="../slideLayouts/slideLayout2960.xml"/><Relationship Id="rId13" Type="http://schemas.openxmlformats.org/officeDocument/2006/relationships/slideLayout" Target="../slideLayouts/slideLayout2961.xml"/><Relationship Id="rId14" Type="http://schemas.openxmlformats.org/officeDocument/2006/relationships/slideLayout" Target="../slideLayouts/slideLayout2962.xml"/><Relationship Id="rId15" Type="http://schemas.openxmlformats.org/officeDocument/2006/relationships/slideLayout" Target="../slideLayouts/slideLayout2963.xml"/><Relationship Id="rId16" Type="http://schemas.openxmlformats.org/officeDocument/2006/relationships/slideLayout" Target="../slideLayouts/slideLayout2964.xml"/>
</Relationships>
</file>

<file path=ppt/slideMasters/_rels/slideMaster248.xml.rels><?xml version="1.0" encoding="UTF-8"?>
<Relationships xmlns="http://schemas.openxmlformats.org/package/2006/relationships"><Relationship Id="rId1" Type="http://schemas.openxmlformats.org/officeDocument/2006/relationships/theme" Target="../theme/theme248.xml"/><Relationship Id="rId2" Type="http://schemas.openxmlformats.org/officeDocument/2006/relationships/image" Target="../media/image252.jpeg"/><Relationship Id="rId3" Type="http://schemas.openxmlformats.org/officeDocument/2006/relationships/slideLayout" Target="../slideLayouts/slideLayout2965.xml"/><Relationship Id="rId4" Type="http://schemas.openxmlformats.org/officeDocument/2006/relationships/slideLayout" Target="../slideLayouts/slideLayout2966.xml"/><Relationship Id="rId5" Type="http://schemas.openxmlformats.org/officeDocument/2006/relationships/slideLayout" Target="../slideLayouts/slideLayout2967.xml"/><Relationship Id="rId6" Type="http://schemas.openxmlformats.org/officeDocument/2006/relationships/slideLayout" Target="../slideLayouts/slideLayout2968.xml"/><Relationship Id="rId7" Type="http://schemas.openxmlformats.org/officeDocument/2006/relationships/slideLayout" Target="../slideLayouts/slideLayout2969.xml"/><Relationship Id="rId8" Type="http://schemas.openxmlformats.org/officeDocument/2006/relationships/slideLayout" Target="../slideLayouts/slideLayout2970.xml"/><Relationship Id="rId9" Type="http://schemas.openxmlformats.org/officeDocument/2006/relationships/slideLayout" Target="../slideLayouts/slideLayout2971.xml"/><Relationship Id="rId10" Type="http://schemas.openxmlformats.org/officeDocument/2006/relationships/slideLayout" Target="../slideLayouts/slideLayout2972.xml"/><Relationship Id="rId11" Type="http://schemas.openxmlformats.org/officeDocument/2006/relationships/slideLayout" Target="../slideLayouts/slideLayout2973.xml"/><Relationship Id="rId12" Type="http://schemas.openxmlformats.org/officeDocument/2006/relationships/slideLayout" Target="../slideLayouts/slideLayout2974.xml"/><Relationship Id="rId13" Type="http://schemas.openxmlformats.org/officeDocument/2006/relationships/slideLayout" Target="../slideLayouts/slideLayout2975.xml"/><Relationship Id="rId14" Type="http://schemas.openxmlformats.org/officeDocument/2006/relationships/slideLayout" Target="../slideLayouts/slideLayout2976.xml"/>
</Relationships>
</file>

<file path=ppt/slideMasters/_rels/slideMaster249.xml.rels><?xml version="1.0" encoding="UTF-8"?>
<Relationships xmlns="http://schemas.openxmlformats.org/package/2006/relationships"><Relationship Id="rId1" Type="http://schemas.openxmlformats.org/officeDocument/2006/relationships/theme" Target="../theme/theme249.xml"/><Relationship Id="rId2" Type="http://schemas.openxmlformats.org/officeDocument/2006/relationships/image" Target="../media/image253.jpeg"/><Relationship Id="rId3" Type="http://schemas.openxmlformats.org/officeDocument/2006/relationships/image" Target="../media/image254.png"/><Relationship Id="rId4" Type="http://schemas.openxmlformats.org/officeDocument/2006/relationships/slideLayout" Target="../slideLayouts/slideLayout2977.xml"/><Relationship Id="rId5" Type="http://schemas.openxmlformats.org/officeDocument/2006/relationships/slideLayout" Target="../slideLayouts/slideLayout2978.xml"/><Relationship Id="rId6" Type="http://schemas.openxmlformats.org/officeDocument/2006/relationships/slideLayout" Target="../slideLayouts/slideLayout2979.xml"/><Relationship Id="rId7" Type="http://schemas.openxmlformats.org/officeDocument/2006/relationships/slideLayout" Target="../slideLayouts/slideLayout2980.xml"/><Relationship Id="rId8" Type="http://schemas.openxmlformats.org/officeDocument/2006/relationships/slideLayout" Target="../slideLayouts/slideLayout2981.xml"/><Relationship Id="rId9" Type="http://schemas.openxmlformats.org/officeDocument/2006/relationships/slideLayout" Target="../slideLayouts/slideLayout2982.xml"/><Relationship Id="rId10" Type="http://schemas.openxmlformats.org/officeDocument/2006/relationships/slideLayout" Target="../slideLayouts/slideLayout2983.xml"/><Relationship Id="rId11" Type="http://schemas.openxmlformats.org/officeDocument/2006/relationships/slideLayout" Target="../slideLayouts/slideLayout2984.xml"/><Relationship Id="rId12" Type="http://schemas.openxmlformats.org/officeDocument/2006/relationships/slideLayout" Target="../slideLayouts/slideLayout2985.xml"/><Relationship Id="rId13" Type="http://schemas.openxmlformats.org/officeDocument/2006/relationships/slideLayout" Target="../slideLayouts/slideLayout2986.xml"/><Relationship Id="rId14" Type="http://schemas.openxmlformats.org/officeDocument/2006/relationships/slideLayout" Target="../slideLayouts/slideLayout2987.xml"/><Relationship Id="rId15" Type="http://schemas.openxmlformats.org/officeDocument/2006/relationships/slideLayout" Target="../slideLayouts/slideLayout2988.xml"/>
</Relationships>
</file>

<file path=ppt/slideMasters/_rels/slideMaster250.xml.rels><?xml version="1.0" encoding="UTF-8"?>
<Relationships xmlns="http://schemas.openxmlformats.org/package/2006/relationships"><Relationship Id="rId1" Type="http://schemas.openxmlformats.org/officeDocument/2006/relationships/theme" Target="../theme/theme250.xml"/><Relationship Id="rId2" Type="http://schemas.openxmlformats.org/officeDocument/2006/relationships/image" Target="../media/image255.jpeg"/><Relationship Id="rId3" Type="http://schemas.openxmlformats.org/officeDocument/2006/relationships/image" Target="../media/image256.jpeg"/><Relationship Id="rId4" Type="http://schemas.openxmlformats.org/officeDocument/2006/relationships/slideLayout" Target="../slideLayouts/slideLayout2989.xml"/><Relationship Id="rId5" Type="http://schemas.openxmlformats.org/officeDocument/2006/relationships/slideLayout" Target="../slideLayouts/slideLayout2990.xml"/><Relationship Id="rId6" Type="http://schemas.openxmlformats.org/officeDocument/2006/relationships/slideLayout" Target="../slideLayouts/slideLayout2991.xml"/><Relationship Id="rId7" Type="http://schemas.openxmlformats.org/officeDocument/2006/relationships/slideLayout" Target="../slideLayouts/slideLayout2992.xml"/><Relationship Id="rId8" Type="http://schemas.openxmlformats.org/officeDocument/2006/relationships/slideLayout" Target="../slideLayouts/slideLayout2993.xml"/><Relationship Id="rId9" Type="http://schemas.openxmlformats.org/officeDocument/2006/relationships/slideLayout" Target="../slideLayouts/slideLayout2994.xml"/><Relationship Id="rId10" Type="http://schemas.openxmlformats.org/officeDocument/2006/relationships/slideLayout" Target="../slideLayouts/slideLayout2995.xml"/><Relationship Id="rId11" Type="http://schemas.openxmlformats.org/officeDocument/2006/relationships/slideLayout" Target="../slideLayouts/slideLayout2996.xml"/><Relationship Id="rId12" Type="http://schemas.openxmlformats.org/officeDocument/2006/relationships/slideLayout" Target="../slideLayouts/slideLayout2997.xml"/><Relationship Id="rId13" Type="http://schemas.openxmlformats.org/officeDocument/2006/relationships/slideLayout" Target="../slideLayouts/slideLayout2998.xml"/><Relationship Id="rId14" Type="http://schemas.openxmlformats.org/officeDocument/2006/relationships/slideLayout" Target="../slideLayouts/slideLayout2999.xml"/><Relationship Id="rId15" Type="http://schemas.openxmlformats.org/officeDocument/2006/relationships/slideLayout" Target="../slideLayouts/slideLayout3000.xml"/>
</Relationships>
</file>

<file path=ppt/slideMasters/_rels/slideMaster251.xml.rels><?xml version="1.0" encoding="UTF-8"?>
<Relationships xmlns="http://schemas.openxmlformats.org/package/2006/relationships"><Relationship Id="rId1" Type="http://schemas.openxmlformats.org/officeDocument/2006/relationships/theme" Target="../theme/theme251.xml"/><Relationship Id="rId2" Type="http://schemas.openxmlformats.org/officeDocument/2006/relationships/image" Target="../media/image257.jpeg"/><Relationship Id="rId3" Type="http://schemas.openxmlformats.org/officeDocument/2006/relationships/slideLayout" Target="../slideLayouts/slideLayout3001.xml"/><Relationship Id="rId4" Type="http://schemas.openxmlformats.org/officeDocument/2006/relationships/slideLayout" Target="../slideLayouts/slideLayout3002.xml"/><Relationship Id="rId5" Type="http://schemas.openxmlformats.org/officeDocument/2006/relationships/slideLayout" Target="../slideLayouts/slideLayout3003.xml"/><Relationship Id="rId6" Type="http://schemas.openxmlformats.org/officeDocument/2006/relationships/slideLayout" Target="../slideLayouts/slideLayout3004.xml"/><Relationship Id="rId7" Type="http://schemas.openxmlformats.org/officeDocument/2006/relationships/slideLayout" Target="../slideLayouts/slideLayout3005.xml"/><Relationship Id="rId8" Type="http://schemas.openxmlformats.org/officeDocument/2006/relationships/slideLayout" Target="../slideLayouts/slideLayout3006.xml"/><Relationship Id="rId9" Type="http://schemas.openxmlformats.org/officeDocument/2006/relationships/slideLayout" Target="../slideLayouts/slideLayout3007.xml"/><Relationship Id="rId10" Type="http://schemas.openxmlformats.org/officeDocument/2006/relationships/slideLayout" Target="../slideLayouts/slideLayout3008.xml"/><Relationship Id="rId11" Type="http://schemas.openxmlformats.org/officeDocument/2006/relationships/slideLayout" Target="../slideLayouts/slideLayout3009.xml"/><Relationship Id="rId12" Type="http://schemas.openxmlformats.org/officeDocument/2006/relationships/slideLayout" Target="../slideLayouts/slideLayout3010.xml"/><Relationship Id="rId13" Type="http://schemas.openxmlformats.org/officeDocument/2006/relationships/slideLayout" Target="../slideLayouts/slideLayout3011.xml"/><Relationship Id="rId14" Type="http://schemas.openxmlformats.org/officeDocument/2006/relationships/slideLayout" Target="../slideLayouts/slideLayout3012.xml"/>
</Relationships>
</file>

<file path=ppt/slideMasters/_rels/slideMaster252.xml.rels><?xml version="1.0" encoding="UTF-8"?>
<Relationships xmlns="http://schemas.openxmlformats.org/package/2006/relationships"><Relationship Id="rId1" Type="http://schemas.openxmlformats.org/officeDocument/2006/relationships/theme" Target="../theme/theme252.xml"/><Relationship Id="rId2" Type="http://schemas.openxmlformats.org/officeDocument/2006/relationships/image" Target="../media/image258.jpeg"/><Relationship Id="rId3" Type="http://schemas.openxmlformats.org/officeDocument/2006/relationships/slideLayout" Target="../slideLayouts/slideLayout3013.xml"/><Relationship Id="rId4" Type="http://schemas.openxmlformats.org/officeDocument/2006/relationships/slideLayout" Target="../slideLayouts/slideLayout3014.xml"/><Relationship Id="rId5" Type="http://schemas.openxmlformats.org/officeDocument/2006/relationships/slideLayout" Target="../slideLayouts/slideLayout3015.xml"/><Relationship Id="rId6" Type="http://schemas.openxmlformats.org/officeDocument/2006/relationships/slideLayout" Target="../slideLayouts/slideLayout3016.xml"/><Relationship Id="rId7" Type="http://schemas.openxmlformats.org/officeDocument/2006/relationships/slideLayout" Target="../slideLayouts/slideLayout3017.xml"/><Relationship Id="rId8" Type="http://schemas.openxmlformats.org/officeDocument/2006/relationships/slideLayout" Target="../slideLayouts/slideLayout3018.xml"/><Relationship Id="rId9" Type="http://schemas.openxmlformats.org/officeDocument/2006/relationships/slideLayout" Target="../slideLayouts/slideLayout3019.xml"/><Relationship Id="rId10" Type="http://schemas.openxmlformats.org/officeDocument/2006/relationships/slideLayout" Target="../slideLayouts/slideLayout3020.xml"/><Relationship Id="rId11" Type="http://schemas.openxmlformats.org/officeDocument/2006/relationships/slideLayout" Target="../slideLayouts/slideLayout3021.xml"/><Relationship Id="rId12" Type="http://schemas.openxmlformats.org/officeDocument/2006/relationships/slideLayout" Target="../slideLayouts/slideLayout3022.xml"/><Relationship Id="rId13" Type="http://schemas.openxmlformats.org/officeDocument/2006/relationships/slideLayout" Target="../slideLayouts/slideLayout3023.xml"/><Relationship Id="rId14" Type="http://schemas.openxmlformats.org/officeDocument/2006/relationships/slideLayout" Target="../slideLayouts/slideLayout3024.xml"/>
</Relationships>
</file>

<file path=ppt/slideMasters/_rels/slideMaster253.xml.rels><?xml version="1.0" encoding="UTF-8"?>
<Relationships xmlns="http://schemas.openxmlformats.org/package/2006/relationships"><Relationship Id="rId1" Type="http://schemas.openxmlformats.org/officeDocument/2006/relationships/theme" Target="../theme/theme253.xml"/><Relationship Id="rId2" Type="http://schemas.openxmlformats.org/officeDocument/2006/relationships/image" Target="../media/image259.jpeg"/><Relationship Id="rId3" Type="http://schemas.openxmlformats.org/officeDocument/2006/relationships/slideLayout" Target="../slideLayouts/slideLayout3025.xml"/><Relationship Id="rId4" Type="http://schemas.openxmlformats.org/officeDocument/2006/relationships/slideLayout" Target="../slideLayouts/slideLayout3026.xml"/><Relationship Id="rId5" Type="http://schemas.openxmlformats.org/officeDocument/2006/relationships/slideLayout" Target="../slideLayouts/slideLayout3027.xml"/><Relationship Id="rId6" Type="http://schemas.openxmlformats.org/officeDocument/2006/relationships/slideLayout" Target="../slideLayouts/slideLayout3028.xml"/><Relationship Id="rId7" Type="http://schemas.openxmlformats.org/officeDocument/2006/relationships/slideLayout" Target="../slideLayouts/slideLayout3029.xml"/><Relationship Id="rId8" Type="http://schemas.openxmlformats.org/officeDocument/2006/relationships/slideLayout" Target="../slideLayouts/slideLayout3030.xml"/><Relationship Id="rId9" Type="http://schemas.openxmlformats.org/officeDocument/2006/relationships/slideLayout" Target="../slideLayouts/slideLayout3031.xml"/><Relationship Id="rId10" Type="http://schemas.openxmlformats.org/officeDocument/2006/relationships/slideLayout" Target="../slideLayouts/slideLayout3032.xml"/><Relationship Id="rId11" Type="http://schemas.openxmlformats.org/officeDocument/2006/relationships/slideLayout" Target="../slideLayouts/slideLayout3033.xml"/><Relationship Id="rId12" Type="http://schemas.openxmlformats.org/officeDocument/2006/relationships/slideLayout" Target="../slideLayouts/slideLayout3034.xml"/><Relationship Id="rId13" Type="http://schemas.openxmlformats.org/officeDocument/2006/relationships/slideLayout" Target="../slideLayouts/slideLayout3035.xml"/><Relationship Id="rId14" Type="http://schemas.openxmlformats.org/officeDocument/2006/relationships/slideLayout" Target="../slideLayouts/slideLayout3036.xml"/>
</Relationships>
</file>

<file path=ppt/slideMasters/_rels/slideMaster254.xml.rels><?xml version="1.0" encoding="UTF-8"?>
<Relationships xmlns="http://schemas.openxmlformats.org/package/2006/relationships"><Relationship Id="rId1" Type="http://schemas.openxmlformats.org/officeDocument/2006/relationships/theme" Target="../theme/theme254.xml"/><Relationship Id="rId2" Type="http://schemas.openxmlformats.org/officeDocument/2006/relationships/image" Target="../media/image260.jpeg"/><Relationship Id="rId3" Type="http://schemas.openxmlformats.org/officeDocument/2006/relationships/slideLayout" Target="../slideLayouts/slideLayout3037.xml"/><Relationship Id="rId4" Type="http://schemas.openxmlformats.org/officeDocument/2006/relationships/slideLayout" Target="../slideLayouts/slideLayout3038.xml"/><Relationship Id="rId5" Type="http://schemas.openxmlformats.org/officeDocument/2006/relationships/slideLayout" Target="../slideLayouts/slideLayout3039.xml"/><Relationship Id="rId6" Type="http://schemas.openxmlformats.org/officeDocument/2006/relationships/slideLayout" Target="../slideLayouts/slideLayout3040.xml"/><Relationship Id="rId7" Type="http://schemas.openxmlformats.org/officeDocument/2006/relationships/slideLayout" Target="../slideLayouts/slideLayout3041.xml"/><Relationship Id="rId8" Type="http://schemas.openxmlformats.org/officeDocument/2006/relationships/slideLayout" Target="../slideLayouts/slideLayout3042.xml"/><Relationship Id="rId9" Type="http://schemas.openxmlformats.org/officeDocument/2006/relationships/slideLayout" Target="../slideLayouts/slideLayout3043.xml"/><Relationship Id="rId10" Type="http://schemas.openxmlformats.org/officeDocument/2006/relationships/slideLayout" Target="../slideLayouts/slideLayout3044.xml"/><Relationship Id="rId11" Type="http://schemas.openxmlformats.org/officeDocument/2006/relationships/slideLayout" Target="../slideLayouts/slideLayout3045.xml"/><Relationship Id="rId12" Type="http://schemas.openxmlformats.org/officeDocument/2006/relationships/slideLayout" Target="../slideLayouts/slideLayout3046.xml"/><Relationship Id="rId13" Type="http://schemas.openxmlformats.org/officeDocument/2006/relationships/slideLayout" Target="../slideLayouts/slideLayout3047.xml"/><Relationship Id="rId14" Type="http://schemas.openxmlformats.org/officeDocument/2006/relationships/slideLayout" Target="../slideLayouts/slideLayout3048.xml"/>
</Relationships>
</file>

<file path=ppt/slideMasters/_rels/slideMaster255.xml.rels><?xml version="1.0" encoding="UTF-8"?>
<Relationships xmlns="http://schemas.openxmlformats.org/package/2006/relationships"><Relationship Id="rId1" Type="http://schemas.openxmlformats.org/officeDocument/2006/relationships/theme" Target="../theme/theme255.xml"/><Relationship Id="rId2" Type="http://schemas.openxmlformats.org/officeDocument/2006/relationships/slideLayout" Target="../slideLayouts/slideLayout3049.xml"/><Relationship Id="rId3" Type="http://schemas.openxmlformats.org/officeDocument/2006/relationships/slideLayout" Target="../slideLayouts/slideLayout3050.xml"/><Relationship Id="rId4" Type="http://schemas.openxmlformats.org/officeDocument/2006/relationships/slideLayout" Target="../slideLayouts/slideLayout3051.xml"/><Relationship Id="rId5" Type="http://schemas.openxmlformats.org/officeDocument/2006/relationships/slideLayout" Target="../slideLayouts/slideLayout3052.xml"/><Relationship Id="rId6" Type="http://schemas.openxmlformats.org/officeDocument/2006/relationships/slideLayout" Target="../slideLayouts/slideLayout3053.xml"/><Relationship Id="rId7" Type="http://schemas.openxmlformats.org/officeDocument/2006/relationships/slideLayout" Target="../slideLayouts/slideLayout3054.xml"/><Relationship Id="rId8" Type="http://schemas.openxmlformats.org/officeDocument/2006/relationships/slideLayout" Target="../slideLayouts/slideLayout3055.xml"/><Relationship Id="rId9" Type="http://schemas.openxmlformats.org/officeDocument/2006/relationships/slideLayout" Target="../slideLayouts/slideLayout3056.xml"/><Relationship Id="rId10" Type="http://schemas.openxmlformats.org/officeDocument/2006/relationships/slideLayout" Target="../slideLayouts/slideLayout3057.xml"/><Relationship Id="rId11" Type="http://schemas.openxmlformats.org/officeDocument/2006/relationships/slideLayout" Target="../slideLayouts/slideLayout3058.xml"/><Relationship Id="rId12" Type="http://schemas.openxmlformats.org/officeDocument/2006/relationships/slideLayout" Target="../slideLayouts/slideLayout3059.xml"/><Relationship Id="rId13" Type="http://schemas.openxmlformats.org/officeDocument/2006/relationships/slideLayout" Target="../slideLayouts/slideLayout3060.xml"/>
</Relationships>
</file>

<file path=ppt/slideMasters/_rels/slideMaster256.xml.rels><?xml version="1.0" encoding="UTF-8"?>
<Relationships xmlns="http://schemas.openxmlformats.org/package/2006/relationships"><Relationship Id="rId1" Type="http://schemas.openxmlformats.org/officeDocument/2006/relationships/theme" Target="../theme/theme256.xml"/><Relationship Id="rId2" Type="http://schemas.openxmlformats.org/officeDocument/2006/relationships/image" Target="../media/image261.jpeg"/><Relationship Id="rId3" Type="http://schemas.openxmlformats.org/officeDocument/2006/relationships/slideLayout" Target="../slideLayouts/slideLayout3061.xml"/><Relationship Id="rId4" Type="http://schemas.openxmlformats.org/officeDocument/2006/relationships/slideLayout" Target="../slideLayouts/slideLayout3062.xml"/><Relationship Id="rId5" Type="http://schemas.openxmlformats.org/officeDocument/2006/relationships/slideLayout" Target="../slideLayouts/slideLayout3063.xml"/><Relationship Id="rId6" Type="http://schemas.openxmlformats.org/officeDocument/2006/relationships/slideLayout" Target="../slideLayouts/slideLayout3064.xml"/><Relationship Id="rId7" Type="http://schemas.openxmlformats.org/officeDocument/2006/relationships/slideLayout" Target="../slideLayouts/slideLayout3065.xml"/><Relationship Id="rId8" Type="http://schemas.openxmlformats.org/officeDocument/2006/relationships/slideLayout" Target="../slideLayouts/slideLayout3066.xml"/><Relationship Id="rId9" Type="http://schemas.openxmlformats.org/officeDocument/2006/relationships/slideLayout" Target="../slideLayouts/slideLayout3067.xml"/><Relationship Id="rId10" Type="http://schemas.openxmlformats.org/officeDocument/2006/relationships/slideLayout" Target="../slideLayouts/slideLayout3068.xml"/><Relationship Id="rId11" Type="http://schemas.openxmlformats.org/officeDocument/2006/relationships/slideLayout" Target="../slideLayouts/slideLayout3069.xml"/><Relationship Id="rId12" Type="http://schemas.openxmlformats.org/officeDocument/2006/relationships/slideLayout" Target="../slideLayouts/slideLayout3070.xml"/><Relationship Id="rId13" Type="http://schemas.openxmlformats.org/officeDocument/2006/relationships/slideLayout" Target="../slideLayouts/slideLayout3071.xml"/><Relationship Id="rId14" Type="http://schemas.openxmlformats.org/officeDocument/2006/relationships/slideLayout" Target="../slideLayouts/slideLayout3072.xml"/>
</Relationships>
</file>

<file path=ppt/slideMasters/_rels/slideMaster257.xml.rels><?xml version="1.0" encoding="UTF-8"?>
<Relationships xmlns="http://schemas.openxmlformats.org/package/2006/relationships"><Relationship Id="rId1" Type="http://schemas.openxmlformats.org/officeDocument/2006/relationships/theme" Target="../theme/theme257.xml"/><Relationship Id="rId2" Type="http://schemas.openxmlformats.org/officeDocument/2006/relationships/image" Target="../media/image262.jpeg"/><Relationship Id="rId3" Type="http://schemas.openxmlformats.org/officeDocument/2006/relationships/image" Target="../media/image263.jpeg"/><Relationship Id="rId4" Type="http://schemas.openxmlformats.org/officeDocument/2006/relationships/slideLayout" Target="../slideLayouts/slideLayout3073.xml"/><Relationship Id="rId5" Type="http://schemas.openxmlformats.org/officeDocument/2006/relationships/slideLayout" Target="../slideLayouts/slideLayout3074.xml"/><Relationship Id="rId6" Type="http://schemas.openxmlformats.org/officeDocument/2006/relationships/slideLayout" Target="../slideLayouts/slideLayout3075.xml"/><Relationship Id="rId7" Type="http://schemas.openxmlformats.org/officeDocument/2006/relationships/slideLayout" Target="../slideLayouts/slideLayout3076.xml"/><Relationship Id="rId8" Type="http://schemas.openxmlformats.org/officeDocument/2006/relationships/slideLayout" Target="../slideLayouts/slideLayout3077.xml"/><Relationship Id="rId9" Type="http://schemas.openxmlformats.org/officeDocument/2006/relationships/slideLayout" Target="../slideLayouts/slideLayout3078.xml"/><Relationship Id="rId10" Type="http://schemas.openxmlformats.org/officeDocument/2006/relationships/slideLayout" Target="../slideLayouts/slideLayout3079.xml"/><Relationship Id="rId11" Type="http://schemas.openxmlformats.org/officeDocument/2006/relationships/slideLayout" Target="../slideLayouts/slideLayout3080.xml"/><Relationship Id="rId12" Type="http://schemas.openxmlformats.org/officeDocument/2006/relationships/slideLayout" Target="../slideLayouts/slideLayout3081.xml"/><Relationship Id="rId13" Type="http://schemas.openxmlformats.org/officeDocument/2006/relationships/slideLayout" Target="../slideLayouts/slideLayout3082.xml"/><Relationship Id="rId14" Type="http://schemas.openxmlformats.org/officeDocument/2006/relationships/slideLayout" Target="../slideLayouts/slideLayout3083.xml"/><Relationship Id="rId15" Type="http://schemas.openxmlformats.org/officeDocument/2006/relationships/slideLayout" Target="../slideLayouts/slideLayout3084.xml"/>
</Relationships>
</file>

<file path=ppt/slideMasters/_rels/slideMaster258.xml.rels><?xml version="1.0" encoding="UTF-8"?>
<Relationships xmlns="http://schemas.openxmlformats.org/package/2006/relationships"><Relationship Id="rId1" Type="http://schemas.openxmlformats.org/officeDocument/2006/relationships/theme" Target="../theme/theme258.xml"/><Relationship Id="rId2" Type="http://schemas.openxmlformats.org/officeDocument/2006/relationships/image" Target="../media/image264.jpeg"/><Relationship Id="rId3" Type="http://schemas.openxmlformats.org/officeDocument/2006/relationships/slideLayout" Target="../slideLayouts/slideLayout3085.xml"/><Relationship Id="rId4" Type="http://schemas.openxmlformats.org/officeDocument/2006/relationships/slideLayout" Target="../slideLayouts/slideLayout3086.xml"/><Relationship Id="rId5" Type="http://schemas.openxmlformats.org/officeDocument/2006/relationships/slideLayout" Target="../slideLayouts/slideLayout3087.xml"/><Relationship Id="rId6" Type="http://schemas.openxmlformats.org/officeDocument/2006/relationships/slideLayout" Target="../slideLayouts/slideLayout3088.xml"/><Relationship Id="rId7" Type="http://schemas.openxmlformats.org/officeDocument/2006/relationships/slideLayout" Target="../slideLayouts/slideLayout3089.xml"/><Relationship Id="rId8" Type="http://schemas.openxmlformats.org/officeDocument/2006/relationships/slideLayout" Target="../slideLayouts/slideLayout3090.xml"/><Relationship Id="rId9" Type="http://schemas.openxmlformats.org/officeDocument/2006/relationships/slideLayout" Target="../slideLayouts/slideLayout3091.xml"/><Relationship Id="rId10" Type="http://schemas.openxmlformats.org/officeDocument/2006/relationships/slideLayout" Target="../slideLayouts/slideLayout3092.xml"/><Relationship Id="rId11" Type="http://schemas.openxmlformats.org/officeDocument/2006/relationships/slideLayout" Target="../slideLayouts/slideLayout3093.xml"/><Relationship Id="rId12" Type="http://schemas.openxmlformats.org/officeDocument/2006/relationships/slideLayout" Target="../slideLayouts/slideLayout3094.xml"/><Relationship Id="rId13" Type="http://schemas.openxmlformats.org/officeDocument/2006/relationships/slideLayout" Target="../slideLayouts/slideLayout3095.xml"/><Relationship Id="rId14" Type="http://schemas.openxmlformats.org/officeDocument/2006/relationships/slideLayout" Target="../slideLayouts/slideLayout3096.xml"/>
</Relationships>
</file>

<file path=ppt/slideMasters/_rels/slideMaster259.xml.rels><?xml version="1.0" encoding="UTF-8"?>
<Relationships xmlns="http://schemas.openxmlformats.org/package/2006/relationships"><Relationship Id="rId1" Type="http://schemas.openxmlformats.org/officeDocument/2006/relationships/theme" Target="../theme/theme259.xml"/><Relationship Id="rId2" Type="http://schemas.openxmlformats.org/officeDocument/2006/relationships/image" Target="../media/image265.jpeg"/><Relationship Id="rId3" Type="http://schemas.openxmlformats.org/officeDocument/2006/relationships/slideLayout" Target="../slideLayouts/slideLayout3097.xml"/><Relationship Id="rId4" Type="http://schemas.openxmlformats.org/officeDocument/2006/relationships/slideLayout" Target="../slideLayouts/slideLayout3098.xml"/><Relationship Id="rId5" Type="http://schemas.openxmlformats.org/officeDocument/2006/relationships/slideLayout" Target="../slideLayouts/slideLayout3099.xml"/><Relationship Id="rId6" Type="http://schemas.openxmlformats.org/officeDocument/2006/relationships/slideLayout" Target="../slideLayouts/slideLayout3100.xml"/><Relationship Id="rId7" Type="http://schemas.openxmlformats.org/officeDocument/2006/relationships/slideLayout" Target="../slideLayouts/slideLayout3101.xml"/><Relationship Id="rId8" Type="http://schemas.openxmlformats.org/officeDocument/2006/relationships/slideLayout" Target="../slideLayouts/slideLayout3102.xml"/><Relationship Id="rId9" Type="http://schemas.openxmlformats.org/officeDocument/2006/relationships/slideLayout" Target="../slideLayouts/slideLayout3103.xml"/><Relationship Id="rId10" Type="http://schemas.openxmlformats.org/officeDocument/2006/relationships/slideLayout" Target="../slideLayouts/slideLayout3104.xml"/><Relationship Id="rId11" Type="http://schemas.openxmlformats.org/officeDocument/2006/relationships/slideLayout" Target="../slideLayouts/slideLayout3105.xml"/><Relationship Id="rId12" Type="http://schemas.openxmlformats.org/officeDocument/2006/relationships/slideLayout" Target="../slideLayouts/slideLayout3106.xml"/><Relationship Id="rId13" Type="http://schemas.openxmlformats.org/officeDocument/2006/relationships/slideLayout" Target="../slideLayouts/slideLayout3107.xml"/><Relationship Id="rId14" Type="http://schemas.openxmlformats.org/officeDocument/2006/relationships/slideLayout" Target="../slideLayouts/slideLayout3108.xml"/>
</Relationships>
</file>

<file path=ppt/slideMasters/_rels/slideMaster260.xml.rels><?xml version="1.0" encoding="UTF-8"?>
<Relationships xmlns="http://schemas.openxmlformats.org/package/2006/relationships"><Relationship Id="rId1" Type="http://schemas.openxmlformats.org/officeDocument/2006/relationships/theme" Target="../theme/theme260.xml"/><Relationship Id="rId2" Type="http://schemas.openxmlformats.org/officeDocument/2006/relationships/image" Target="../media/image266.jpeg"/><Relationship Id="rId3" Type="http://schemas.openxmlformats.org/officeDocument/2006/relationships/slideLayout" Target="../slideLayouts/slideLayout3109.xml"/><Relationship Id="rId4" Type="http://schemas.openxmlformats.org/officeDocument/2006/relationships/slideLayout" Target="../slideLayouts/slideLayout3110.xml"/><Relationship Id="rId5" Type="http://schemas.openxmlformats.org/officeDocument/2006/relationships/slideLayout" Target="../slideLayouts/slideLayout3111.xml"/><Relationship Id="rId6" Type="http://schemas.openxmlformats.org/officeDocument/2006/relationships/slideLayout" Target="../slideLayouts/slideLayout3112.xml"/><Relationship Id="rId7" Type="http://schemas.openxmlformats.org/officeDocument/2006/relationships/slideLayout" Target="../slideLayouts/slideLayout3113.xml"/><Relationship Id="rId8" Type="http://schemas.openxmlformats.org/officeDocument/2006/relationships/slideLayout" Target="../slideLayouts/slideLayout3114.xml"/><Relationship Id="rId9" Type="http://schemas.openxmlformats.org/officeDocument/2006/relationships/slideLayout" Target="../slideLayouts/slideLayout3115.xml"/><Relationship Id="rId10" Type="http://schemas.openxmlformats.org/officeDocument/2006/relationships/slideLayout" Target="../slideLayouts/slideLayout3116.xml"/><Relationship Id="rId11" Type="http://schemas.openxmlformats.org/officeDocument/2006/relationships/slideLayout" Target="../slideLayouts/slideLayout3117.xml"/><Relationship Id="rId12" Type="http://schemas.openxmlformats.org/officeDocument/2006/relationships/slideLayout" Target="../slideLayouts/slideLayout3118.xml"/><Relationship Id="rId13" Type="http://schemas.openxmlformats.org/officeDocument/2006/relationships/slideLayout" Target="../slideLayouts/slideLayout3119.xml"/><Relationship Id="rId14" Type="http://schemas.openxmlformats.org/officeDocument/2006/relationships/slideLayout" Target="../slideLayouts/slideLayout3120.xml"/>
</Relationships>
</file>

<file path=ppt/slideMasters/_rels/slideMaster261.xml.rels><?xml version="1.0" encoding="UTF-8"?>
<Relationships xmlns="http://schemas.openxmlformats.org/package/2006/relationships"><Relationship Id="rId1" Type="http://schemas.openxmlformats.org/officeDocument/2006/relationships/theme" Target="../theme/theme261.xml"/><Relationship Id="rId2" Type="http://schemas.openxmlformats.org/officeDocument/2006/relationships/image" Target="../media/image267.jpeg"/><Relationship Id="rId3" Type="http://schemas.openxmlformats.org/officeDocument/2006/relationships/slideLayout" Target="../slideLayouts/slideLayout3121.xml"/><Relationship Id="rId4" Type="http://schemas.openxmlformats.org/officeDocument/2006/relationships/slideLayout" Target="../slideLayouts/slideLayout3122.xml"/><Relationship Id="rId5" Type="http://schemas.openxmlformats.org/officeDocument/2006/relationships/slideLayout" Target="../slideLayouts/slideLayout3123.xml"/><Relationship Id="rId6" Type="http://schemas.openxmlformats.org/officeDocument/2006/relationships/slideLayout" Target="../slideLayouts/slideLayout3124.xml"/><Relationship Id="rId7" Type="http://schemas.openxmlformats.org/officeDocument/2006/relationships/slideLayout" Target="../slideLayouts/slideLayout3125.xml"/><Relationship Id="rId8" Type="http://schemas.openxmlformats.org/officeDocument/2006/relationships/slideLayout" Target="../slideLayouts/slideLayout3126.xml"/><Relationship Id="rId9" Type="http://schemas.openxmlformats.org/officeDocument/2006/relationships/slideLayout" Target="../slideLayouts/slideLayout3127.xml"/><Relationship Id="rId10" Type="http://schemas.openxmlformats.org/officeDocument/2006/relationships/slideLayout" Target="../slideLayouts/slideLayout3128.xml"/><Relationship Id="rId11" Type="http://schemas.openxmlformats.org/officeDocument/2006/relationships/slideLayout" Target="../slideLayouts/slideLayout3129.xml"/><Relationship Id="rId12" Type="http://schemas.openxmlformats.org/officeDocument/2006/relationships/slideLayout" Target="../slideLayouts/slideLayout3130.xml"/><Relationship Id="rId13" Type="http://schemas.openxmlformats.org/officeDocument/2006/relationships/slideLayout" Target="../slideLayouts/slideLayout3131.xml"/><Relationship Id="rId14" Type="http://schemas.openxmlformats.org/officeDocument/2006/relationships/slideLayout" Target="../slideLayouts/slideLayout3132.xml"/>
</Relationships>
</file>

<file path=ppt/slideMasters/_rels/slideMaster262.xml.rels><?xml version="1.0" encoding="UTF-8"?>
<Relationships xmlns="http://schemas.openxmlformats.org/package/2006/relationships"><Relationship Id="rId1" Type="http://schemas.openxmlformats.org/officeDocument/2006/relationships/theme" Target="../theme/theme262.xml"/><Relationship Id="rId2" Type="http://schemas.openxmlformats.org/officeDocument/2006/relationships/slideLayout" Target="../slideLayouts/slideLayout3133.xml"/><Relationship Id="rId3" Type="http://schemas.openxmlformats.org/officeDocument/2006/relationships/slideLayout" Target="../slideLayouts/slideLayout3134.xml"/><Relationship Id="rId4" Type="http://schemas.openxmlformats.org/officeDocument/2006/relationships/slideLayout" Target="../slideLayouts/slideLayout3135.xml"/><Relationship Id="rId5" Type="http://schemas.openxmlformats.org/officeDocument/2006/relationships/slideLayout" Target="../slideLayouts/slideLayout3136.xml"/><Relationship Id="rId6" Type="http://schemas.openxmlformats.org/officeDocument/2006/relationships/slideLayout" Target="../slideLayouts/slideLayout3137.xml"/><Relationship Id="rId7" Type="http://schemas.openxmlformats.org/officeDocument/2006/relationships/slideLayout" Target="../slideLayouts/slideLayout3138.xml"/><Relationship Id="rId8" Type="http://schemas.openxmlformats.org/officeDocument/2006/relationships/slideLayout" Target="../slideLayouts/slideLayout3139.xml"/><Relationship Id="rId9" Type="http://schemas.openxmlformats.org/officeDocument/2006/relationships/slideLayout" Target="../slideLayouts/slideLayout3140.xml"/><Relationship Id="rId10" Type="http://schemas.openxmlformats.org/officeDocument/2006/relationships/slideLayout" Target="../slideLayouts/slideLayout3141.xml"/><Relationship Id="rId11" Type="http://schemas.openxmlformats.org/officeDocument/2006/relationships/slideLayout" Target="../slideLayouts/slideLayout3142.xml"/><Relationship Id="rId12" Type="http://schemas.openxmlformats.org/officeDocument/2006/relationships/slideLayout" Target="../slideLayouts/slideLayout3143.xml"/><Relationship Id="rId13" Type="http://schemas.openxmlformats.org/officeDocument/2006/relationships/slideLayout" Target="../slideLayouts/slideLayout3144.xml"/>
</Relationships>
</file>

<file path=ppt/slideMasters/_rels/slideMaster263.xml.rels><?xml version="1.0" encoding="UTF-8"?>
<Relationships xmlns="http://schemas.openxmlformats.org/package/2006/relationships"><Relationship Id="rId1" Type="http://schemas.openxmlformats.org/officeDocument/2006/relationships/theme" Target="../theme/theme263.xml"/><Relationship Id="rId2" Type="http://schemas.openxmlformats.org/officeDocument/2006/relationships/image" Target="../media/image268.jpeg"/><Relationship Id="rId3" Type="http://schemas.openxmlformats.org/officeDocument/2006/relationships/slideLayout" Target="../slideLayouts/slideLayout3145.xml"/><Relationship Id="rId4" Type="http://schemas.openxmlformats.org/officeDocument/2006/relationships/slideLayout" Target="../slideLayouts/slideLayout3146.xml"/><Relationship Id="rId5" Type="http://schemas.openxmlformats.org/officeDocument/2006/relationships/slideLayout" Target="../slideLayouts/slideLayout3147.xml"/><Relationship Id="rId6" Type="http://schemas.openxmlformats.org/officeDocument/2006/relationships/slideLayout" Target="../slideLayouts/slideLayout3148.xml"/><Relationship Id="rId7" Type="http://schemas.openxmlformats.org/officeDocument/2006/relationships/slideLayout" Target="../slideLayouts/slideLayout3149.xml"/><Relationship Id="rId8" Type="http://schemas.openxmlformats.org/officeDocument/2006/relationships/slideLayout" Target="../slideLayouts/slideLayout3150.xml"/><Relationship Id="rId9" Type="http://schemas.openxmlformats.org/officeDocument/2006/relationships/slideLayout" Target="../slideLayouts/slideLayout3151.xml"/><Relationship Id="rId10" Type="http://schemas.openxmlformats.org/officeDocument/2006/relationships/slideLayout" Target="../slideLayouts/slideLayout3152.xml"/><Relationship Id="rId11" Type="http://schemas.openxmlformats.org/officeDocument/2006/relationships/slideLayout" Target="../slideLayouts/slideLayout3153.xml"/><Relationship Id="rId12" Type="http://schemas.openxmlformats.org/officeDocument/2006/relationships/slideLayout" Target="../slideLayouts/slideLayout3154.xml"/><Relationship Id="rId13" Type="http://schemas.openxmlformats.org/officeDocument/2006/relationships/slideLayout" Target="../slideLayouts/slideLayout3155.xml"/><Relationship Id="rId14" Type="http://schemas.openxmlformats.org/officeDocument/2006/relationships/slideLayout" Target="../slideLayouts/slideLayout3156.xml"/>
</Relationships>
</file>

<file path=ppt/slideMasters/_rels/slideMaster264.xml.rels><?xml version="1.0" encoding="UTF-8"?>
<Relationships xmlns="http://schemas.openxmlformats.org/package/2006/relationships"><Relationship Id="rId1" Type="http://schemas.openxmlformats.org/officeDocument/2006/relationships/theme" Target="../theme/theme264.xml"/><Relationship Id="rId2" Type="http://schemas.openxmlformats.org/officeDocument/2006/relationships/image" Target="../media/image269.jpeg"/><Relationship Id="rId3" Type="http://schemas.openxmlformats.org/officeDocument/2006/relationships/image" Target="../media/image270.jpeg"/><Relationship Id="rId4" Type="http://schemas.openxmlformats.org/officeDocument/2006/relationships/slideLayout" Target="../slideLayouts/slideLayout3157.xml"/><Relationship Id="rId5" Type="http://schemas.openxmlformats.org/officeDocument/2006/relationships/slideLayout" Target="../slideLayouts/slideLayout3158.xml"/><Relationship Id="rId6" Type="http://schemas.openxmlformats.org/officeDocument/2006/relationships/slideLayout" Target="../slideLayouts/slideLayout3159.xml"/><Relationship Id="rId7" Type="http://schemas.openxmlformats.org/officeDocument/2006/relationships/slideLayout" Target="../slideLayouts/slideLayout3160.xml"/><Relationship Id="rId8" Type="http://schemas.openxmlformats.org/officeDocument/2006/relationships/slideLayout" Target="../slideLayouts/slideLayout3161.xml"/><Relationship Id="rId9" Type="http://schemas.openxmlformats.org/officeDocument/2006/relationships/slideLayout" Target="../slideLayouts/slideLayout3162.xml"/><Relationship Id="rId10" Type="http://schemas.openxmlformats.org/officeDocument/2006/relationships/slideLayout" Target="../slideLayouts/slideLayout3163.xml"/><Relationship Id="rId11" Type="http://schemas.openxmlformats.org/officeDocument/2006/relationships/slideLayout" Target="../slideLayouts/slideLayout3164.xml"/><Relationship Id="rId12" Type="http://schemas.openxmlformats.org/officeDocument/2006/relationships/slideLayout" Target="../slideLayouts/slideLayout3165.xml"/><Relationship Id="rId13" Type="http://schemas.openxmlformats.org/officeDocument/2006/relationships/slideLayout" Target="../slideLayouts/slideLayout3166.xml"/><Relationship Id="rId14" Type="http://schemas.openxmlformats.org/officeDocument/2006/relationships/slideLayout" Target="../slideLayouts/slideLayout3167.xml"/><Relationship Id="rId15" Type="http://schemas.openxmlformats.org/officeDocument/2006/relationships/slideLayout" Target="../slideLayouts/slideLayout3168.xml"/>
</Relationships>
</file>

<file path=ppt/slideMasters/_rels/slideMaster265.xml.rels><?xml version="1.0" encoding="UTF-8"?>
<Relationships xmlns="http://schemas.openxmlformats.org/package/2006/relationships"><Relationship Id="rId1" Type="http://schemas.openxmlformats.org/officeDocument/2006/relationships/theme" Target="../theme/theme265.xml"/><Relationship Id="rId2" Type="http://schemas.openxmlformats.org/officeDocument/2006/relationships/image" Target="../media/image271.jpeg"/><Relationship Id="rId3" Type="http://schemas.openxmlformats.org/officeDocument/2006/relationships/slideLayout" Target="../slideLayouts/slideLayout3169.xml"/><Relationship Id="rId4" Type="http://schemas.openxmlformats.org/officeDocument/2006/relationships/slideLayout" Target="../slideLayouts/slideLayout3170.xml"/><Relationship Id="rId5" Type="http://schemas.openxmlformats.org/officeDocument/2006/relationships/slideLayout" Target="../slideLayouts/slideLayout3171.xml"/><Relationship Id="rId6" Type="http://schemas.openxmlformats.org/officeDocument/2006/relationships/slideLayout" Target="../slideLayouts/slideLayout3172.xml"/><Relationship Id="rId7" Type="http://schemas.openxmlformats.org/officeDocument/2006/relationships/slideLayout" Target="../slideLayouts/slideLayout3173.xml"/><Relationship Id="rId8" Type="http://schemas.openxmlformats.org/officeDocument/2006/relationships/slideLayout" Target="../slideLayouts/slideLayout3174.xml"/><Relationship Id="rId9" Type="http://schemas.openxmlformats.org/officeDocument/2006/relationships/slideLayout" Target="../slideLayouts/slideLayout3175.xml"/><Relationship Id="rId10" Type="http://schemas.openxmlformats.org/officeDocument/2006/relationships/slideLayout" Target="../slideLayouts/slideLayout3176.xml"/><Relationship Id="rId11" Type="http://schemas.openxmlformats.org/officeDocument/2006/relationships/slideLayout" Target="../slideLayouts/slideLayout3177.xml"/><Relationship Id="rId12" Type="http://schemas.openxmlformats.org/officeDocument/2006/relationships/slideLayout" Target="../slideLayouts/slideLayout3178.xml"/><Relationship Id="rId13" Type="http://schemas.openxmlformats.org/officeDocument/2006/relationships/slideLayout" Target="../slideLayouts/slideLayout3179.xml"/><Relationship Id="rId14" Type="http://schemas.openxmlformats.org/officeDocument/2006/relationships/slideLayout" Target="../slideLayouts/slideLayout3180.xml"/>
</Relationships>
</file>

<file path=ppt/slideMasters/_rels/slideMaster266.xml.rels><?xml version="1.0" encoding="UTF-8"?>
<Relationships xmlns="http://schemas.openxmlformats.org/package/2006/relationships"><Relationship Id="rId1" Type="http://schemas.openxmlformats.org/officeDocument/2006/relationships/theme" Target="../theme/theme266.xml"/><Relationship Id="rId2" Type="http://schemas.openxmlformats.org/officeDocument/2006/relationships/image" Target="../media/image272.jpeg"/><Relationship Id="rId3" Type="http://schemas.openxmlformats.org/officeDocument/2006/relationships/slideLayout" Target="../slideLayouts/slideLayout3181.xml"/><Relationship Id="rId4" Type="http://schemas.openxmlformats.org/officeDocument/2006/relationships/slideLayout" Target="../slideLayouts/slideLayout3182.xml"/><Relationship Id="rId5" Type="http://schemas.openxmlformats.org/officeDocument/2006/relationships/slideLayout" Target="../slideLayouts/slideLayout3183.xml"/><Relationship Id="rId6" Type="http://schemas.openxmlformats.org/officeDocument/2006/relationships/slideLayout" Target="../slideLayouts/slideLayout3184.xml"/><Relationship Id="rId7" Type="http://schemas.openxmlformats.org/officeDocument/2006/relationships/slideLayout" Target="../slideLayouts/slideLayout3185.xml"/><Relationship Id="rId8" Type="http://schemas.openxmlformats.org/officeDocument/2006/relationships/slideLayout" Target="../slideLayouts/slideLayout3186.xml"/><Relationship Id="rId9" Type="http://schemas.openxmlformats.org/officeDocument/2006/relationships/slideLayout" Target="../slideLayouts/slideLayout3187.xml"/><Relationship Id="rId10" Type="http://schemas.openxmlformats.org/officeDocument/2006/relationships/slideLayout" Target="../slideLayouts/slideLayout3188.xml"/><Relationship Id="rId11" Type="http://schemas.openxmlformats.org/officeDocument/2006/relationships/slideLayout" Target="../slideLayouts/slideLayout3189.xml"/><Relationship Id="rId12" Type="http://schemas.openxmlformats.org/officeDocument/2006/relationships/slideLayout" Target="../slideLayouts/slideLayout3190.xml"/><Relationship Id="rId13" Type="http://schemas.openxmlformats.org/officeDocument/2006/relationships/slideLayout" Target="../slideLayouts/slideLayout3191.xml"/><Relationship Id="rId14" Type="http://schemas.openxmlformats.org/officeDocument/2006/relationships/slideLayout" Target="../slideLayouts/slideLayout3192.xml"/>
</Relationships>
</file>

<file path=ppt/slideMasters/_rels/slideMaster267.xml.rels><?xml version="1.0" encoding="UTF-8"?>
<Relationships xmlns="http://schemas.openxmlformats.org/package/2006/relationships"><Relationship Id="rId1" Type="http://schemas.openxmlformats.org/officeDocument/2006/relationships/theme" Target="../theme/theme267.xml"/><Relationship Id="rId2" Type="http://schemas.openxmlformats.org/officeDocument/2006/relationships/image" Target="../media/image273.jpeg"/><Relationship Id="rId3" Type="http://schemas.openxmlformats.org/officeDocument/2006/relationships/slideLayout" Target="../slideLayouts/slideLayout3193.xml"/><Relationship Id="rId4" Type="http://schemas.openxmlformats.org/officeDocument/2006/relationships/slideLayout" Target="../slideLayouts/slideLayout3194.xml"/><Relationship Id="rId5" Type="http://schemas.openxmlformats.org/officeDocument/2006/relationships/slideLayout" Target="../slideLayouts/slideLayout3195.xml"/><Relationship Id="rId6" Type="http://schemas.openxmlformats.org/officeDocument/2006/relationships/slideLayout" Target="../slideLayouts/slideLayout3196.xml"/><Relationship Id="rId7" Type="http://schemas.openxmlformats.org/officeDocument/2006/relationships/slideLayout" Target="../slideLayouts/slideLayout3197.xml"/><Relationship Id="rId8" Type="http://schemas.openxmlformats.org/officeDocument/2006/relationships/slideLayout" Target="../slideLayouts/slideLayout3198.xml"/><Relationship Id="rId9" Type="http://schemas.openxmlformats.org/officeDocument/2006/relationships/slideLayout" Target="../slideLayouts/slideLayout3199.xml"/><Relationship Id="rId10" Type="http://schemas.openxmlformats.org/officeDocument/2006/relationships/slideLayout" Target="../slideLayouts/slideLayout3200.xml"/><Relationship Id="rId11" Type="http://schemas.openxmlformats.org/officeDocument/2006/relationships/slideLayout" Target="../slideLayouts/slideLayout3201.xml"/><Relationship Id="rId12" Type="http://schemas.openxmlformats.org/officeDocument/2006/relationships/slideLayout" Target="../slideLayouts/slideLayout3202.xml"/><Relationship Id="rId13" Type="http://schemas.openxmlformats.org/officeDocument/2006/relationships/slideLayout" Target="../slideLayouts/slideLayout3203.xml"/><Relationship Id="rId14" Type="http://schemas.openxmlformats.org/officeDocument/2006/relationships/slideLayout" Target="../slideLayouts/slideLayout3204.xml"/>
</Relationships>
</file>

<file path=ppt/slideMasters/_rels/slideMaster268.xml.rels><?xml version="1.0" encoding="UTF-8"?>
<Relationships xmlns="http://schemas.openxmlformats.org/package/2006/relationships"><Relationship Id="rId1" Type="http://schemas.openxmlformats.org/officeDocument/2006/relationships/theme" Target="../theme/theme268.xml"/><Relationship Id="rId2" Type="http://schemas.openxmlformats.org/officeDocument/2006/relationships/image" Target="../media/image274.jpeg"/><Relationship Id="rId3" Type="http://schemas.openxmlformats.org/officeDocument/2006/relationships/slideLayout" Target="../slideLayouts/slideLayout3205.xml"/><Relationship Id="rId4" Type="http://schemas.openxmlformats.org/officeDocument/2006/relationships/slideLayout" Target="../slideLayouts/slideLayout3206.xml"/><Relationship Id="rId5" Type="http://schemas.openxmlformats.org/officeDocument/2006/relationships/slideLayout" Target="../slideLayouts/slideLayout3207.xml"/><Relationship Id="rId6" Type="http://schemas.openxmlformats.org/officeDocument/2006/relationships/slideLayout" Target="../slideLayouts/slideLayout3208.xml"/><Relationship Id="rId7" Type="http://schemas.openxmlformats.org/officeDocument/2006/relationships/slideLayout" Target="../slideLayouts/slideLayout3209.xml"/><Relationship Id="rId8" Type="http://schemas.openxmlformats.org/officeDocument/2006/relationships/slideLayout" Target="../slideLayouts/slideLayout3210.xml"/><Relationship Id="rId9" Type="http://schemas.openxmlformats.org/officeDocument/2006/relationships/slideLayout" Target="../slideLayouts/slideLayout3211.xml"/><Relationship Id="rId10" Type="http://schemas.openxmlformats.org/officeDocument/2006/relationships/slideLayout" Target="../slideLayouts/slideLayout3212.xml"/><Relationship Id="rId11" Type="http://schemas.openxmlformats.org/officeDocument/2006/relationships/slideLayout" Target="../slideLayouts/slideLayout3213.xml"/><Relationship Id="rId12" Type="http://schemas.openxmlformats.org/officeDocument/2006/relationships/slideLayout" Target="../slideLayouts/slideLayout3214.xml"/><Relationship Id="rId13" Type="http://schemas.openxmlformats.org/officeDocument/2006/relationships/slideLayout" Target="../slideLayouts/slideLayout3215.xml"/><Relationship Id="rId14" Type="http://schemas.openxmlformats.org/officeDocument/2006/relationships/slideLayout" Target="../slideLayouts/slideLayout3216.xml"/>
</Relationships>
</file>

<file path=ppt/slideMasters/_rels/slideMaster269.xml.rels><?xml version="1.0" encoding="UTF-8"?>
<Relationships xmlns="http://schemas.openxmlformats.org/package/2006/relationships"><Relationship Id="rId1" Type="http://schemas.openxmlformats.org/officeDocument/2006/relationships/theme" Target="../theme/theme269.xml"/><Relationship Id="rId2" Type="http://schemas.openxmlformats.org/officeDocument/2006/relationships/slideLayout" Target="../slideLayouts/slideLayout3217.xml"/><Relationship Id="rId3" Type="http://schemas.openxmlformats.org/officeDocument/2006/relationships/slideLayout" Target="../slideLayouts/slideLayout3218.xml"/><Relationship Id="rId4" Type="http://schemas.openxmlformats.org/officeDocument/2006/relationships/slideLayout" Target="../slideLayouts/slideLayout3219.xml"/><Relationship Id="rId5" Type="http://schemas.openxmlformats.org/officeDocument/2006/relationships/slideLayout" Target="../slideLayouts/slideLayout3220.xml"/><Relationship Id="rId6" Type="http://schemas.openxmlformats.org/officeDocument/2006/relationships/slideLayout" Target="../slideLayouts/slideLayout3221.xml"/><Relationship Id="rId7" Type="http://schemas.openxmlformats.org/officeDocument/2006/relationships/slideLayout" Target="../slideLayouts/slideLayout3222.xml"/><Relationship Id="rId8" Type="http://schemas.openxmlformats.org/officeDocument/2006/relationships/slideLayout" Target="../slideLayouts/slideLayout3223.xml"/><Relationship Id="rId9" Type="http://schemas.openxmlformats.org/officeDocument/2006/relationships/slideLayout" Target="../slideLayouts/slideLayout3224.xml"/><Relationship Id="rId10" Type="http://schemas.openxmlformats.org/officeDocument/2006/relationships/slideLayout" Target="../slideLayouts/slideLayout3225.xml"/><Relationship Id="rId11" Type="http://schemas.openxmlformats.org/officeDocument/2006/relationships/slideLayout" Target="../slideLayouts/slideLayout3226.xml"/><Relationship Id="rId12" Type="http://schemas.openxmlformats.org/officeDocument/2006/relationships/slideLayout" Target="../slideLayouts/slideLayout3227.xml"/><Relationship Id="rId13" Type="http://schemas.openxmlformats.org/officeDocument/2006/relationships/slideLayout" Target="../slideLayouts/slideLayout3228.xml"/>
</Relationships>
</file>

<file path=ppt/slideMasters/_rels/slideMaster270.xml.rels><?xml version="1.0" encoding="UTF-8"?>
<Relationships xmlns="http://schemas.openxmlformats.org/package/2006/relationships"><Relationship Id="rId1" Type="http://schemas.openxmlformats.org/officeDocument/2006/relationships/theme" Target="../theme/theme270.xml"/><Relationship Id="rId2" Type="http://schemas.openxmlformats.org/officeDocument/2006/relationships/image" Target="../media/image275.jpeg"/><Relationship Id="rId3" Type="http://schemas.openxmlformats.org/officeDocument/2006/relationships/slideLayout" Target="../slideLayouts/slideLayout3229.xml"/><Relationship Id="rId4" Type="http://schemas.openxmlformats.org/officeDocument/2006/relationships/slideLayout" Target="../slideLayouts/slideLayout3230.xml"/><Relationship Id="rId5" Type="http://schemas.openxmlformats.org/officeDocument/2006/relationships/slideLayout" Target="../slideLayouts/slideLayout3231.xml"/><Relationship Id="rId6" Type="http://schemas.openxmlformats.org/officeDocument/2006/relationships/slideLayout" Target="../slideLayouts/slideLayout3232.xml"/><Relationship Id="rId7" Type="http://schemas.openxmlformats.org/officeDocument/2006/relationships/slideLayout" Target="../slideLayouts/slideLayout3233.xml"/><Relationship Id="rId8" Type="http://schemas.openxmlformats.org/officeDocument/2006/relationships/slideLayout" Target="../slideLayouts/slideLayout3234.xml"/><Relationship Id="rId9" Type="http://schemas.openxmlformats.org/officeDocument/2006/relationships/slideLayout" Target="../slideLayouts/slideLayout3235.xml"/><Relationship Id="rId10" Type="http://schemas.openxmlformats.org/officeDocument/2006/relationships/slideLayout" Target="../slideLayouts/slideLayout3236.xml"/><Relationship Id="rId11" Type="http://schemas.openxmlformats.org/officeDocument/2006/relationships/slideLayout" Target="../slideLayouts/slideLayout3237.xml"/><Relationship Id="rId12" Type="http://schemas.openxmlformats.org/officeDocument/2006/relationships/slideLayout" Target="../slideLayouts/slideLayout3238.xml"/><Relationship Id="rId13" Type="http://schemas.openxmlformats.org/officeDocument/2006/relationships/slideLayout" Target="../slideLayouts/slideLayout3239.xml"/><Relationship Id="rId14" Type="http://schemas.openxmlformats.org/officeDocument/2006/relationships/slideLayout" Target="../slideLayouts/slideLayout3240.xml"/>
</Relationships>
</file>

<file path=ppt/slideMasters/_rels/slideMaster271.xml.rels><?xml version="1.0" encoding="UTF-8"?>
<Relationships xmlns="http://schemas.openxmlformats.org/package/2006/relationships"><Relationship Id="rId1" Type="http://schemas.openxmlformats.org/officeDocument/2006/relationships/theme" Target="../theme/theme271.xml"/><Relationship Id="rId2" Type="http://schemas.openxmlformats.org/officeDocument/2006/relationships/image" Target="../media/image276.jpeg"/><Relationship Id="rId3" Type="http://schemas.openxmlformats.org/officeDocument/2006/relationships/slideLayout" Target="../slideLayouts/slideLayout3241.xml"/><Relationship Id="rId4" Type="http://schemas.openxmlformats.org/officeDocument/2006/relationships/slideLayout" Target="../slideLayouts/slideLayout3242.xml"/><Relationship Id="rId5" Type="http://schemas.openxmlformats.org/officeDocument/2006/relationships/slideLayout" Target="../slideLayouts/slideLayout3243.xml"/><Relationship Id="rId6" Type="http://schemas.openxmlformats.org/officeDocument/2006/relationships/slideLayout" Target="../slideLayouts/slideLayout3244.xml"/><Relationship Id="rId7" Type="http://schemas.openxmlformats.org/officeDocument/2006/relationships/slideLayout" Target="../slideLayouts/slideLayout3245.xml"/><Relationship Id="rId8" Type="http://schemas.openxmlformats.org/officeDocument/2006/relationships/slideLayout" Target="../slideLayouts/slideLayout3246.xml"/><Relationship Id="rId9" Type="http://schemas.openxmlformats.org/officeDocument/2006/relationships/slideLayout" Target="../slideLayouts/slideLayout3247.xml"/><Relationship Id="rId10" Type="http://schemas.openxmlformats.org/officeDocument/2006/relationships/slideLayout" Target="../slideLayouts/slideLayout3248.xml"/><Relationship Id="rId11" Type="http://schemas.openxmlformats.org/officeDocument/2006/relationships/slideLayout" Target="../slideLayouts/slideLayout3249.xml"/><Relationship Id="rId12" Type="http://schemas.openxmlformats.org/officeDocument/2006/relationships/slideLayout" Target="../slideLayouts/slideLayout3250.xml"/><Relationship Id="rId13" Type="http://schemas.openxmlformats.org/officeDocument/2006/relationships/slideLayout" Target="../slideLayouts/slideLayout3251.xml"/><Relationship Id="rId14" Type="http://schemas.openxmlformats.org/officeDocument/2006/relationships/slideLayout" Target="../slideLayouts/slideLayout3252.xml"/>
</Relationships>
</file>

<file path=ppt/slideMasters/_rels/slideMaster272.xml.rels><?xml version="1.0" encoding="UTF-8"?>
<Relationships xmlns="http://schemas.openxmlformats.org/package/2006/relationships"><Relationship Id="rId1" Type="http://schemas.openxmlformats.org/officeDocument/2006/relationships/theme" Target="../theme/theme272.xml"/><Relationship Id="rId2" Type="http://schemas.openxmlformats.org/officeDocument/2006/relationships/image" Target="../media/image277.jpeg"/><Relationship Id="rId3" Type="http://schemas.openxmlformats.org/officeDocument/2006/relationships/image" Target="../media/image278.jpeg"/><Relationship Id="rId4" Type="http://schemas.openxmlformats.org/officeDocument/2006/relationships/slideLayout" Target="../slideLayouts/slideLayout3253.xml"/><Relationship Id="rId5" Type="http://schemas.openxmlformats.org/officeDocument/2006/relationships/slideLayout" Target="../slideLayouts/slideLayout3254.xml"/><Relationship Id="rId6" Type="http://schemas.openxmlformats.org/officeDocument/2006/relationships/slideLayout" Target="../slideLayouts/slideLayout3255.xml"/><Relationship Id="rId7" Type="http://schemas.openxmlformats.org/officeDocument/2006/relationships/slideLayout" Target="../slideLayouts/slideLayout3256.xml"/><Relationship Id="rId8" Type="http://schemas.openxmlformats.org/officeDocument/2006/relationships/slideLayout" Target="../slideLayouts/slideLayout3257.xml"/><Relationship Id="rId9" Type="http://schemas.openxmlformats.org/officeDocument/2006/relationships/slideLayout" Target="../slideLayouts/slideLayout3258.xml"/><Relationship Id="rId10" Type="http://schemas.openxmlformats.org/officeDocument/2006/relationships/slideLayout" Target="../slideLayouts/slideLayout3259.xml"/><Relationship Id="rId11" Type="http://schemas.openxmlformats.org/officeDocument/2006/relationships/slideLayout" Target="../slideLayouts/slideLayout3260.xml"/><Relationship Id="rId12" Type="http://schemas.openxmlformats.org/officeDocument/2006/relationships/slideLayout" Target="../slideLayouts/slideLayout3261.xml"/><Relationship Id="rId13" Type="http://schemas.openxmlformats.org/officeDocument/2006/relationships/slideLayout" Target="../slideLayouts/slideLayout3262.xml"/><Relationship Id="rId14" Type="http://schemas.openxmlformats.org/officeDocument/2006/relationships/slideLayout" Target="../slideLayouts/slideLayout3263.xml"/><Relationship Id="rId15" Type="http://schemas.openxmlformats.org/officeDocument/2006/relationships/slideLayout" Target="../slideLayouts/slideLayout3264.xml"/>
</Relationships>
</file>

<file path=ppt/slideMasters/_rels/slideMaster273.xml.rels><?xml version="1.0" encoding="UTF-8"?>
<Relationships xmlns="http://schemas.openxmlformats.org/package/2006/relationships"><Relationship Id="rId1" Type="http://schemas.openxmlformats.org/officeDocument/2006/relationships/theme" Target="../theme/theme273.xml"/><Relationship Id="rId2" Type="http://schemas.openxmlformats.org/officeDocument/2006/relationships/image" Target="../media/image279.jpeg"/><Relationship Id="rId3" Type="http://schemas.openxmlformats.org/officeDocument/2006/relationships/slideLayout" Target="../slideLayouts/slideLayout3265.xml"/><Relationship Id="rId4" Type="http://schemas.openxmlformats.org/officeDocument/2006/relationships/slideLayout" Target="../slideLayouts/slideLayout3266.xml"/><Relationship Id="rId5" Type="http://schemas.openxmlformats.org/officeDocument/2006/relationships/slideLayout" Target="../slideLayouts/slideLayout3267.xml"/><Relationship Id="rId6" Type="http://schemas.openxmlformats.org/officeDocument/2006/relationships/slideLayout" Target="../slideLayouts/slideLayout3268.xml"/><Relationship Id="rId7" Type="http://schemas.openxmlformats.org/officeDocument/2006/relationships/slideLayout" Target="../slideLayouts/slideLayout3269.xml"/><Relationship Id="rId8" Type="http://schemas.openxmlformats.org/officeDocument/2006/relationships/slideLayout" Target="../slideLayouts/slideLayout3270.xml"/><Relationship Id="rId9" Type="http://schemas.openxmlformats.org/officeDocument/2006/relationships/slideLayout" Target="../slideLayouts/slideLayout3271.xml"/><Relationship Id="rId10" Type="http://schemas.openxmlformats.org/officeDocument/2006/relationships/slideLayout" Target="../slideLayouts/slideLayout3272.xml"/><Relationship Id="rId11" Type="http://schemas.openxmlformats.org/officeDocument/2006/relationships/slideLayout" Target="../slideLayouts/slideLayout3273.xml"/><Relationship Id="rId12" Type="http://schemas.openxmlformats.org/officeDocument/2006/relationships/slideLayout" Target="../slideLayouts/slideLayout3274.xml"/><Relationship Id="rId13" Type="http://schemas.openxmlformats.org/officeDocument/2006/relationships/slideLayout" Target="../slideLayouts/slideLayout3275.xml"/><Relationship Id="rId14" Type="http://schemas.openxmlformats.org/officeDocument/2006/relationships/slideLayout" Target="../slideLayouts/slideLayout3276.xml"/>
</Relationships>
</file>

<file path=ppt/slideMasters/_rels/slideMaster274.xml.rels><?xml version="1.0" encoding="UTF-8"?>
<Relationships xmlns="http://schemas.openxmlformats.org/package/2006/relationships"><Relationship Id="rId1" Type="http://schemas.openxmlformats.org/officeDocument/2006/relationships/theme" Target="../theme/theme274.xml"/><Relationship Id="rId2" Type="http://schemas.openxmlformats.org/officeDocument/2006/relationships/image" Target="../media/image280.jpeg"/><Relationship Id="rId3" Type="http://schemas.openxmlformats.org/officeDocument/2006/relationships/slideLayout" Target="../slideLayouts/slideLayout3277.xml"/><Relationship Id="rId4" Type="http://schemas.openxmlformats.org/officeDocument/2006/relationships/slideLayout" Target="../slideLayouts/slideLayout3278.xml"/><Relationship Id="rId5" Type="http://schemas.openxmlformats.org/officeDocument/2006/relationships/slideLayout" Target="../slideLayouts/slideLayout3279.xml"/><Relationship Id="rId6" Type="http://schemas.openxmlformats.org/officeDocument/2006/relationships/slideLayout" Target="../slideLayouts/slideLayout3280.xml"/><Relationship Id="rId7" Type="http://schemas.openxmlformats.org/officeDocument/2006/relationships/slideLayout" Target="../slideLayouts/slideLayout3281.xml"/><Relationship Id="rId8" Type="http://schemas.openxmlformats.org/officeDocument/2006/relationships/slideLayout" Target="../slideLayouts/slideLayout3282.xml"/><Relationship Id="rId9" Type="http://schemas.openxmlformats.org/officeDocument/2006/relationships/slideLayout" Target="../slideLayouts/slideLayout3283.xml"/><Relationship Id="rId10" Type="http://schemas.openxmlformats.org/officeDocument/2006/relationships/slideLayout" Target="../slideLayouts/slideLayout3284.xml"/><Relationship Id="rId11" Type="http://schemas.openxmlformats.org/officeDocument/2006/relationships/slideLayout" Target="../slideLayouts/slideLayout3285.xml"/><Relationship Id="rId12" Type="http://schemas.openxmlformats.org/officeDocument/2006/relationships/slideLayout" Target="../slideLayouts/slideLayout3286.xml"/><Relationship Id="rId13" Type="http://schemas.openxmlformats.org/officeDocument/2006/relationships/slideLayout" Target="../slideLayouts/slideLayout3287.xml"/><Relationship Id="rId14" Type="http://schemas.openxmlformats.org/officeDocument/2006/relationships/slideLayout" Target="../slideLayouts/slideLayout3288.xml"/>
</Relationships>
</file>

<file path=ppt/slideMasters/_rels/slideMaster275.xml.rels><?xml version="1.0" encoding="UTF-8"?>
<Relationships xmlns="http://schemas.openxmlformats.org/package/2006/relationships"><Relationship Id="rId1" Type="http://schemas.openxmlformats.org/officeDocument/2006/relationships/theme" Target="../theme/theme275.xml"/><Relationship Id="rId2" Type="http://schemas.openxmlformats.org/officeDocument/2006/relationships/image" Target="../media/image281.jpeg"/><Relationship Id="rId3" Type="http://schemas.openxmlformats.org/officeDocument/2006/relationships/slideLayout" Target="../slideLayouts/slideLayout3289.xml"/><Relationship Id="rId4" Type="http://schemas.openxmlformats.org/officeDocument/2006/relationships/slideLayout" Target="../slideLayouts/slideLayout3290.xml"/><Relationship Id="rId5" Type="http://schemas.openxmlformats.org/officeDocument/2006/relationships/slideLayout" Target="../slideLayouts/slideLayout3291.xml"/><Relationship Id="rId6" Type="http://schemas.openxmlformats.org/officeDocument/2006/relationships/slideLayout" Target="../slideLayouts/slideLayout3292.xml"/><Relationship Id="rId7" Type="http://schemas.openxmlformats.org/officeDocument/2006/relationships/slideLayout" Target="../slideLayouts/slideLayout3293.xml"/><Relationship Id="rId8" Type="http://schemas.openxmlformats.org/officeDocument/2006/relationships/slideLayout" Target="../slideLayouts/slideLayout3294.xml"/><Relationship Id="rId9" Type="http://schemas.openxmlformats.org/officeDocument/2006/relationships/slideLayout" Target="../slideLayouts/slideLayout3295.xml"/><Relationship Id="rId10" Type="http://schemas.openxmlformats.org/officeDocument/2006/relationships/slideLayout" Target="../slideLayouts/slideLayout3296.xml"/><Relationship Id="rId11" Type="http://schemas.openxmlformats.org/officeDocument/2006/relationships/slideLayout" Target="../slideLayouts/slideLayout3297.xml"/><Relationship Id="rId12" Type="http://schemas.openxmlformats.org/officeDocument/2006/relationships/slideLayout" Target="../slideLayouts/slideLayout3298.xml"/><Relationship Id="rId13" Type="http://schemas.openxmlformats.org/officeDocument/2006/relationships/slideLayout" Target="../slideLayouts/slideLayout3299.xml"/><Relationship Id="rId14" Type="http://schemas.openxmlformats.org/officeDocument/2006/relationships/slideLayout" Target="../slideLayouts/slideLayout3300.xml"/>
</Relationships>
</file>

<file path=ppt/slideMasters/_rels/slideMaster276.xml.rels><?xml version="1.0" encoding="UTF-8"?>
<Relationships xmlns="http://schemas.openxmlformats.org/package/2006/relationships"><Relationship Id="rId1" Type="http://schemas.openxmlformats.org/officeDocument/2006/relationships/theme" Target="../theme/theme276.xml"/><Relationship Id="rId2" Type="http://schemas.openxmlformats.org/officeDocument/2006/relationships/image" Target="../media/image282.jpeg"/><Relationship Id="rId3" Type="http://schemas.openxmlformats.org/officeDocument/2006/relationships/slideLayout" Target="../slideLayouts/slideLayout3301.xml"/><Relationship Id="rId4" Type="http://schemas.openxmlformats.org/officeDocument/2006/relationships/slideLayout" Target="../slideLayouts/slideLayout3302.xml"/><Relationship Id="rId5" Type="http://schemas.openxmlformats.org/officeDocument/2006/relationships/slideLayout" Target="../slideLayouts/slideLayout3303.xml"/><Relationship Id="rId6" Type="http://schemas.openxmlformats.org/officeDocument/2006/relationships/slideLayout" Target="../slideLayouts/slideLayout3304.xml"/><Relationship Id="rId7" Type="http://schemas.openxmlformats.org/officeDocument/2006/relationships/slideLayout" Target="../slideLayouts/slideLayout3305.xml"/><Relationship Id="rId8" Type="http://schemas.openxmlformats.org/officeDocument/2006/relationships/slideLayout" Target="../slideLayouts/slideLayout3306.xml"/><Relationship Id="rId9" Type="http://schemas.openxmlformats.org/officeDocument/2006/relationships/slideLayout" Target="../slideLayouts/slideLayout3307.xml"/><Relationship Id="rId10" Type="http://schemas.openxmlformats.org/officeDocument/2006/relationships/slideLayout" Target="../slideLayouts/slideLayout3308.xml"/><Relationship Id="rId11" Type="http://schemas.openxmlformats.org/officeDocument/2006/relationships/slideLayout" Target="../slideLayouts/slideLayout3309.xml"/><Relationship Id="rId12" Type="http://schemas.openxmlformats.org/officeDocument/2006/relationships/slideLayout" Target="../slideLayouts/slideLayout3310.xml"/><Relationship Id="rId13" Type="http://schemas.openxmlformats.org/officeDocument/2006/relationships/slideLayout" Target="../slideLayouts/slideLayout3311.xml"/><Relationship Id="rId14" Type="http://schemas.openxmlformats.org/officeDocument/2006/relationships/slideLayout" Target="../slideLayouts/slideLayout3312.xml"/>
</Relationships>
</file>

<file path=ppt/slideMasters/_rels/slideMaster277.xml.rels><?xml version="1.0" encoding="UTF-8"?>
<Relationships xmlns="http://schemas.openxmlformats.org/package/2006/relationships"><Relationship Id="rId1" Type="http://schemas.openxmlformats.org/officeDocument/2006/relationships/theme" Target="../theme/theme277.xml"/><Relationship Id="rId2" Type="http://schemas.openxmlformats.org/officeDocument/2006/relationships/slideLayout" Target="../slideLayouts/slideLayout3313.xml"/><Relationship Id="rId3" Type="http://schemas.openxmlformats.org/officeDocument/2006/relationships/slideLayout" Target="../slideLayouts/slideLayout3314.xml"/><Relationship Id="rId4" Type="http://schemas.openxmlformats.org/officeDocument/2006/relationships/slideLayout" Target="../slideLayouts/slideLayout3315.xml"/><Relationship Id="rId5" Type="http://schemas.openxmlformats.org/officeDocument/2006/relationships/slideLayout" Target="../slideLayouts/slideLayout3316.xml"/><Relationship Id="rId6" Type="http://schemas.openxmlformats.org/officeDocument/2006/relationships/slideLayout" Target="../slideLayouts/slideLayout3317.xml"/><Relationship Id="rId7" Type="http://schemas.openxmlformats.org/officeDocument/2006/relationships/slideLayout" Target="../slideLayouts/slideLayout3318.xml"/><Relationship Id="rId8" Type="http://schemas.openxmlformats.org/officeDocument/2006/relationships/slideLayout" Target="../slideLayouts/slideLayout3319.xml"/><Relationship Id="rId9" Type="http://schemas.openxmlformats.org/officeDocument/2006/relationships/slideLayout" Target="../slideLayouts/slideLayout3320.xml"/><Relationship Id="rId10" Type="http://schemas.openxmlformats.org/officeDocument/2006/relationships/slideLayout" Target="../slideLayouts/slideLayout3321.xml"/><Relationship Id="rId11" Type="http://schemas.openxmlformats.org/officeDocument/2006/relationships/slideLayout" Target="../slideLayouts/slideLayout3322.xml"/><Relationship Id="rId12" Type="http://schemas.openxmlformats.org/officeDocument/2006/relationships/slideLayout" Target="../slideLayouts/slideLayout3323.xml"/><Relationship Id="rId13" Type="http://schemas.openxmlformats.org/officeDocument/2006/relationships/slideLayout" Target="../slideLayouts/slideLayout3324.xml"/>
</Relationships>
</file>

<file path=ppt/slideMasters/_rels/slideMaster278.xml.rels><?xml version="1.0" encoding="UTF-8"?>
<Relationships xmlns="http://schemas.openxmlformats.org/package/2006/relationships"><Relationship Id="rId1" Type="http://schemas.openxmlformats.org/officeDocument/2006/relationships/theme" Target="../theme/theme278.xml"/><Relationship Id="rId2" Type="http://schemas.openxmlformats.org/officeDocument/2006/relationships/image" Target="../media/image283.jpeg"/><Relationship Id="rId3" Type="http://schemas.openxmlformats.org/officeDocument/2006/relationships/slideLayout" Target="../slideLayouts/slideLayout3325.xml"/><Relationship Id="rId4" Type="http://schemas.openxmlformats.org/officeDocument/2006/relationships/slideLayout" Target="../slideLayouts/slideLayout3326.xml"/><Relationship Id="rId5" Type="http://schemas.openxmlformats.org/officeDocument/2006/relationships/slideLayout" Target="../slideLayouts/slideLayout3327.xml"/><Relationship Id="rId6" Type="http://schemas.openxmlformats.org/officeDocument/2006/relationships/slideLayout" Target="../slideLayouts/slideLayout3328.xml"/><Relationship Id="rId7" Type="http://schemas.openxmlformats.org/officeDocument/2006/relationships/slideLayout" Target="../slideLayouts/slideLayout3329.xml"/><Relationship Id="rId8" Type="http://schemas.openxmlformats.org/officeDocument/2006/relationships/slideLayout" Target="../slideLayouts/slideLayout3330.xml"/><Relationship Id="rId9" Type="http://schemas.openxmlformats.org/officeDocument/2006/relationships/slideLayout" Target="../slideLayouts/slideLayout3331.xml"/><Relationship Id="rId10" Type="http://schemas.openxmlformats.org/officeDocument/2006/relationships/slideLayout" Target="../slideLayouts/slideLayout3332.xml"/><Relationship Id="rId11" Type="http://schemas.openxmlformats.org/officeDocument/2006/relationships/slideLayout" Target="../slideLayouts/slideLayout3333.xml"/><Relationship Id="rId12" Type="http://schemas.openxmlformats.org/officeDocument/2006/relationships/slideLayout" Target="../slideLayouts/slideLayout3334.xml"/><Relationship Id="rId13" Type="http://schemas.openxmlformats.org/officeDocument/2006/relationships/slideLayout" Target="../slideLayouts/slideLayout3335.xml"/><Relationship Id="rId14" Type="http://schemas.openxmlformats.org/officeDocument/2006/relationships/slideLayout" Target="../slideLayouts/slideLayout3336.xml"/>
</Relationships>
</file>

<file path=ppt/slideMasters/_rels/slideMaster279.xml.rels><?xml version="1.0" encoding="UTF-8"?>
<Relationships xmlns="http://schemas.openxmlformats.org/package/2006/relationships"><Relationship Id="rId1" Type="http://schemas.openxmlformats.org/officeDocument/2006/relationships/theme" Target="../theme/theme279.xml"/><Relationship Id="rId2" Type="http://schemas.openxmlformats.org/officeDocument/2006/relationships/image" Target="../media/image284.jpeg"/><Relationship Id="rId3" Type="http://schemas.openxmlformats.org/officeDocument/2006/relationships/slideLayout" Target="../slideLayouts/slideLayout3337.xml"/><Relationship Id="rId4" Type="http://schemas.openxmlformats.org/officeDocument/2006/relationships/slideLayout" Target="../slideLayouts/slideLayout3338.xml"/><Relationship Id="rId5" Type="http://schemas.openxmlformats.org/officeDocument/2006/relationships/slideLayout" Target="../slideLayouts/slideLayout3339.xml"/><Relationship Id="rId6" Type="http://schemas.openxmlformats.org/officeDocument/2006/relationships/slideLayout" Target="../slideLayouts/slideLayout3340.xml"/><Relationship Id="rId7" Type="http://schemas.openxmlformats.org/officeDocument/2006/relationships/slideLayout" Target="../slideLayouts/slideLayout3341.xml"/><Relationship Id="rId8" Type="http://schemas.openxmlformats.org/officeDocument/2006/relationships/slideLayout" Target="../slideLayouts/slideLayout3342.xml"/><Relationship Id="rId9" Type="http://schemas.openxmlformats.org/officeDocument/2006/relationships/slideLayout" Target="../slideLayouts/slideLayout3343.xml"/><Relationship Id="rId10" Type="http://schemas.openxmlformats.org/officeDocument/2006/relationships/slideLayout" Target="../slideLayouts/slideLayout3344.xml"/><Relationship Id="rId11" Type="http://schemas.openxmlformats.org/officeDocument/2006/relationships/slideLayout" Target="../slideLayouts/slideLayout3345.xml"/><Relationship Id="rId12" Type="http://schemas.openxmlformats.org/officeDocument/2006/relationships/slideLayout" Target="../slideLayouts/slideLayout3346.xml"/><Relationship Id="rId13" Type="http://schemas.openxmlformats.org/officeDocument/2006/relationships/slideLayout" Target="../slideLayouts/slideLayout3347.xml"/><Relationship Id="rId14" Type="http://schemas.openxmlformats.org/officeDocument/2006/relationships/slideLayout" Target="../slideLayouts/slideLayout3348.xml"/>
</Relationships>
</file>

<file path=ppt/slideMasters/_rels/slideMaster280.xml.rels><?xml version="1.0" encoding="UTF-8"?>
<Relationships xmlns="http://schemas.openxmlformats.org/package/2006/relationships"><Relationship Id="rId1" Type="http://schemas.openxmlformats.org/officeDocument/2006/relationships/theme" Target="../theme/theme280.xml"/><Relationship Id="rId2" Type="http://schemas.openxmlformats.org/officeDocument/2006/relationships/image" Target="../media/image285.png"/><Relationship Id="rId3" Type="http://schemas.openxmlformats.org/officeDocument/2006/relationships/slideLayout" Target="../slideLayouts/slideLayout3349.xml"/><Relationship Id="rId4" Type="http://schemas.openxmlformats.org/officeDocument/2006/relationships/slideLayout" Target="../slideLayouts/slideLayout3350.xml"/><Relationship Id="rId5" Type="http://schemas.openxmlformats.org/officeDocument/2006/relationships/slideLayout" Target="../slideLayouts/slideLayout3351.xml"/><Relationship Id="rId6" Type="http://schemas.openxmlformats.org/officeDocument/2006/relationships/slideLayout" Target="../slideLayouts/slideLayout3352.xml"/><Relationship Id="rId7" Type="http://schemas.openxmlformats.org/officeDocument/2006/relationships/slideLayout" Target="../slideLayouts/slideLayout3353.xml"/><Relationship Id="rId8" Type="http://schemas.openxmlformats.org/officeDocument/2006/relationships/slideLayout" Target="../slideLayouts/slideLayout3354.xml"/><Relationship Id="rId9" Type="http://schemas.openxmlformats.org/officeDocument/2006/relationships/slideLayout" Target="../slideLayouts/slideLayout3355.xml"/><Relationship Id="rId10" Type="http://schemas.openxmlformats.org/officeDocument/2006/relationships/slideLayout" Target="../slideLayouts/slideLayout3356.xml"/><Relationship Id="rId11" Type="http://schemas.openxmlformats.org/officeDocument/2006/relationships/slideLayout" Target="../slideLayouts/slideLayout3357.xml"/><Relationship Id="rId12" Type="http://schemas.openxmlformats.org/officeDocument/2006/relationships/slideLayout" Target="../slideLayouts/slideLayout3358.xml"/><Relationship Id="rId13" Type="http://schemas.openxmlformats.org/officeDocument/2006/relationships/slideLayout" Target="../slideLayouts/slideLayout3359.xml"/><Relationship Id="rId14" Type="http://schemas.openxmlformats.org/officeDocument/2006/relationships/slideLayout" Target="../slideLayouts/slideLayout3360.xml"/>
</Relationships>
</file>

<file path=ppt/slideMasters/_rels/slideMaster281.xml.rels><?xml version="1.0" encoding="UTF-8"?>
<Relationships xmlns="http://schemas.openxmlformats.org/package/2006/relationships"><Relationship Id="rId1" Type="http://schemas.openxmlformats.org/officeDocument/2006/relationships/theme" Target="../theme/theme281.xml"/><Relationship Id="rId2" Type="http://schemas.openxmlformats.org/officeDocument/2006/relationships/image" Target="../media/image286.wmf"/><Relationship Id="rId3" Type="http://schemas.openxmlformats.org/officeDocument/2006/relationships/image" Target="../media/image287.wmf"/><Relationship Id="rId4" Type="http://schemas.openxmlformats.org/officeDocument/2006/relationships/image" Target="../media/image288.jpeg"/><Relationship Id="rId5" Type="http://schemas.openxmlformats.org/officeDocument/2006/relationships/image" Target="../media/image289.png"/><Relationship Id="rId6" Type="http://schemas.openxmlformats.org/officeDocument/2006/relationships/slideLayout" Target="../slideLayouts/slideLayout3361.xml"/><Relationship Id="rId7" Type="http://schemas.openxmlformats.org/officeDocument/2006/relationships/slideLayout" Target="../slideLayouts/slideLayout3362.xml"/><Relationship Id="rId8" Type="http://schemas.openxmlformats.org/officeDocument/2006/relationships/slideLayout" Target="../slideLayouts/slideLayout3363.xml"/><Relationship Id="rId9" Type="http://schemas.openxmlformats.org/officeDocument/2006/relationships/slideLayout" Target="../slideLayouts/slideLayout3364.xml"/><Relationship Id="rId10" Type="http://schemas.openxmlformats.org/officeDocument/2006/relationships/slideLayout" Target="../slideLayouts/slideLayout3365.xml"/><Relationship Id="rId11" Type="http://schemas.openxmlformats.org/officeDocument/2006/relationships/slideLayout" Target="../slideLayouts/slideLayout3366.xml"/><Relationship Id="rId12" Type="http://schemas.openxmlformats.org/officeDocument/2006/relationships/slideLayout" Target="../slideLayouts/slideLayout3367.xml"/><Relationship Id="rId13" Type="http://schemas.openxmlformats.org/officeDocument/2006/relationships/slideLayout" Target="../slideLayouts/slideLayout3368.xml"/><Relationship Id="rId14" Type="http://schemas.openxmlformats.org/officeDocument/2006/relationships/slideLayout" Target="../slideLayouts/slideLayout3369.xml"/><Relationship Id="rId15" Type="http://schemas.openxmlformats.org/officeDocument/2006/relationships/slideLayout" Target="../slideLayouts/slideLayout3370.xml"/><Relationship Id="rId16" Type="http://schemas.openxmlformats.org/officeDocument/2006/relationships/slideLayout" Target="../slideLayouts/slideLayout3371.xml"/><Relationship Id="rId17" Type="http://schemas.openxmlformats.org/officeDocument/2006/relationships/slideLayout" Target="../slideLayouts/slideLayout3372.xml"/>
</Relationships>
</file>

<file path=ppt/slideMasters/_rels/slideMaster282.xml.rels><?xml version="1.0" encoding="UTF-8"?>
<Relationships xmlns="http://schemas.openxmlformats.org/package/2006/relationships"><Relationship Id="rId1" Type="http://schemas.openxmlformats.org/officeDocument/2006/relationships/theme" Target="../theme/theme282.xml"/><Relationship Id="rId2" Type="http://schemas.openxmlformats.org/officeDocument/2006/relationships/image" Target="../media/image290.wmf"/><Relationship Id="rId3" Type="http://schemas.openxmlformats.org/officeDocument/2006/relationships/image" Target="../media/image291.wmf"/><Relationship Id="rId4" Type="http://schemas.openxmlformats.org/officeDocument/2006/relationships/image" Target="../media/image292.jpeg"/><Relationship Id="rId5" Type="http://schemas.openxmlformats.org/officeDocument/2006/relationships/slideLayout" Target="../slideLayouts/slideLayout3373.xml"/><Relationship Id="rId6" Type="http://schemas.openxmlformats.org/officeDocument/2006/relationships/slideLayout" Target="../slideLayouts/slideLayout3374.xml"/><Relationship Id="rId7" Type="http://schemas.openxmlformats.org/officeDocument/2006/relationships/slideLayout" Target="../slideLayouts/slideLayout3375.xml"/><Relationship Id="rId8" Type="http://schemas.openxmlformats.org/officeDocument/2006/relationships/slideLayout" Target="../slideLayouts/slideLayout3376.xml"/><Relationship Id="rId9" Type="http://schemas.openxmlformats.org/officeDocument/2006/relationships/slideLayout" Target="../slideLayouts/slideLayout3377.xml"/><Relationship Id="rId10" Type="http://schemas.openxmlformats.org/officeDocument/2006/relationships/slideLayout" Target="../slideLayouts/slideLayout3378.xml"/><Relationship Id="rId11" Type="http://schemas.openxmlformats.org/officeDocument/2006/relationships/slideLayout" Target="../slideLayouts/slideLayout3379.xml"/><Relationship Id="rId12" Type="http://schemas.openxmlformats.org/officeDocument/2006/relationships/slideLayout" Target="../slideLayouts/slideLayout3380.xml"/><Relationship Id="rId13" Type="http://schemas.openxmlformats.org/officeDocument/2006/relationships/slideLayout" Target="../slideLayouts/slideLayout3381.xml"/><Relationship Id="rId14" Type="http://schemas.openxmlformats.org/officeDocument/2006/relationships/slideLayout" Target="../slideLayouts/slideLayout3382.xml"/><Relationship Id="rId15" Type="http://schemas.openxmlformats.org/officeDocument/2006/relationships/slideLayout" Target="../slideLayouts/slideLayout3383.xml"/><Relationship Id="rId16" Type="http://schemas.openxmlformats.org/officeDocument/2006/relationships/slideLayout" Target="../slideLayouts/slideLayout3384.xml"/>
</Relationships>
</file>

<file path=ppt/slideMasters/_rels/slideMaster283.xml.rels><?xml version="1.0" encoding="UTF-8"?>
<Relationships xmlns="http://schemas.openxmlformats.org/package/2006/relationships"><Relationship Id="rId1" Type="http://schemas.openxmlformats.org/officeDocument/2006/relationships/theme" Target="../theme/theme283.xml"/><Relationship Id="rId2" Type="http://schemas.openxmlformats.org/officeDocument/2006/relationships/image" Target="../media/image293.wmf"/><Relationship Id="rId3" Type="http://schemas.openxmlformats.org/officeDocument/2006/relationships/image" Target="../media/image294.wmf"/><Relationship Id="rId4" Type="http://schemas.openxmlformats.org/officeDocument/2006/relationships/image" Target="../media/image295.jpeg"/><Relationship Id="rId5" Type="http://schemas.openxmlformats.org/officeDocument/2006/relationships/slideLayout" Target="../slideLayouts/slideLayout3385.xml"/><Relationship Id="rId6" Type="http://schemas.openxmlformats.org/officeDocument/2006/relationships/slideLayout" Target="../slideLayouts/slideLayout3386.xml"/><Relationship Id="rId7" Type="http://schemas.openxmlformats.org/officeDocument/2006/relationships/slideLayout" Target="../slideLayouts/slideLayout3387.xml"/><Relationship Id="rId8" Type="http://schemas.openxmlformats.org/officeDocument/2006/relationships/slideLayout" Target="../slideLayouts/slideLayout3388.xml"/><Relationship Id="rId9" Type="http://schemas.openxmlformats.org/officeDocument/2006/relationships/slideLayout" Target="../slideLayouts/slideLayout3389.xml"/><Relationship Id="rId10" Type="http://schemas.openxmlformats.org/officeDocument/2006/relationships/slideLayout" Target="../slideLayouts/slideLayout3390.xml"/><Relationship Id="rId11" Type="http://schemas.openxmlformats.org/officeDocument/2006/relationships/slideLayout" Target="../slideLayouts/slideLayout3391.xml"/><Relationship Id="rId12" Type="http://schemas.openxmlformats.org/officeDocument/2006/relationships/slideLayout" Target="../slideLayouts/slideLayout3392.xml"/><Relationship Id="rId13" Type="http://schemas.openxmlformats.org/officeDocument/2006/relationships/slideLayout" Target="../slideLayouts/slideLayout3393.xml"/><Relationship Id="rId14" Type="http://schemas.openxmlformats.org/officeDocument/2006/relationships/slideLayout" Target="../slideLayouts/slideLayout3394.xml"/><Relationship Id="rId15" Type="http://schemas.openxmlformats.org/officeDocument/2006/relationships/slideLayout" Target="../slideLayouts/slideLayout3395.xml"/><Relationship Id="rId16" Type="http://schemas.openxmlformats.org/officeDocument/2006/relationships/slideLayout" Target="../slideLayouts/slideLayout3396.xml"/>
</Relationships>
</file>

<file path=ppt/slideMasters/_rels/slideMaster284.xml.rels><?xml version="1.0" encoding="UTF-8"?>
<Relationships xmlns="http://schemas.openxmlformats.org/package/2006/relationships"><Relationship Id="rId1" Type="http://schemas.openxmlformats.org/officeDocument/2006/relationships/theme" Target="../theme/theme284.xml"/><Relationship Id="rId2" Type="http://schemas.openxmlformats.org/officeDocument/2006/relationships/image" Target="../media/image296.wmf"/><Relationship Id="rId3" Type="http://schemas.openxmlformats.org/officeDocument/2006/relationships/image" Target="../media/image297.wmf"/><Relationship Id="rId4" Type="http://schemas.openxmlformats.org/officeDocument/2006/relationships/image" Target="../media/image298.png"/><Relationship Id="rId5" Type="http://schemas.openxmlformats.org/officeDocument/2006/relationships/slideLayout" Target="../slideLayouts/slideLayout3397.xml"/><Relationship Id="rId6" Type="http://schemas.openxmlformats.org/officeDocument/2006/relationships/slideLayout" Target="../slideLayouts/slideLayout3398.xml"/><Relationship Id="rId7" Type="http://schemas.openxmlformats.org/officeDocument/2006/relationships/slideLayout" Target="../slideLayouts/slideLayout3399.xml"/><Relationship Id="rId8" Type="http://schemas.openxmlformats.org/officeDocument/2006/relationships/slideLayout" Target="../slideLayouts/slideLayout3400.xml"/><Relationship Id="rId9" Type="http://schemas.openxmlformats.org/officeDocument/2006/relationships/slideLayout" Target="../slideLayouts/slideLayout3401.xml"/><Relationship Id="rId10" Type="http://schemas.openxmlformats.org/officeDocument/2006/relationships/slideLayout" Target="../slideLayouts/slideLayout3402.xml"/><Relationship Id="rId11" Type="http://schemas.openxmlformats.org/officeDocument/2006/relationships/slideLayout" Target="../slideLayouts/slideLayout3403.xml"/><Relationship Id="rId12" Type="http://schemas.openxmlformats.org/officeDocument/2006/relationships/slideLayout" Target="../slideLayouts/slideLayout3404.xml"/><Relationship Id="rId13" Type="http://schemas.openxmlformats.org/officeDocument/2006/relationships/slideLayout" Target="../slideLayouts/slideLayout3405.xml"/><Relationship Id="rId14" Type="http://schemas.openxmlformats.org/officeDocument/2006/relationships/slideLayout" Target="../slideLayouts/slideLayout3406.xml"/><Relationship Id="rId15" Type="http://schemas.openxmlformats.org/officeDocument/2006/relationships/slideLayout" Target="../slideLayouts/slideLayout3407.xml"/><Relationship Id="rId16" Type="http://schemas.openxmlformats.org/officeDocument/2006/relationships/slideLayout" Target="../slideLayouts/slideLayout3408.xml"/>
</Relationships>
</file>

<file path=ppt/slideMasters/_rels/slideMaster285.xml.rels><?xml version="1.0" encoding="UTF-8"?>
<Relationships xmlns="http://schemas.openxmlformats.org/package/2006/relationships"><Relationship Id="rId1" Type="http://schemas.openxmlformats.org/officeDocument/2006/relationships/theme" Target="../theme/theme285.xml"/><Relationship Id="rId2" Type="http://schemas.openxmlformats.org/officeDocument/2006/relationships/image" Target="../media/image299.wmf"/><Relationship Id="rId3" Type="http://schemas.openxmlformats.org/officeDocument/2006/relationships/image" Target="../media/image300.wmf"/><Relationship Id="rId4" Type="http://schemas.openxmlformats.org/officeDocument/2006/relationships/slideLayout" Target="../slideLayouts/slideLayout3409.xml"/><Relationship Id="rId5" Type="http://schemas.openxmlformats.org/officeDocument/2006/relationships/slideLayout" Target="../slideLayouts/slideLayout3410.xml"/><Relationship Id="rId6" Type="http://schemas.openxmlformats.org/officeDocument/2006/relationships/slideLayout" Target="../slideLayouts/slideLayout3411.xml"/><Relationship Id="rId7" Type="http://schemas.openxmlformats.org/officeDocument/2006/relationships/slideLayout" Target="../slideLayouts/slideLayout3412.xml"/><Relationship Id="rId8" Type="http://schemas.openxmlformats.org/officeDocument/2006/relationships/slideLayout" Target="../slideLayouts/slideLayout3413.xml"/><Relationship Id="rId9" Type="http://schemas.openxmlformats.org/officeDocument/2006/relationships/slideLayout" Target="../slideLayouts/slideLayout3414.xml"/><Relationship Id="rId10" Type="http://schemas.openxmlformats.org/officeDocument/2006/relationships/slideLayout" Target="../slideLayouts/slideLayout3415.xml"/><Relationship Id="rId11" Type="http://schemas.openxmlformats.org/officeDocument/2006/relationships/slideLayout" Target="../slideLayouts/slideLayout3416.xml"/><Relationship Id="rId12" Type="http://schemas.openxmlformats.org/officeDocument/2006/relationships/slideLayout" Target="../slideLayouts/slideLayout3417.xml"/><Relationship Id="rId13" Type="http://schemas.openxmlformats.org/officeDocument/2006/relationships/slideLayout" Target="../slideLayouts/slideLayout3418.xml"/><Relationship Id="rId14" Type="http://schemas.openxmlformats.org/officeDocument/2006/relationships/slideLayout" Target="../slideLayouts/slideLayout3419.xml"/><Relationship Id="rId15" Type="http://schemas.openxmlformats.org/officeDocument/2006/relationships/slideLayout" Target="../slideLayouts/slideLayout3420.xml"/>
</Relationships>
</file>

<file path=ppt/slideMasters/_rels/slideMaster286.xml.rels><?xml version="1.0" encoding="UTF-8"?>
<Relationships xmlns="http://schemas.openxmlformats.org/package/2006/relationships"><Relationship Id="rId1" Type="http://schemas.openxmlformats.org/officeDocument/2006/relationships/theme" Target="../theme/theme286.xml"/><Relationship Id="rId2" Type="http://schemas.openxmlformats.org/officeDocument/2006/relationships/image" Target="../media/image301.wmf"/><Relationship Id="rId3" Type="http://schemas.openxmlformats.org/officeDocument/2006/relationships/image" Target="../media/image302.wmf"/><Relationship Id="rId4" Type="http://schemas.openxmlformats.org/officeDocument/2006/relationships/image" Target="../media/image303.png"/><Relationship Id="rId5" Type="http://schemas.openxmlformats.org/officeDocument/2006/relationships/slideLayout" Target="../slideLayouts/slideLayout3421.xml"/><Relationship Id="rId6" Type="http://schemas.openxmlformats.org/officeDocument/2006/relationships/slideLayout" Target="../slideLayouts/slideLayout3422.xml"/><Relationship Id="rId7" Type="http://schemas.openxmlformats.org/officeDocument/2006/relationships/slideLayout" Target="../slideLayouts/slideLayout3423.xml"/><Relationship Id="rId8" Type="http://schemas.openxmlformats.org/officeDocument/2006/relationships/slideLayout" Target="../slideLayouts/slideLayout3424.xml"/><Relationship Id="rId9" Type="http://schemas.openxmlformats.org/officeDocument/2006/relationships/slideLayout" Target="../slideLayouts/slideLayout3425.xml"/><Relationship Id="rId10" Type="http://schemas.openxmlformats.org/officeDocument/2006/relationships/slideLayout" Target="../slideLayouts/slideLayout3426.xml"/><Relationship Id="rId11" Type="http://schemas.openxmlformats.org/officeDocument/2006/relationships/slideLayout" Target="../slideLayouts/slideLayout3427.xml"/><Relationship Id="rId12" Type="http://schemas.openxmlformats.org/officeDocument/2006/relationships/slideLayout" Target="../slideLayouts/slideLayout3428.xml"/><Relationship Id="rId13" Type="http://schemas.openxmlformats.org/officeDocument/2006/relationships/slideLayout" Target="../slideLayouts/slideLayout3429.xml"/><Relationship Id="rId14" Type="http://schemas.openxmlformats.org/officeDocument/2006/relationships/slideLayout" Target="../slideLayouts/slideLayout3430.xml"/><Relationship Id="rId15" Type="http://schemas.openxmlformats.org/officeDocument/2006/relationships/slideLayout" Target="../slideLayouts/slideLayout3431.xml"/><Relationship Id="rId16" Type="http://schemas.openxmlformats.org/officeDocument/2006/relationships/slideLayout" Target="../slideLayouts/slideLayout3432.xml"/>
</Relationships>
</file>

<file path=ppt/slideMasters/_rels/slideMaster287.xml.rels><?xml version="1.0" encoding="UTF-8"?>
<Relationships xmlns="http://schemas.openxmlformats.org/package/2006/relationships"><Relationship Id="rId1" Type="http://schemas.openxmlformats.org/officeDocument/2006/relationships/theme" Target="../theme/theme287.xml"/><Relationship Id="rId2" Type="http://schemas.openxmlformats.org/officeDocument/2006/relationships/image" Target="../media/image304.wmf"/><Relationship Id="rId3" Type="http://schemas.openxmlformats.org/officeDocument/2006/relationships/image" Target="../media/image305.wmf"/><Relationship Id="rId4" Type="http://schemas.openxmlformats.org/officeDocument/2006/relationships/slideLayout" Target="../slideLayouts/slideLayout3433.xml"/><Relationship Id="rId5" Type="http://schemas.openxmlformats.org/officeDocument/2006/relationships/slideLayout" Target="../slideLayouts/slideLayout3434.xml"/><Relationship Id="rId6" Type="http://schemas.openxmlformats.org/officeDocument/2006/relationships/slideLayout" Target="../slideLayouts/slideLayout3435.xml"/><Relationship Id="rId7" Type="http://schemas.openxmlformats.org/officeDocument/2006/relationships/slideLayout" Target="../slideLayouts/slideLayout3436.xml"/><Relationship Id="rId8" Type="http://schemas.openxmlformats.org/officeDocument/2006/relationships/slideLayout" Target="../slideLayouts/slideLayout3437.xml"/><Relationship Id="rId9" Type="http://schemas.openxmlformats.org/officeDocument/2006/relationships/slideLayout" Target="../slideLayouts/slideLayout3438.xml"/><Relationship Id="rId10" Type="http://schemas.openxmlformats.org/officeDocument/2006/relationships/slideLayout" Target="../slideLayouts/slideLayout3439.xml"/><Relationship Id="rId11" Type="http://schemas.openxmlformats.org/officeDocument/2006/relationships/slideLayout" Target="../slideLayouts/slideLayout3440.xml"/><Relationship Id="rId12" Type="http://schemas.openxmlformats.org/officeDocument/2006/relationships/slideLayout" Target="../slideLayouts/slideLayout3441.xml"/><Relationship Id="rId13" Type="http://schemas.openxmlformats.org/officeDocument/2006/relationships/slideLayout" Target="../slideLayouts/slideLayout3442.xml"/><Relationship Id="rId14" Type="http://schemas.openxmlformats.org/officeDocument/2006/relationships/slideLayout" Target="../slideLayouts/slideLayout3443.xml"/><Relationship Id="rId15" Type="http://schemas.openxmlformats.org/officeDocument/2006/relationships/slideLayout" Target="../slideLayouts/slideLayout3444.xml"/>
</Relationships>
</file>

<file path=ppt/slideMasters/_rels/slideMaster288.xml.rels><?xml version="1.0" encoding="UTF-8"?>
<Relationships xmlns="http://schemas.openxmlformats.org/package/2006/relationships"><Relationship Id="rId1" Type="http://schemas.openxmlformats.org/officeDocument/2006/relationships/theme" Target="../theme/theme288.xml"/><Relationship Id="rId2" Type="http://schemas.openxmlformats.org/officeDocument/2006/relationships/image" Target="../media/image306.wmf"/><Relationship Id="rId3" Type="http://schemas.openxmlformats.org/officeDocument/2006/relationships/image" Target="../media/image307.wmf"/><Relationship Id="rId4" Type="http://schemas.openxmlformats.org/officeDocument/2006/relationships/slideLayout" Target="../slideLayouts/slideLayout3445.xml"/><Relationship Id="rId5" Type="http://schemas.openxmlformats.org/officeDocument/2006/relationships/slideLayout" Target="../slideLayouts/slideLayout3446.xml"/><Relationship Id="rId6" Type="http://schemas.openxmlformats.org/officeDocument/2006/relationships/slideLayout" Target="../slideLayouts/slideLayout3447.xml"/><Relationship Id="rId7" Type="http://schemas.openxmlformats.org/officeDocument/2006/relationships/slideLayout" Target="../slideLayouts/slideLayout3448.xml"/><Relationship Id="rId8" Type="http://schemas.openxmlformats.org/officeDocument/2006/relationships/slideLayout" Target="../slideLayouts/slideLayout3449.xml"/><Relationship Id="rId9" Type="http://schemas.openxmlformats.org/officeDocument/2006/relationships/slideLayout" Target="../slideLayouts/slideLayout3450.xml"/><Relationship Id="rId10" Type="http://schemas.openxmlformats.org/officeDocument/2006/relationships/slideLayout" Target="../slideLayouts/slideLayout3451.xml"/><Relationship Id="rId11" Type="http://schemas.openxmlformats.org/officeDocument/2006/relationships/slideLayout" Target="../slideLayouts/slideLayout3452.xml"/><Relationship Id="rId12" Type="http://schemas.openxmlformats.org/officeDocument/2006/relationships/slideLayout" Target="../slideLayouts/slideLayout3453.xml"/><Relationship Id="rId13" Type="http://schemas.openxmlformats.org/officeDocument/2006/relationships/slideLayout" Target="../slideLayouts/slideLayout3454.xml"/><Relationship Id="rId14" Type="http://schemas.openxmlformats.org/officeDocument/2006/relationships/slideLayout" Target="../slideLayouts/slideLayout3455.xml"/><Relationship Id="rId15" Type="http://schemas.openxmlformats.org/officeDocument/2006/relationships/slideLayout" Target="../slideLayouts/slideLayout3456.xml"/>
</Relationships>
</file>

<file path=ppt/slideMasters/_rels/slideMaster289.xml.rels><?xml version="1.0" encoding="UTF-8"?>
<Relationships xmlns="http://schemas.openxmlformats.org/package/2006/relationships"><Relationship Id="rId1" Type="http://schemas.openxmlformats.org/officeDocument/2006/relationships/theme" Target="../theme/theme289.xml"/><Relationship Id="rId2" Type="http://schemas.openxmlformats.org/officeDocument/2006/relationships/image" Target="../media/image308.wmf"/><Relationship Id="rId3" Type="http://schemas.openxmlformats.org/officeDocument/2006/relationships/image" Target="../media/image309.wmf"/><Relationship Id="rId4" Type="http://schemas.openxmlformats.org/officeDocument/2006/relationships/slideLayout" Target="../slideLayouts/slideLayout3457.xml"/><Relationship Id="rId5" Type="http://schemas.openxmlformats.org/officeDocument/2006/relationships/slideLayout" Target="../slideLayouts/slideLayout3458.xml"/><Relationship Id="rId6" Type="http://schemas.openxmlformats.org/officeDocument/2006/relationships/slideLayout" Target="../slideLayouts/slideLayout3459.xml"/><Relationship Id="rId7" Type="http://schemas.openxmlformats.org/officeDocument/2006/relationships/slideLayout" Target="../slideLayouts/slideLayout3460.xml"/><Relationship Id="rId8" Type="http://schemas.openxmlformats.org/officeDocument/2006/relationships/slideLayout" Target="../slideLayouts/slideLayout3461.xml"/><Relationship Id="rId9" Type="http://schemas.openxmlformats.org/officeDocument/2006/relationships/slideLayout" Target="../slideLayouts/slideLayout3462.xml"/><Relationship Id="rId10" Type="http://schemas.openxmlformats.org/officeDocument/2006/relationships/slideLayout" Target="../slideLayouts/slideLayout3463.xml"/><Relationship Id="rId11" Type="http://schemas.openxmlformats.org/officeDocument/2006/relationships/slideLayout" Target="../slideLayouts/slideLayout3464.xml"/><Relationship Id="rId12" Type="http://schemas.openxmlformats.org/officeDocument/2006/relationships/slideLayout" Target="../slideLayouts/slideLayout3465.xml"/><Relationship Id="rId13" Type="http://schemas.openxmlformats.org/officeDocument/2006/relationships/slideLayout" Target="../slideLayouts/slideLayout3466.xml"/><Relationship Id="rId14" Type="http://schemas.openxmlformats.org/officeDocument/2006/relationships/slideLayout" Target="../slideLayouts/slideLayout3467.xml"/><Relationship Id="rId15" Type="http://schemas.openxmlformats.org/officeDocument/2006/relationships/slideLayout" Target="../slideLayouts/slideLayout3468.xml"/>
</Relationships>
</file>

<file path=ppt/slideMasters/_rels/slideMaster290.xml.rels><?xml version="1.0" encoding="UTF-8"?>
<Relationships xmlns="http://schemas.openxmlformats.org/package/2006/relationships"><Relationship Id="rId1" Type="http://schemas.openxmlformats.org/officeDocument/2006/relationships/theme" Target="../theme/theme290.xml"/><Relationship Id="rId2" Type="http://schemas.openxmlformats.org/officeDocument/2006/relationships/image" Target="../media/image310.wmf"/><Relationship Id="rId3" Type="http://schemas.openxmlformats.org/officeDocument/2006/relationships/image" Target="../media/image311.wmf"/><Relationship Id="rId4" Type="http://schemas.openxmlformats.org/officeDocument/2006/relationships/slideLayout" Target="../slideLayouts/slideLayout3469.xml"/><Relationship Id="rId5" Type="http://schemas.openxmlformats.org/officeDocument/2006/relationships/slideLayout" Target="../slideLayouts/slideLayout3470.xml"/><Relationship Id="rId6" Type="http://schemas.openxmlformats.org/officeDocument/2006/relationships/slideLayout" Target="../slideLayouts/slideLayout3471.xml"/><Relationship Id="rId7" Type="http://schemas.openxmlformats.org/officeDocument/2006/relationships/slideLayout" Target="../slideLayouts/slideLayout3472.xml"/><Relationship Id="rId8" Type="http://schemas.openxmlformats.org/officeDocument/2006/relationships/slideLayout" Target="../slideLayouts/slideLayout3473.xml"/><Relationship Id="rId9" Type="http://schemas.openxmlformats.org/officeDocument/2006/relationships/slideLayout" Target="../slideLayouts/slideLayout3474.xml"/><Relationship Id="rId10" Type="http://schemas.openxmlformats.org/officeDocument/2006/relationships/slideLayout" Target="../slideLayouts/slideLayout3475.xml"/><Relationship Id="rId11" Type="http://schemas.openxmlformats.org/officeDocument/2006/relationships/slideLayout" Target="../slideLayouts/slideLayout3476.xml"/><Relationship Id="rId12" Type="http://schemas.openxmlformats.org/officeDocument/2006/relationships/slideLayout" Target="../slideLayouts/slideLayout3477.xml"/><Relationship Id="rId13" Type="http://schemas.openxmlformats.org/officeDocument/2006/relationships/slideLayout" Target="../slideLayouts/slideLayout3478.xml"/><Relationship Id="rId14" Type="http://schemas.openxmlformats.org/officeDocument/2006/relationships/slideLayout" Target="../slideLayouts/slideLayout3479.xml"/><Relationship Id="rId15" Type="http://schemas.openxmlformats.org/officeDocument/2006/relationships/slideLayout" Target="../slideLayouts/slideLayout3480.xml"/>
</Relationships>
</file>

<file path=ppt/slideMasters/_rels/slideMaster291.xml.rels><?xml version="1.0" encoding="UTF-8"?>
<Relationships xmlns="http://schemas.openxmlformats.org/package/2006/relationships"><Relationship Id="rId1" Type="http://schemas.openxmlformats.org/officeDocument/2006/relationships/theme" Target="../theme/theme291.xml"/><Relationship Id="rId2" Type="http://schemas.openxmlformats.org/officeDocument/2006/relationships/image" Target="../media/image312.wmf"/><Relationship Id="rId3" Type="http://schemas.openxmlformats.org/officeDocument/2006/relationships/image" Target="../media/image313.wmf"/><Relationship Id="rId4" Type="http://schemas.openxmlformats.org/officeDocument/2006/relationships/image" Target="../media/image314.png"/><Relationship Id="rId5" Type="http://schemas.openxmlformats.org/officeDocument/2006/relationships/slideLayout" Target="../slideLayouts/slideLayout3481.xml"/><Relationship Id="rId6" Type="http://schemas.openxmlformats.org/officeDocument/2006/relationships/slideLayout" Target="../slideLayouts/slideLayout3482.xml"/><Relationship Id="rId7" Type="http://schemas.openxmlformats.org/officeDocument/2006/relationships/slideLayout" Target="../slideLayouts/slideLayout3483.xml"/><Relationship Id="rId8" Type="http://schemas.openxmlformats.org/officeDocument/2006/relationships/slideLayout" Target="../slideLayouts/slideLayout3484.xml"/><Relationship Id="rId9" Type="http://schemas.openxmlformats.org/officeDocument/2006/relationships/slideLayout" Target="../slideLayouts/slideLayout3485.xml"/><Relationship Id="rId10" Type="http://schemas.openxmlformats.org/officeDocument/2006/relationships/slideLayout" Target="../slideLayouts/slideLayout3486.xml"/><Relationship Id="rId11" Type="http://schemas.openxmlformats.org/officeDocument/2006/relationships/slideLayout" Target="../slideLayouts/slideLayout3487.xml"/><Relationship Id="rId12" Type="http://schemas.openxmlformats.org/officeDocument/2006/relationships/slideLayout" Target="../slideLayouts/slideLayout3488.xml"/><Relationship Id="rId13" Type="http://schemas.openxmlformats.org/officeDocument/2006/relationships/slideLayout" Target="../slideLayouts/slideLayout3489.xml"/><Relationship Id="rId14" Type="http://schemas.openxmlformats.org/officeDocument/2006/relationships/slideLayout" Target="../slideLayouts/slideLayout3490.xml"/><Relationship Id="rId15" Type="http://schemas.openxmlformats.org/officeDocument/2006/relationships/slideLayout" Target="../slideLayouts/slideLayout3491.xml"/><Relationship Id="rId16" Type="http://schemas.openxmlformats.org/officeDocument/2006/relationships/slideLayout" Target="../slideLayouts/slideLayout3492.xml"/>
</Relationships>
</file>

<file path=ppt/slideMasters/_rels/slideMaster292.xml.rels><?xml version="1.0" encoding="UTF-8"?>
<Relationships xmlns="http://schemas.openxmlformats.org/package/2006/relationships"><Relationship Id="rId1" Type="http://schemas.openxmlformats.org/officeDocument/2006/relationships/theme" Target="../theme/theme292.xml"/><Relationship Id="rId2" Type="http://schemas.openxmlformats.org/officeDocument/2006/relationships/image" Target="../media/image315.png"/><Relationship Id="rId3" Type="http://schemas.openxmlformats.org/officeDocument/2006/relationships/slideLayout" Target="../slideLayouts/slideLayout3493.xml"/><Relationship Id="rId4" Type="http://schemas.openxmlformats.org/officeDocument/2006/relationships/slideLayout" Target="../slideLayouts/slideLayout3494.xml"/><Relationship Id="rId5" Type="http://schemas.openxmlformats.org/officeDocument/2006/relationships/slideLayout" Target="../slideLayouts/slideLayout3495.xml"/><Relationship Id="rId6" Type="http://schemas.openxmlformats.org/officeDocument/2006/relationships/slideLayout" Target="../slideLayouts/slideLayout3496.xml"/><Relationship Id="rId7" Type="http://schemas.openxmlformats.org/officeDocument/2006/relationships/slideLayout" Target="../slideLayouts/slideLayout3497.xml"/><Relationship Id="rId8" Type="http://schemas.openxmlformats.org/officeDocument/2006/relationships/slideLayout" Target="../slideLayouts/slideLayout3498.xml"/><Relationship Id="rId9" Type="http://schemas.openxmlformats.org/officeDocument/2006/relationships/slideLayout" Target="../slideLayouts/slideLayout3499.xml"/><Relationship Id="rId10" Type="http://schemas.openxmlformats.org/officeDocument/2006/relationships/slideLayout" Target="../slideLayouts/slideLayout3500.xml"/><Relationship Id="rId11" Type="http://schemas.openxmlformats.org/officeDocument/2006/relationships/slideLayout" Target="../slideLayouts/slideLayout3501.xml"/><Relationship Id="rId12" Type="http://schemas.openxmlformats.org/officeDocument/2006/relationships/slideLayout" Target="../slideLayouts/slideLayout3502.xml"/><Relationship Id="rId13" Type="http://schemas.openxmlformats.org/officeDocument/2006/relationships/slideLayout" Target="../slideLayouts/slideLayout3503.xml"/><Relationship Id="rId14" Type="http://schemas.openxmlformats.org/officeDocument/2006/relationships/slideLayout" Target="../slideLayouts/slideLayout3504.xml"/>
</Relationships>
</file>

<file path=ppt/slideMasters/_rels/slideMaster293.xml.rels><?xml version="1.0" encoding="UTF-8"?>
<Relationships xmlns="http://schemas.openxmlformats.org/package/2006/relationships"><Relationship Id="rId1" Type="http://schemas.openxmlformats.org/officeDocument/2006/relationships/theme" Target="../theme/theme293.xml"/><Relationship Id="rId2" Type="http://schemas.openxmlformats.org/officeDocument/2006/relationships/image" Target="../media/image316.wmf"/><Relationship Id="rId3" Type="http://schemas.openxmlformats.org/officeDocument/2006/relationships/image" Target="../media/image317.wmf"/><Relationship Id="rId4" Type="http://schemas.openxmlformats.org/officeDocument/2006/relationships/image" Target="../media/image318.jpeg"/><Relationship Id="rId5" Type="http://schemas.openxmlformats.org/officeDocument/2006/relationships/image" Target="../media/image319.png"/><Relationship Id="rId6" Type="http://schemas.openxmlformats.org/officeDocument/2006/relationships/slideLayout" Target="../slideLayouts/slideLayout3505.xml"/><Relationship Id="rId7" Type="http://schemas.openxmlformats.org/officeDocument/2006/relationships/slideLayout" Target="../slideLayouts/slideLayout3506.xml"/><Relationship Id="rId8" Type="http://schemas.openxmlformats.org/officeDocument/2006/relationships/slideLayout" Target="../slideLayouts/slideLayout3507.xml"/><Relationship Id="rId9" Type="http://schemas.openxmlformats.org/officeDocument/2006/relationships/slideLayout" Target="../slideLayouts/slideLayout3508.xml"/><Relationship Id="rId10" Type="http://schemas.openxmlformats.org/officeDocument/2006/relationships/slideLayout" Target="../slideLayouts/slideLayout3509.xml"/><Relationship Id="rId11" Type="http://schemas.openxmlformats.org/officeDocument/2006/relationships/slideLayout" Target="../slideLayouts/slideLayout3510.xml"/><Relationship Id="rId12" Type="http://schemas.openxmlformats.org/officeDocument/2006/relationships/slideLayout" Target="../slideLayouts/slideLayout3511.xml"/><Relationship Id="rId13" Type="http://schemas.openxmlformats.org/officeDocument/2006/relationships/slideLayout" Target="../slideLayouts/slideLayout3512.xml"/><Relationship Id="rId14" Type="http://schemas.openxmlformats.org/officeDocument/2006/relationships/slideLayout" Target="../slideLayouts/slideLayout3513.xml"/><Relationship Id="rId15" Type="http://schemas.openxmlformats.org/officeDocument/2006/relationships/slideLayout" Target="../slideLayouts/slideLayout3514.xml"/><Relationship Id="rId16" Type="http://schemas.openxmlformats.org/officeDocument/2006/relationships/slideLayout" Target="../slideLayouts/slideLayout3515.xml"/><Relationship Id="rId17" Type="http://schemas.openxmlformats.org/officeDocument/2006/relationships/slideLayout" Target="../slideLayouts/slideLayout3516.xml"/>
</Relationships>
</file>

<file path=ppt/slideMasters/_rels/slideMaster294.xml.rels><?xml version="1.0" encoding="UTF-8"?>
<Relationships xmlns="http://schemas.openxmlformats.org/package/2006/relationships"><Relationship Id="rId1" Type="http://schemas.openxmlformats.org/officeDocument/2006/relationships/theme" Target="../theme/theme294.xml"/><Relationship Id="rId2" Type="http://schemas.openxmlformats.org/officeDocument/2006/relationships/image" Target="../media/image320.wmf"/><Relationship Id="rId3" Type="http://schemas.openxmlformats.org/officeDocument/2006/relationships/image" Target="../media/image321.wmf"/><Relationship Id="rId4" Type="http://schemas.openxmlformats.org/officeDocument/2006/relationships/image" Target="../media/image322.jpeg"/><Relationship Id="rId5" Type="http://schemas.openxmlformats.org/officeDocument/2006/relationships/slideLayout" Target="../slideLayouts/slideLayout3517.xml"/><Relationship Id="rId6" Type="http://schemas.openxmlformats.org/officeDocument/2006/relationships/slideLayout" Target="../slideLayouts/slideLayout3518.xml"/><Relationship Id="rId7" Type="http://schemas.openxmlformats.org/officeDocument/2006/relationships/slideLayout" Target="../slideLayouts/slideLayout3519.xml"/><Relationship Id="rId8" Type="http://schemas.openxmlformats.org/officeDocument/2006/relationships/slideLayout" Target="../slideLayouts/slideLayout3520.xml"/><Relationship Id="rId9" Type="http://schemas.openxmlformats.org/officeDocument/2006/relationships/slideLayout" Target="../slideLayouts/slideLayout3521.xml"/><Relationship Id="rId10" Type="http://schemas.openxmlformats.org/officeDocument/2006/relationships/slideLayout" Target="../slideLayouts/slideLayout3522.xml"/><Relationship Id="rId11" Type="http://schemas.openxmlformats.org/officeDocument/2006/relationships/slideLayout" Target="../slideLayouts/slideLayout3523.xml"/><Relationship Id="rId12" Type="http://schemas.openxmlformats.org/officeDocument/2006/relationships/slideLayout" Target="../slideLayouts/slideLayout3524.xml"/><Relationship Id="rId13" Type="http://schemas.openxmlformats.org/officeDocument/2006/relationships/slideLayout" Target="../slideLayouts/slideLayout3525.xml"/><Relationship Id="rId14" Type="http://schemas.openxmlformats.org/officeDocument/2006/relationships/slideLayout" Target="../slideLayouts/slideLayout3526.xml"/><Relationship Id="rId15" Type="http://schemas.openxmlformats.org/officeDocument/2006/relationships/slideLayout" Target="../slideLayouts/slideLayout3527.xml"/><Relationship Id="rId16" Type="http://schemas.openxmlformats.org/officeDocument/2006/relationships/slideLayout" Target="../slideLayouts/slideLayout3528.xml"/>
</Relationships>
</file>

<file path=ppt/slideMasters/_rels/slideMaster295.xml.rels><?xml version="1.0" encoding="UTF-8"?>
<Relationships xmlns="http://schemas.openxmlformats.org/package/2006/relationships"><Relationship Id="rId1" Type="http://schemas.openxmlformats.org/officeDocument/2006/relationships/theme" Target="../theme/theme295.xml"/><Relationship Id="rId2" Type="http://schemas.openxmlformats.org/officeDocument/2006/relationships/image" Target="../media/image323.wmf"/><Relationship Id="rId3" Type="http://schemas.openxmlformats.org/officeDocument/2006/relationships/image" Target="../media/image324.wmf"/><Relationship Id="rId4" Type="http://schemas.openxmlformats.org/officeDocument/2006/relationships/image" Target="../media/image325.jpeg"/><Relationship Id="rId5" Type="http://schemas.openxmlformats.org/officeDocument/2006/relationships/slideLayout" Target="../slideLayouts/slideLayout3529.xml"/><Relationship Id="rId6" Type="http://schemas.openxmlformats.org/officeDocument/2006/relationships/slideLayout" Target="../slideLayouts/slideLayout3530.xml"/><Relationship Id="rId7" Type="http://schemas.openxmlformats.org/officeDocument/2006/relationships/slideLayout" Target="../slideLayouts/slideLayout3531.xml"/><Relationship Id="rId8" Type="http://schemas.openxmlformats.org/officeDocument/2006/relationships/slideLayout" Target="../slideLayouts/slideLayout3532.xml"/><Relationship Id="rId9" Type="http://schemas.openxmlformats.org/officeDocument/2006/relationships/slideLayout" Target="../slideLayouts/slideLayout3533.xml"/><Relationship Id="rId10" Type="http://schemas.openxmlformats.org/officeDocument/2006/relationships/slideLayout" Target="../slideLayouts/slideLayout3534.xml"/><Relationship Id="rId11" Type="http://schemas.openxmlformats.org/officeDocument/2006/relationships/slideLayout" Target="../slideLayouts/slideLayout3535.xml"/><Relationship Id="rId12" Type="http://schemas.openxmlformats.org/officeDocument/2006/relationships/slideLayout" Target="../slideLayouts/slideLayout3536.xml"/><Relationship Id="rId13" Type="http://schemas.openxmlformats.org/officeDocument/2006/relationships/slideLayout" Target="../slideLayouts/slideLayout3537.xml"/><Relationship Id="rId14" Type="http://schemas.openxmlformats.org/officeDocument/2006/relationships/slideLayout" Target="../slideLayouts/slideLayout3538.xml"/><Relationship Id="rId15" Type="http://schemas.openxmlformats.org/officeDocument/2006/relationships/slideLayout" Target="../slideLayouts/slideLayout3539.xml"/><Relationship Id="rId16" Type="http://schemas.openxmlformats.org/officeDocument/2006/relationships/slideLayout" Target="../slideLayouts/slideLayout3540.xml"/>
</Relationships>
</file>

<file path=ppt/slideMasters/_rels/slideMaster296.xml.rels><?xml version="1.0" encoding="UTF-8"?>
<Relationships xmlns="http://schemas.openxmlformats.org/package/2006/relationships"><Relationship Id="rId1" Type="http://schemas.openxmlformats.org/officeDocument/2006/relationships/theme" Target="../theme/theme296.xml"/><Relationship Id="rId2" Type="http://schemas.openxmlformats.org/officeDocument/2006/relationships/image" Target="../media/image326.wmf"/><Relationship Id="rId3" Type="http://schemas.openxmlformats.org/officeDocument/2006/relationships/image" Target="../media/image327.wmf"/><Relationship Id="rId4" Type="http://schemas.openxmlformats.org/officeDocument/2006/relationships/image" Target="../media/image328.png"/><Relationship Id="rId5" Type="http://schemas.openxmlformats.org/officeDocument/2006/relationships/slideLayout" Target="../slideLayouts/slideLayout3541.xml"/><Relationship Id="rId6" Type="http://schemas.openxmlformats.org/officeDocument/2006/relationships/slideLayout" Target="../slideLayouts/slideLayout3542.xml"/><Relationship Id="rId7" Type="http://schemas.openxmlformats.org/officeDocument/2006/relationships/slideLayout" Target="../slideLayouts/slideLayout3543.xml"/><Relationship Id="rId8" Type="http://schemas.openxmlformats.org/officeDocument/2006/relationships/slideLayout" Target="../slideLayouts/slideLayout3544.xml"/><Relationship Id="rId9" Type="http://schemas.openxmlformats.org/officeDocument/2006/relationships/slideLayout" Target="../slideLayouts/slideLayout3545.xml"/><Relationship Id="rId10" Type="http://schemas.openxmlformats.org/officeDocument/2006/relationships/slideLayout" Target="../slideLayouts/slideLayout3546.xml"/><Relationship Id="rId11" Type="http://schemas.openxmlformats.org/officeDocument/2006/relationships/slideLayout" Target="../slideLayouts/slideLayout3547.xml"/><Relationship Id="rId12" Type="http://schemas.openxmlformats.org/officeDocument/2006/relationships/slideLayout" Target="../slideLayouts/slideLayout3548.xml"/><Relationship Id="rId13" Type="http://schemas.openxmlformats.org/officeDocument/2006/relationships/slideLayout" Target="../slideLayouts/slideLayout3549.xml"/><Relationship Id="rId14" Type="http://schemas.openxmlformats.org/officeDocument/2006/relationships/slideLayout" Target="../slideLayouts/slideLayout3550.xml"/><Relationship Id="rId15" Type="http://schemas.openxmlformats.org/officeDocument/2006/relationships/slideLayout" Target="../slideLayouts/slideLayout3551.xml"/><Relationship Id="rId16" Type="http://schemas.openxmlformats.org/officeDocument/2006/relationships/slideLayout" Target="../slideLayouts/slideLayout3552.xml"/>
</Relationships>
</file>

<file path=ppt/slideMasters/_rels/slideMaster297.xml.rels><?xml version="1.0" encoding="UTF-8"?>
<Relationships xmlns="http://schemas.openxmlformats.org/package/2006/relationships"><Relationship Id="rId1" Type="http://schemas.openxmlformats.org/officeDocument/2006/relationships/theme" Target="../theme/theme297.xml"/><Relationship Id="rId2" Type="http://schemas.openxmlformats.org/officeDocument/2006/relationships/image" Target="../media/image329.wmf"/><Relationship Id="rId3" Type="http://schemas.openxmlformats.org/officeDocument/2006/relationships/image" Target="../media/image330.wmf"/><Relationship Id="rId4" Type="http://schemas.openxmlformats.org/officeDocument/2006/relationships/slideLayout" Target="../slideLayouts/slideLayout3553.xml"/><Relationship Id="rId5" Type="http://schemas.openxmlformats.org/officeDocument/2006/relationships/slideLayout" Target="../slideLayouts/slideLayout3554.xml"/><Relationship Id="rId6" Type="http://schemas.openxmlformats.org/officeDocument/2006/relationships/slideLayout" Target="../slideLayouts/slideLayout3555.xml"/><Relationship Id="rId7" Type="http://schemas.openxmlformats.org/officeDocument/2006/relationships/slideLayout" Target="../slideLayouts/slideLayout3556.xml"/><Relationship Id="rId8" Type="http://schemas.openxmlformats.org/officeDocument/2006/relationships/slideLayout" Target="../slideLayouts/slideLayout3557.xml"/><Relationship Id="rId9" Type="http://schemas.openxmlformats.org/officeDocument/2006/relationships/slideLayout" Target="../slideLayouts/slideLayout3558.xml"/><Relationship Id="rId10" Type="http://schemas.openxmlformats.org/officeDocument/2006/relationships/slideLayout" Target="../slideLayouts/slideLayout3559.xml"/><Relationship Id="rId11" Type="http://schemas.openxmlformats.org/officeDocument/2006/relationships/slideLayout" Target="../slideLayouts/slideLayout3560.xml"/><Relationship Id="rId12" Type="http://schemas.openxmlformats.org/officeDocument/2006/relationships/slideLayout" Target="../slideLayouts/slideLayout3561.xml"/><Relationship Id="rId13" Type="http://schemas.openxmlformats.org/officeDocument/2006/relationships/slideLayout" Target="../slideLayouts/slideLayout3562.xml"/><Relationship Id="rId14" Type="http://schemas.openxmlformats.org/officeDocument/2006/relationships/slideLayout" Target="../slideLayouts/slideLayout3563.xml"/><Relationship Id="rId15" Type="http://schemas.openxmlformats.org/officeDocument/2006/relationships/slideLayout" Target="../slideLayouts/slideLayout3564.xml"/>
</Relationships>
</file>

<file path=ppt/slideMasters/_rels/slideMaster298.xml.rels><?xml version="1.0" encoding="UTF-8"?>
<Relationships xmlns="http://schemas.openxmlformats.org/package/2006/relationships"><Relationship Id="rId1" Type="http://schemas.openxmlformats.org/officeDocument/2006/relationships/theme" Target="../theme/theme298.xml"/><Relationship Id="rId2" Type="http://schemas.openxmlformats.org/officeDocument/2006/relationships/image" Target="../media/image331.wmf"/><Relationship Id="rId3" Type="http://schemas.openxmlformats.org/officeDocument/2006/relationships/image" Target="../media/image332.wmf"/><Relationship Id="rId4" Type="http://schemas.openxmlformats.org/officeDocument/2006/relationships/image" Target="../media/image333.png"/><Relationship Id="rId5" Type="http://schemas.openxmlformats.org/officeDocument/2006/relationships/slideLayout" Target="../slideLayouts/slideLayout3565.xml"/><Relationship Id="rId6" Type="http://schemas.openxmlformats.org/officeDocument/2006/relationships/slideLayout" Target="../slideLayouts/slideLayout3566.xml"/><Relationship Id="rId7" Type="http://schemas.openxmlformats.org/officeDocument/2006/relationships/slideLayout" Target="../slideLayouts/slideLayout3567.xml"/><Relationship Id="rId8" Type="http://schemas.openxmlformats.org/officeDocument/2006/relationships/slideLayout" Target="../slideLayouts/slideLayout3568.xml"/><Relationship Id="rId9" Type="http://schemas.openxmlformats.org/officeDocument/2006/relationships/slideLayout" Target="../slideLayouts/slideLayout3569.xml"/><Relationship Id="rId10" Type="http://schemas.openxmlformats.org/officeDocument/2006/relationships/slideLayout" Target="../slideLayouts/slideLayout3570.xml"/><Relationship Id="rId11" Type="http://schemas.openxmlformats.org/officeDocument/2006/relationships/slideLayout" Target="../slideLayouts/slideLayout3571.xml"/><Relationship Id="rId12" Type="http://schemas.openxmlformats.org/officeDocument/2006/relationships/slideLayout" Target="../slideLayouts/slideLayout3572.xml"/><Relationship Id="rId13" Type="http://schemas.openxmlformats.org/officeDocument/2006/relationships/slideLayout" Target="../slideLayouts/slideLayout3573.xml"/><Relationship Id="rId14" Type="http://schemas.openxmlformats.org/officeDocument/2006/relationships/slideLayout" Target="../slideLayouts/slideLayout3574.xml"/><Relationship Id="rId15" Type="http://schemas.openxmlformats.org/officeDocument/2006/relationships/slideLayout" Target="../slideLayouts/slideLayout3575.xml"/><Relationship Id="rId16" Type="http://schemas.openxmlformats.org/officeDocument/2006/relationships/slideLayout" Target="../slideLayouts/slideLayout3576.xml"/>
</Relationships>
</file>

<file path=ppt/slideMasters/_rels/slideMaster299.xml.rels><?xml version="1.0" encoding="UTF-8"?>
<Relationships xmlns="http://schemas.openxmlformats.org/package/2006/relationships"><Relationship Id="rId1" Type="http://schemas.openxmlformats.org/officeDocument/2006/relationships/theme" Target="../theme/theme299.xml"/><Relationship Id="rId2" Type="http://schemas.openxmlformats.org/officeDocument/2006/relationships/image" Target="../media/image334.wmf"/><Relationship Id="rId3" Type="http://schemas.openxmlformats.org/officeDocument/2006/relationships/image" Target="../media/image335.wmf"/><Relationship Id="rId4" Type="http://schemas.openxmlformats.org/officeDocument/2006/relationships/slideLayout" Target="../slideLayouts/slideLayout3577.xml"/><Relationship Id="rId5" Type="http://schemas.openxmlformats.org/officeDocument/2006/relationships/slideLayout" Target="../slideLayouts/slideLayout3578.xml"/><Relationship Id="rId6" Type="http://schemas.openxmlformats.org/officeDocument/2006/relationships/slideLayout" Target="../slideLayouts/slideLayout3579.xml"/><Relationship Id="rId7" Type="http://schemas.openxmlformats.org/officeDocument/2006/relationships/slideLayout" Target="../slideLayouts/slideLayout3580.xml"/><Relationship Id="rId8" Type="http://schemas.openxmlformats.org/officeDocument/2006/relationships/slideLayout" Target="../slideLayouts/slideLayout3581.xml"/><Relationship Id="rId9" Type="http://schemas.openxmlformats.org/officeDocument/2006/relationships/slideLayout" Target="../slideLayouts/slideLayout3582.xml"/><Relationship Id="rId10" Type="http://schemas.openxmlformats.org/officeDocument/2006/relationships/slideLayout" Target="../slideLayouts/slideLayout3583.xml"/><Relationship Id="rId11" Type="http://schemas.openxmlformats.org/officeDocument/2006/relationships/slideLayout" Target="../slideLayouts/slideLayout3584.xml"/><Relationship Id="rId12" Type="http://schemas.openxmlformats.org/officeDocument/2006/relationships/slideLayout" Target="../slideLayouts/slideLayout3585.xml"/><Relationship Id="rId13" Type="http://schemas.openxmlformats.org/officeDocument/2006/relationships/slideLayout" Target="../slideLayouts/slideLayout3586.xml"/><Relationship Id="rId14" Type="http://schemas.openxmlformats.org/officeDocument/2006/relationships/slideLayout" Target="../slideLayouts/slideLayout3587.xml"/><Relationship Id="rId15" Type="http://schemas.openxmlformats.org/officeDocument/2006/relationships/slideLayout" Target="../slideLayouts/slideLayout3588.xml"/>
</Relationships>
</file>

<file path=ppt/slideMasters/_rels/slideMaster300.xml.rels><?xml version="1.0" encoding="UTF-8"?>
<Relationships xmlns="http://schemas.openxmlformats.org/package/2006/relationships"><Relationship Id="rId1" Type="http://schemas.openxmlformats.org/officeDocument/2006/relationships/theme" Target="../theme/theme300.xml"/><Relationship Id="rId2" Type="http://schemas.openxmlformats.org/officeDocument/2006/relationships/image" Target="../media/image336.wmf"/><Relationship Id="rId3" Type="http://schemas.openxmlformats.org/officeDocument/2006/relationships/image" Target="../media/image337.wmf"/><Relationship Id="rId4" Type="http://schemas.openxmlformats.org/officeDocument/2006/relationships/slideLayout" Target="../slideLayouts/slideLayout3589.xml"/><Relationship Id="rId5" Type="http://schemas.openxmlformats.org/officeDocument/2006/relationships/slideLayout" Target="../slideLayouts/slideLayout3590.xml"/><Relationship Id="rId6" Type="http://schemas.openxmlformats.org/officeDocument/2006/relationships/slideLayout" Target="../slideLayouts/slideLayout3591.xml"/><Relationship Id="rId7" Type="http://schemas.openxmlformats.org/officeDocument/2006/relationships/slideLayout" Target="../slideLayouts/slideLayout3592.xml"/><Relationship Id="rId8" Type="http://schemas.openxmlformats.org/officeDocument/2006/relationships/slideLayout" Target="../slideLayouts/slideLayout3593.xml"/><Relationship Id="rId9" Type="http://schemas.openxmlformats.org/officeDocument/2006/relationships/slideLayout" Target="../slideLayouts/slideLayout3594.xml"/><Relationship Id="rId10" Type="http://schemas.openxmlformats.org/officeDocument/2006/relationships/slideLayout" Target="../slideLayouts/slideLayout3595.xml"/><Relationship Id="rId11" Type="http://schemas.openxmlformats.org/officeDocument/2006/relationships/slideLayout" Target="../slideLayouts/slideLayout3596.xml"/><Relationship Id="rId12" Type="http://schemas.openxmlformats.org/officeDocument/2006/relationships/slideLayout" Target="../slideLayouts/slideLayout3597.xml"/><Relationship Id="rId13" Type="http://schemas.openxmlformats.org/officeDocument/2006/relationships/slideLayout" Target="../slideLayouts/slideLayout3598.xml"/><Relationship Id="rId14" Type="http://schemas.openxmlformats.org/officeDocument/2006/relationships/slideLayout" Target="../slideLayouts/slideLayout3599.xml"/><Relationship Id="rId15" Type="http://schemas.openxmlformats.org/officeDocument/2006/relationships/slideLayout" Target="../slideLayouts/slideLayout3600.xml"/>
</Relationships>
</file>

<file path=ppt/slideMasters/_rels/slideMaster301.xml.rels><?xml version="1.0" encoding="UTF-8"?>
<Relationships xmlns="http://schemas.openxmlformats.org/package/2006/relationships"><Relationship Id="rId1" Type="http://schemas.openxmlformats.org/officeDocument/2006/relationships/theme" Target="../theme/theme301.xml"/><Relationship Id="rId2" Type="http://schemas.openxmlformats.org/officeDocument/2006/relationships/image" Target="../media/image338.wmf"/><Relationship Id="rId3" Type="http://schemas.openxmlformats.org/officeDocument/2006/relationships/image" Target="../media/image339.wmf"/><Relationship Id="rId4" Type="http://schemas.openxmlformats.org/officeDocument/2006/relationships/slideLayout" Target="../slideLayouts/slideLayout3601.xml"/><Relationship Id="rId5" Type="http://schemas.openxmlformats.org/officeDocument/2006/relationships/slideLayout" Target="../slideLayouts/slideLayout3602.xml"/><Relationship Id="rId6" Type="http://schemas.openxmlformats.org/officeDocument/2006/relationships/slideLayout" Target="../slideLayouts/slideLayout3603.xml"/><Relationship Id="rId7" Type="http://schemas.openxmlformats.org/officeDocument/2006/relationships/slideLayout" Target="../slideLayouts/slideLayout3604.xml"/><Relationship Id="rId8" Type="http://schemas.openxmlformats.org/officeDocument/2006/relationships/slideLayout" Target="../slideLayouts/slideLayout3605.xml"/><Relationship Id="rId9" Type="http://schemas.openxmlformats.org/officeDocument/2006/relationships/slideLayout" Target="../slideLayouts/slideLayout3606.xml"/><Relationship Id="rId10" Type="http://schemas.openxmlformats.org/officeDocument/2006/relationships/slideLayout" Target="../slideLayouts/slideLayout3607.xml"/><Relationship Id="rId11" Type="http://schemas.openxmlformats.org/officeDocument/2006/relationships/slideLayout" Target="../slideLayouts/slideLayout3608.xml"/><Relationship Id="rId12" Type="http://schemas.openxmlformats.org/officeDocument/2006/relationships/slideLayout" Target="../slideLayouts/slideLayout3609.xml"/><Relationship Id="rId13" Type="http://schemas.openxmlformats.org/officeDocument/2006/relationships/slideLayout" Target="../slideLayouts/slideLayout3610.xml"/><Relationship Id="rId14" Type="http://schemas.openxmlformats.org/officeDocument/2006/relationships/slideLayout" Target="../slideLayouts/slideLayout3611.xml"/><Relationship Id="rId15" Type="http://schemas.openxmlformats.org/officeDocument/2006/relationships/slideLayout" Target="../slideLayouts/slideLayout3612.xml"/>
</Relationships>
</file>

<file path=ppt/slideMasters/_rels/slideMaster302.xml.rels><?xml version="1.0" encoding="UTF-8"?>
<Relationships xmlns="http://schemas.openxmlformats.org/package/2006/relationships"><Relationship Id="rId1" Type="http://schemas.openxmlformats.org/officeDocument/2006/relationships/theme" Target="../theme/theme302.xml"/><Relationship Id="rId2" Type="http://schemas.openxmlformats.org/officeDocument/2006/relationships/image" Target="../media/image340.wmf"/><Relationship Id="rId3" Type="http://schemas.openxmlformats.org/officeDocument/2006/relationships/image" Target="../media/image341.wmf"/><Relationship Id="rId4" Type="http://schemas.openxmlformats.org/officeDocument/2006/relationships/slideLayout" Target="../slideLayouts/slideLayout3613.xml"/><Relationship Id="rId5" Type="http://schemas.openxmlformats.org/officeDocument/2006/relationships/slideLayout" Target="../slideLayouts/slideLayout3614.xml"/><Relationship Id="rId6" Type="http://schemas.openxmlformats.org/officeDocument/2006/relationships/slideLayout" Target="../slideLayouts/slideLayout3615.xml"/><Relationship Id="rId7" Type="http://schemas.openxmlformats.org/officeDocument/2006/relationships/slideLayout" Target="../slideLayouts/slideLayout3616.xml"/><Relationship Id="rId8" Type="http://schemas.openxmlformats.org/officeDocument/2006/relationships/slideLayout" Target="../slideLayouts/slideLayout3617.xml"/><Relationship Id="rId9" Type="http://schemas.openxmlformats.org/officeDocument/2006/relationships/slideLayout" Target="../slideLayouts/slideLayout3618.xml"/><Relationship Id="rId10" Type="http://schemas.openxmlformats.org/officeDocument/2006/relationships/slideLayout" Target="../slideLayouts/slideLayout3619.xml"/><Relationship Id="rId11" Type="http://schemas.openxmlformats.org/officeDocument/2006/relationships/slideLayout" Target="../slideLayouts/slideLayout3620.xml"/><Relationship Id="rId12" Type="http://schemas.openxmlformats.org/officeDocument/2006/relationships/slideLayout" Target="../slideLayouts/slideLayout3621.xml"/><Relationship Id="rId13" Type="http://schemas.openxmlformats.org/officeDocument/2006/relationships/slideLayout" Target="../slideLayouts/slideLayout3622.xml"/><Relationship Id="rId14" Type="http://schemas.openxmlformats.org/officeDocument/2006/relationships/slideLayout" Target="../slideLayouts/slideLayout3623.xml"/><Relationship Id="rId15" Type="http://schemas.openxmlformats.org/officeDocument/2006/relationships/slideLayout" Target="../slideLayouts/slideLayout3624.xml"/>
</Relationships>
</file>

<file path=ppt/slideMasters/_rels/slideMaster303.xml.rels><?xml version="1.0" encoding="UTF-8"?>
<Relationships xmlns="http://schemas.openxmlformats.org/package/2006/relationships"><Relationship Id="rId1" Type="http://schemas.openxmlformats.org/officeDocument/2006/relationships/theme" Target="../theme/theme303.xml"/><Relationship Id="rId2" Type="http://schemas.openxmlformats.org/officeDocument/2006/relationships/image" Target="../media/image342.wmf"/><Relationship Id="rId3" Type="http://schemas.openxmlformats.org/officeDocument/2006/relationships/image" Target="../media/image343.wmf"/><Relationship Id="rId4" Type="http://schemas.openxmlformats.org/officeDocument/2006/relationships/image" Target="../media/image344.png"/><Relationship Id="rId5" Type="http://schemas.openxmlformats.org/officeDocument/2006/relationships/slideLayout" Target="../slideLayouts/slideLayout3625.xml"/><Relationship Id="rId6" Type="http://schemas.openxmlformats.org/officeDocument/2006/relationships/slideLayout" Target="../slideLayouts/slideLayout3626.xml"/><Relationship Id="rId7" Type="http://schemas.openxmlformats.org/officeDocument/2006/relationships/slideLayout" Target="../slideLayouts/slideLayout3627.xml"/><Relationship Id="rId8" Type="http://schemas.openxmlformats.org/officeDocument/2006/relationships/slideLayout" Target="../slideLayouts/slideLayout3628.xml"/><Relationship Id="rId9" Type="http://schemas.openxmlformats.org/officeDocument/2006/relationships/slideLayout" Target="../slideLayouts/slideLayout3629.xml"/><Relationship Id="rId10" Type="http://schemas.openxmlformats.org/officeDocument/2006/relationships/slideLayout" Target="../slideLayouts/slideLayout3630.xml"/><Relationship Id="rId11" Type="http://schemas.openxmlformats.org/officeDocument/2006/relationships/slideLayout" Target="../slideLayouts/slideLayout3631.xml"/><Relationship Id="rId12" Type="http://schemas.openxmlformats.org/officeDocument/2006/relationships/slideLayout" Target="../slideLayouts/slideLayout3632.xml"/><Relationship Id="rId13" Type="http://schemas.openxmlformats.org/officeDocument/2006/relationships/slideLayout" Target="../slideLayouts/slideLayout3633.xml"/><Relationship Id="rId14" Type="http://schemas.openxmlformats.org/officeDocument/2006/relationships/slideLayout" Target="../slideLayouts/slideLayout3634.xml"/><Relationship Id="rId15" Type="http://schemas.openxmlformats.org/officeDocument/2006/relationships/slideLayout" Target="../slideLayouts/slideLayout3635.xml"/><Relationship Id="rId16" Type="http://schemas.openxmlformats.org/officeDocument/2006/relationships/slideLayout" Target="../slideLayouts/slideLayout3636.xml"/>
</Relationships>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" name="PlaceHolder 2"/>
          <p:cNvSpPr>
            <a:spLocks noGrp="1"/>
          </p:cNvSpPr>
          <p:nvPr>
            <p:ph type="sldNum" idx="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738B1A9-4C18-486F-8172-B7337DBA7C57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" name="PlaceHolder 3"/>
          <p:cNvSpPr>
            <a:spLocks noGrp="1"/>
          </p:cNvSpPr>
          <p:nvPr>
            <p:ph type="ftr" idx="2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649" r:id="rId3"/>
    <p:sldLayoutId id="2147483650" r:id="rId4"/>
    <p:sldLayoutId id="2147483651" r:id="rId5"/>
    <p:sldLayoutId id="2147483652" r:id="rId6"/>
    <p:sldLayoutId id="2147483653" r:id="rId7"/>
    <p:sldLayoutId id="2147483654" r:id="rId8"/>
    <p:sldLayoutId id="2147483655" r:id="rId9"/>
    <p:sldLayoutId id="2147483656" r:id="rId10"/>
    <p:sldLayoutId id="2147483657" r:id="rId11"/>
    <p:sldLayoutId id="2147483658" r:id="rId12"/>
    <p:sldLayoutId id="2147483659" r:id="rId13"/>
    <p:sldLayoutId id="2147483660" r:id="rId14"/>
  </p:sldLayoutIdLst>
</p:sldMaster>
</file>

<file path=ppt/slideMasters/slideMaster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" name="PlaceHolder 2"/>
          <p:cNvSpPr>
            <a:spLocks noGrp="1"/>
          </p:cNvSpPr>
          <p:nvPr>
            <p:ph type="sldNum" idx="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7F22737-CAAF-4186-B578-C1F863CDEBB0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5" name="PlaceHolder 3"/>
          <p:cNvSpPr>
            <a:spLocks noGrp="1"/>
          </p:cNvSpPr>
          <p:nvPr>
            <p:ph type="ftr" idx="4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9996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  <p:sldLayoutId id="2147483671" r:id="rId12"/>
    <p:sldLayoutId id="2147483672" r:id="rId13"/>
    <p:sldLayoutId id="2147483673" r:id="rId14"/>
  </p:sldLayoutIdLst>
</p:sldMaster>
</file>

<file path=ppt/slideMasters/slideMaster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" name="PlaceHolder 2"/>
          <p:cNvSpPr>
            <a:spLocks noGrp="1"/>
          </p:cNvSpPr>
          <p:nvPr>
            <p:ph type="sldNum" idx="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BF46F62-4AD3-4CD1-A657-2574E402AF5D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  <p:sp>
        <p:nvSpPr>
          <p:cNvPr id="87" name="PlaceHolder 3"/>
          <p:cNvSpPr>
            <a:spLocks noGrp="1"/>
          </p:cNvSpPr>
          <p:nvPr>
            <p:ph type="ftr" idx="6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7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6" r:id="rId14"/>
  </p:sldLayoutIdLst>
</p:sldMaster>
</file>

<file path=ppt/slideMasters/slideMaster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" name="PlaceHolder 2"/>
          <p:cNvSpPr>
            <a:spLocks noGrp="1"/>
          </p:cNvSpPr>
          <p:nvPr>
            <p:ph type="sldNum" idx="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86FA44F-3988-4AD2-90BB-A8D41ACA812E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9" name="PlaceHolder 3"/>
          <p:cNvSpPr>
            <a:spLocks noGrp="1"/>
          </p:cNvSpPr>
          <p:nvPr>
            <p:ph type="ftr" idx="8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3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739800"/>
            <a:ext cx="13856040" cy="58248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  <p:sldLayoutId id="2147483697" r:id="rId12"/>
    <p:sldLayoutId id="2147483698" r:id="rId13"/>
    <p:sldLayoutId id="2147483699" r:id="rId14"/>
  </p:sldLayoutIdLst>
</p:sldMaster>
</file>

<file path=ppt/slideMasters/slideMaster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1" name="PlaceHolder 2"/>
          <p:cNvSpPr>
            <a:spLocks noGrp="1"/>
          </p:cNvSpPr>
          <p:nvPr>
            <p:ph type="sldNum" idx="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3E46214-EC92-4B8F-AAAE-620FC232058F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2" name="PlaceHolder 3"/>
          <p:cNvSpPr>
            <a:spLocks noGrp="1"/>
          </p:cNvSpPr>
          <p:nvPr>
            <p:ph type="ftr" idx="1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3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7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701" r:id="rId3"/>
    <p:sldLayoutId id="2147483702" r:id="rId4"/>
    <p:sldLayoutId id="2147483703" r:id="rId5"/>
    <p:sldLayoutId id="2147483704" r:id="rId6"/>
    <p:sldLayoutId id="2147483705" r:id="rId7"/>
    <p:sldLayoutId id="2147483706" r:id="rId8"/>
    <p:sldLayoutId id="2147483707" r:id="rId9"/>
    <p:sldLayoutId id="2147483708" r:id="rId10"/>
    <p:sldLayoutId id="2147483709" r:id="rId11"/>
    <p:sldLayoutId id="2147483710" r:id="rId12"/>
    <p:sldLayoutId id="2147483711" r:id="rId13"/>
    <p:sldLayoutId id="2147483712" r:id="rId14"/>
  </p:sldLayoutIdLst>
</p:sldMaster>
</file>

<file path=ppt/slideMasters/slideMaster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4" name="PlaceHolder 2"/>
          <p:cNvSpPr>
            <a:spLocks noGrp="1"/>
          </p:cNvSpPr>
          <p:nvPr>
            <p:ph type="sldNum" idx="1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C108CD7-5FE0-4AB1-9BAF-A74A3FC8E9FC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5" name="PlaceHolder 3"/>
          <p:cNvSpPr>
            <a:spLocks noGrp="1"/>
          </p:cNvSpPr>
          <p:nvPr>
            <p:ph type="ftr" idx="12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6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1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1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714" r:id="rId3"/>
    <p:sldLayoutId id="2147483715" r:id="rId4"/>
    <p:sldLayoutId id="2147483716" r:id="rId5"/>
    <p:sldLayoutId id="2147483717" r:id="rId6"/>
    <p:sldLayoutId id="2147483718" r:id="rId7"/>
    <p:sldLayoutId id="2147483719" r:id="rId8"/>
    <p:sldLayoutId id="2147483720" r:id="rId9"/>
    <p:sldLayoutId id="2147483721" r:id="rId10"/>
    <p:sldLayoutId id="2147483722" r:id="rId11"/>
    <p:sldLayoutId id="2147483723" r:id="rId12"/>
    <p:sldLayoutId id="2147483724" r:id="rId13"/>
    <p:sldLayoutId id="2147483725" r:id="rId14"/>
  </p:sldLayoutIdLst>
</p:sldMaster>
</file>

<file path=ppt/slideMasters/slideMaster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7" name="PlaceHolder 2"/>
          <p:cNvSpPr>
            <a:spLocks noGrp="1"/>
          </p:cNvSpPr>
          <p:nvPr>
            <p:ph type="sldNum" idx="1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56CF23D-14F8-4121-BF18-2D3B21668383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8" name="PlaceHolder 3"/>
          <p:cNvSpPr>
            <a:spLocks noGrp="1"/>
          </p:cNvSpPr>
          <p:nvPr>
            <p:ph type="ftr" idx="14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9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6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6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727" r:id="rId3"/>
    <p:sldLayoutId id="2147483728" r:id="rId4"/>
    <p:sldLayoutId id="2147483729" r:id="rId5"/>
    <p:sldLayoutId id="2147483730" r:id="rId6"/>
    <p:sldLayoutId id="2147483731" r:id="rId7"/>
    <p:sldLayoutId id="2147483732" r:id="rId8"/>
    <p:sldLayoutId id="2147483733" r:id="rId9"/>
    <p:sldLayoutId id="2147483734" r:id="rId10"/>
    <p:sldLayoutId id="2147483735" r:id="rId11"/>
    <p:sldLayoutId id="2147483736" r:id="rId12"/>
    <p:sldLayoutId id="2147483737" r:id="rId13"/>
    <p:sldLayoutId id="2147483738" r:id="rId14"/>
  </p:sldLayoutIdLst>
</p:sldMaster>
</file>

<file path=ppt/slideMasters/slideMaster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0" name="PlaceHolder 2"/>
          <p:cNvSpPr>
            <a:spLocks noGrp="1"/>
          </p:cNvSpPr>
          <p:nvPr>
            <p:ph type="sldNum" idx="1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3CC27E7-5FAB-44A0-8168-043D39574B8C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01" name="PlaceHolder 3"/>
          <p:cNvSpPr>
            <a:spLocks noGrp="1"/>
          </p:cNvSpPr>
          <p:nvPr>
            <p:ph type="ftr" idx="16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2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0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740" r:id="rId3"/>
    <p:sldLayoutId id="2147483741" r:id="rId4"/>
    <p:sldLayoutId id="2147483742" r:id="rId5"/>
    <p:sldLayoutId id="2147483743" r:id="rId6"/>
    <p:sldLayoutId id="2147483744" r:id="rId7"/>
    <p:sldLayoutId id="2147483745" r:id="rId8"/>
    <p:sldLayoutId id="2147483746" r:id="rId9"/>
    <p:sldLayoutId id="2147483747" r:id="rId10"/>
    <p:sldLayoutId id="2147483748" r:id="rId11"/>
    <p:sldLayoutId id="2147483749" r:id="rId12"/>
    <p:sldLayoutId id="2147483750" r:id="rId13"/>
    <p:sldLayoutId id="2147483751" r:id="rId14"/>
  </p:sldLayoutIdLst>
</p:sldMaster>
</file>

<file path=ppt/slideMasters/slideMaster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3" name="PlaceHolder 2"/>
          <p:cNvSpPr>
            <a:spLocks noGrp="1"/>
          </p:cNvSpPr>
          <p:nvPr>
            <p:ph type="sldNum" idx="1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56CAC24-ECCF-4816-8ED3-F0ACD13AEDB9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44" name="PlaceHolder 3"/>
          <p:cNvSpPr>
            <a:spLocks noGrp="1"/>
          </p:cNvSpPr>
          <p:nvPr>
            <p:ph type="ftr" idx="18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5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4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753" r:id="rId3"/>
    <p:sldLayoutId id="2147483754" r:id="rId4"/>
    <p:sldLayoutId id="2147483755" r:id="rId5"/>
    <p:sldLayoutId id="2147483756" r:id="rId6"/>
    <p:sldLayoutId id="2147483757" r:id="rId7"/>
    <p:sldLayoutId id="2147483758" r:id="rId8"/>
    <p:sldLayoutId id="2147483759" r:id="rId9"/>
    <p:sldLayoutId id="2147483760" r:id="rId10"/>
    <p:sldLayoutId id="2147483761" r:id="rId11"/>
    <p:sldLayoutId id="2147483762" r:id="rId12"/>
    <p:sldLayoutId id="2147483763" r:id="rId13"/>
    <p:sldLayoutId id="2147483764" r:id="rId14"/>
  </p:sldLayoutIdLst>
</p:sldMaster>
</file>

<file path=ppt/slideMasters/slideMaster1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6" name="PlaceHolder 2"/>
          <p:cNvSpPr>
            <a:spLocks noGrp="1"/>
          </p:cNvSpPr>
          <p:nvPr>
            <p:ph type="sldNum" idx="1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6241247-02D8-4E24-B445-4F5E18A95937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87" name="PlaceHolder 3"/>
          <p:cNvSpPr>
            <a:spLocks noGrp="1"/>
          </p:cNvSpPr>
          <p:nvPr>
            <p:ph type="ftr" idx="2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8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9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766" r:id="rId3"/>
    <p:sldLayoutId id="2147483767" r:id="rId4"/>
    <p:sldLayoutId id="2147483768" r:id="rId5"/>
    <p:sldLayoutId id="2147483769" r:id="rId6"/>
    <p:sldLayoutId id="2147483770" r:id="rId7"/>
    <p:sldLayoutId id="2147483771" r:id="rId8"/>
    <p:sldLayoutId id="2147483772" r:id="rId9"/>
    <p:sldLayoutId id="2147483773" r:id="rId10"/>
    <p:sldLayoutId id="2147483774" r:id="rId11"/>
    <p:sldLayoutId id="2147483775" r:id="rId12"/>
    <p:sldLayoutId id="2147483776" r:id="rId13"/>
    <p:sldLayoutId id="2147483777" r:id="rId14"/>
  </p:sldLayoutIdLst>
</p:sldMaster>
</file>

<file path=ppt/slideMasters/slideMaster1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9" name="PlaceHolder 2"/>
          <p:cNvSpPr>
            <a:spLocks noGrp="1"/>
          </p:cNvSpPr>
          <p:nvPr>
            <p:ph type="sldNum" idx="2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34DC508-52FA-47BF-82B1-1FC134D529FF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0" name="PlaceHolder 3"/>
          <p:cNvSpPr>
            <a:spLocks noGrp="1"/>
          </p:cNvSpPr>
          <p:nvPr>
            <p:ph type="ftr" idx="22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1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3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779" r:id="rId3"/>
    <p:sldLayoutId id="2147483780" r:id="rId4"/>
    <p:sldLayoutId id="2147483781" r:id="rId5"/>
    <p:sldLayoutId id="2147483782" r:id="rId6"/>
    <p:sldLayoutId id="2147483783" r:id="rId7"/>
    <p:sldLayoutId id="2147483784" r:id="rId8"/>
    <p:sldLayoutId id="2147483785" r:id="rId9"/>
    <p:sldLayoutId id="2147483786" r:id="rId10"/>
    <p:sldLayoutId id="2147483787" r:id="rId11"/>
    <p:sldLayoutId id="2147483788" r:id="rId12"/>
    <p:sldLayoutId id="2147483789" r:id="rId13"/>
    <p:sldLayoutId id="2147483790" r:id="rId14"/>
  </p:sldLayoutIdLst>
</p:sldMaster>
</file>

<file path=ppt/slideMasters/slideMaster1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2" name="PlaceHolder 2"/>
          <p:cNvSpPr>
            <a:spLocks noGrp="1"/>
          </p:cNvSpPr>
          <p:nvPr>
            <p:ph type="sldNum" idx="2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29C310C-A7A8-410E-BF81-89DFD6A4B23D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73" name="PlaceHolder 3"/>
          <p:cNvSpPr>
            <a:spLocks noGrp="1"/>
          </p:cNvSpPr>
          <p:nvPr>
            <p:ph type="ftr" idx="24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4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7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792" r:id="rId3"/>
    <p:sldLayoutId id="2147483793" r:id="rId4"/>
    <p:sldLayoutId id="2147483794" r:id="rId5"/>
    <p:sldLayoutId id="2147483795" r:id="rId6"/>
    <p:sldLayoutId id="2147483796" r:id="rId7"/>
    <p:sldLayoutId id="2147483797" r:id="rId8"/>
    <p:sldLayoutId id="2147483798" r:id="rId9"/>
    <p:sldLayoutId id="2147483799" r:id="rId10"/>
    <p:sldLayoutId id="2147483800" r:id="rId11"/>
    <p:sldLayoutId id="2147483801" r:id="rId12"/>
    <p:sldLayoutId id="2147483802" r:id="rId13"/>
    <p:sldLayoutId id="2147483803" r:id="rId14"/>
  </p:sldLayoutIdLst>
</p:sldMaster>
</file>

<file path=ppt/slideMasters/slideMaster1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5" name="PlaceHolder 2"/>
          <p:cNvSpPr>
            <a:spLocks noGrp="1"/>
          </p:cNvSpPr>
          <p:nvPr>
            <p:ph type="sldNum" idx="2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685AFDF-B65A-4AE0-85DB-19054DDE9BA3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16" name="PlaceHolder 3"/>
          <p:cNvSpPr>
            <a:spLocks noGrp="1"/>
          </p:cNvSpPr>
          <p:nvPr>
            <p:ph type="ftr" idx="26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7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2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805" r:id="rId3"/>
    <p:sldLayoutId id="2147483806" r:id="rId4"/>
    <p:sldLayoutId id="2147483807" r:id="rId5"/>
    <p:sldLayoutId id="2147483808" r:id="rId6"/>
    <p:sldLayoutId id="2147483809" r:id="rId7"/>
    <p:sldLayoutId id="2147483810" r:id="rId8"/>
    <p:sldLayoutId id="2147483811" r:id="rId9"/>
    <p:sldLayoutId id="2147483812" r:id="rId10"/>
    <p:sldLayoutId id="2147483813" r:id="rId11"/>
    <p:sldLayoutId id="2147483814" r:id="rId12"/>
    <p:sldLayoutId id="2147483815" r:id="rId13"/>
    <p:sldLayoutId id="2147483816" r:id="rId14"/>
  </p:sldLayoutIdLst>
</p:sldMaster>
</file>

<file path=ppt/slideMasters/slideMaster1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8" name="PlaceHolder 2"/>
          <p:cNvSpPr>
            <a:spLocks noGrp="1"/>
          </p:cNvSpPr>
          <p:nvPr>
            <p:ph type="sldNum" idx="2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0B78769-E406-412C-A79A-FE76FD11F3B7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9" name="PlaceHolder 3"/>
          <p:cNvSpPr>
            <a:spLocks noGrp="1"/>
          </p:cNvSpPr>
          <p:nvPr>
            <p:ph type="ftr" idx="28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0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6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818" r:id="rId3"/>
    <p:sldLayoutId id="2147483819" r:id="rId4"/>
    <p:sldLayoutId id="2147483820" r:id="rId5"/>
    <p:sldLayoutId id="2147483821" r:id="rId6"/>
    <p:sldLayoutId id="2147483822" r:id="rId7"/>
    <p:sldLayoutId id="2147483823" r:id="rId8"/>
    <p:sldLayoutId id="2147483824" r:id="rId9"/>
    <p:sldLayoutId id="2147483825" r:id="rId10"/>
    <p:sldLayoutId id="2147483826" r:id="rId11"/>
    <p:sldLayoutId id="2147483827" r:id="rId12"/>
    <p:sldLayoutId id="2147483828" r:id="rId13"/>
    <p:sldLayoutId id="2147483829" r:id="rId14"/>
  </p:sldLayoutIdLst>
</p:sldMaster>
</file>

<file path=ppt/slideMasters/slideMaster1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1" name="PlaceHolder 2"/>
          <p:cNvSpPr>
            <a:spLocks noGrp="1"/>
          </p:cNvSpPr>
          <p:nvPr>
            <p:ph type="sldNum" idx="2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21F5347-4393-428B-AE7F-91A4B3103AA6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02" name="PlaceHolder 3"/>
          <p:cNvSpPr>
            <a:spLocks noGrp="1"/>
          </p:cNvSpPr>
          <p:nvPr>
            <p:ph type="ftr" idx="3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3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0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  <p:sldLayoutId id="2147483840" r:id="rId12"/>
    <p:sldLayoutId id="2147483841" r:id="rId13"/>
    <p:sldLayoutId id="2147483842" r:id="rId14"/>
  </p:sldLayoutIdLst>
</p:sldMaster>
</file>

<file path=ppt/slideMasters/slideMaster1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4" name="PlaceHolder 2"/>
          <p:cNvSpPr>
            <a:spLocks noGrp="1"/>
          </p:cNvSpPr>
          <p:nvPr>
            <p:ph type="sldNum" idx="3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32A75E1-6FBE-4B86-8EF1-FF15E7CD870F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45" name="PlaceHolder 3"/>
          <p:cNvSpPr>
            <a:spLocks noGrp="1"/>
          </p:cNvSpPr>
          <p:nvPr>
            <p:ph type="ftr" idx="32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6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4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844" r:id="rId3"/>
    <p:sldLayoutId id="2147483845" r:id="rId4"/>
    <p:sldLayoutId id="2147483846" r:id="rId5"/>
    <p:sldLayoutId id="2147483847" r:id="rId6"/>
    <p:sldLayoutId id="2147483848" r:id="rId7"/>
    <p:sldLayoutId id="2147483849" r:id="rId8"/>
    <p:sldLayoutId id="2147483850" r:id="rId9"/>
    <p:sldLayoutId id="2147483851" r:id="rId10"/>
    <p:sldLayoutId id="2147483852" r:id="rId11"/>
    <p:sldLayoutId id="2147483853" r:id="rId12"/>
    <p:sldLayoutId id="2147483854" r:id="rId13"/>
    <p:sldLayoutId id="2147483855" r:id="rId14"/>
  </p:sldLayoutIdLst>
</p:sldMaster>
</file>

<file path=ppt/slideMasters/slideMaster1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7" name="PlaceHolder 2"/>
          <p:cNvSpPr>
            <a:spLocks noGrp="1"/>
          </p:cNvSpPr>
          <p:nvPr>
            <p:ph type="sldNum" idx="3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EC76898-CB04-49EB-8842-BB8247B528EA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8" name="PlaceHolder 3"/>
          <p:cNvSpPr>
            <a:spLocks noGrp="1"/>
          </p:cNvSpPr>
          <p:nvPr>
            <p:ph type="ftr" idx="34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9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9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857" r:id="rId3"/>
    <p:sldLayoutId id="2147483858" r:id="rId4"/>
    <p:sldLayoutId id="2147483859" r:id="rId5"/>
    <p:sldLayoutId id="2147483860" r:id="rId6"/>
    <p:sldLayoutId id="2147483861" r:id="rId7"/>
    <p:sldLayoutId id="2147483862" r:id="rId8"/>
    <p:sldLayoutId id="2147483863" r:id="rId9"/>
    <p:sldLayoutId id="2147483864" r:id="rId10"/>
    <p:sldLayoutId id="2147483865" r:id="rId11"/>
    <p:sldLayoutId id="2147483866" r:id="rId12"/>
    <p:sldLayoutId id="2147483867" r:id="rId13"/>
    <p:sldLayoutId id="2147483868" r:id="rId14"/>
  </p:sldLayoutIdLst>
</p:sldMaster>
</file>

<file path=ppt/slideMasters/slideMaster1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0" name="PlaceHolder 2"/>
          <p:cNvSpPr>
            <a:spLocks noGrp="1"/>
          </p:cNvSpPr>
          <p:nvPr>
            <p:ph type="sldNum" idx="3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69A5A3C-1FAB-4D27-8855-0878EE1D1ACC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31" name="PlaceHolder 3"/>
          <p:cNvSpPr>
            <a:spLocks noGrp="1"/>
          </p:cNvSpPr>
          <p:nvPr>
            <p:ph type="ftr" idx="36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2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3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870" r:id="rId3"/>
    <p:sldLayoutId id="2147483871" r:id="rId4"/>
    <p:sldLayoutId id="2147483872" r:id="rId5"/>
    <p:sldLayoutId id="2147483873" r:id="rId6"/>
    <p:sldLayoutId id="2147483874" r:id="rId7"/>
    <p:sldLayoutId id="2147483875" r:id="rId8"/>
    <p:sldLayoutId id="2147483876" r:id="rId9"/>
    <p:sldLayoutId id="2147483877" r:id="rId10"/>
    <p:sldLayoutId id="2147483878" r:id="rId11"/>
    <p:sldLayoutId id="2147483879" r:id="rId12"/>
    <p:sldLayoutId id="2147483880" r:id="rId13"/>
    <p:sldLayoutId id="2147483881" r:id="rId14"/>
  </p:sldLayoutIdLst>
</p:sldMaster>
</file>

<file path=ppt/slideMasters/slideMaster1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3" name="PlaceHolder 2"/>
          <p:cNvSpPr>
            <a:spLocks noGrp="1"/>
          </p:cNvSpPr>
          <p:nvPr>
            <p:ph type="sldNum" idx="3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43297EB-6489-4346-A38C-11A2759607FE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4" name="PlaceHolder 3"/>
          <p:cNvSpPr>
            <a:spLocks noGrp="1"/>
          </p:cNvSpPr>
          <p:nvPr>
            <p:ph type="ftr" idx="38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5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7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883" r:id="rId3"/>
    <p:sldLayoutId id="2147483884" r:id="rId4"/>
    <p:sldLayoutId id="2147483885" r:id="rId5"/>
    <p:sldLayoutId id="2147483886" r:id="rId6"/>
    <p:sldLayoutId id="2147483887" r:id="rId7"/>
    <p:sldLayoutId id="2147483888" r:id="rId8"/>
    <p:sldLayoutId id="2147483889" r:id="rId9"/>
    <p:sldLayoutId id="2147483890" r:id="rId10"/>
    <p:sldLayoutId id="2147483891" r:id="rId11"/>
    <p:sldLayoutId id="2147483892" r:id="rId12"/>
    <p:sldLayoutId id="2147483893" r:id="rId13"/>
    <p:sldLayoutId id="2147483894" r:id="rId14"/>
  </p:sldLayoutIdLst>
</p:sldMaster>
</file>

<file path=ppt/slideMasters/slideMaster2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6" name="PlaceHolder 2"/>
          <p:cNvSpPr>
            <a:spLocks noGrp="1"/>
          </p:cNvSpPr>
          <p:nvPr>
            <p:ph type="sldNum" idx="3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2A7041A-B582-467F-AC8B-BC29D31D0F40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17" name="PlaceHolder 3"/>
          <p:cNvSpPr>
            <a:spLocks noGrp="1"/>
          </p:cNvSpPr>
          <p:nvPr>
            <p:ph type="ftr" idx="4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8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2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896" r:id="rId3"/>
    <p:sldLayoutId id="2147483897" r:id="rId4"/>
    <p:sldLayoutId id="2147483898" r:id="rId5"/>
    <p:sldLayoutId id="2147483899" r:id="rId6"/>
    <p:sldLayoutId id="2147483900" r:id="rId7"/>
    <p:sldLayoutId id="2147483901" r:id="rId8"/>
    <p:sldLayoutId id="2147483902" r:id="rId9"/>
    <p:sldLayoutId id="2147483903" r:id="rId10"/>
    <p:sldLayoutId id="2147483904" r:id="rId11"/>
    <p:sldLayoutId id="2147483905" r:id="rId12"/>
    <p:sldLayoutId id="2147483906" r:id="rId13"/>
    <p:sldLayoutId id="2147483907" r:id="rId14"/>
  </p:sldLayoutIdLst>
</p:sldMaster>
</file>

<file path=ppt/slideMasters/slideMaster2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9" name="PlaceHolder 2"/>
          <p:cNvSpPr>
            <a:spLocks noGrp="1"/>
          </p:cNvSpPr>
          <p:nvPr>
            <p:ph type="sldNum" idx="4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C5AE589-D1DA-4C8B-B12F-248123BC1E76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0" name="PlaceHolder 3"/>
          <p:cNvSpPr>
            <a:spLocks noGrp="1"/>
          </p:cNvSpPr>
          <p:nvPr>
            <p:ph type="ftr" idx="42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1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6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909" r:id="rId3"/>
    <p:sldLayoutId id="2147483910" r:id="rId4"/>
    <p:sldLayoutId id="2147483911" r:id="rId5"/>
    <p:sldLayoutId id="2147483912" r:id="rId6"/>
    <p:sldLayoutId id="2147483913" r:id="rId7"/>
    <p:sldLayoutId id="2147483914" r:id="rId8"/>
    <p:sldLayoutId id="2147483915" r:id="rId9"/>
    <p:sldLayoutId id="2147483916" r:id="rId10"/>
    <p:sldLayoutId id="2147483917" r:id="rId11"/>
    <p:sldLayoutId id="2147483918" r:id="rId12"/>
    <p:sldLayoutId id="2147483919" r:id="rId13"/>
    <p:sldLayoutId id="2147483920" r:id="rId14"/>
  </p:sldLayoutIdLst>
</p:sldMaster>
</file>

<file path=ppt/slideMasters/slideMaster2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2" name="PlaceHolder 2"/>
          <p:cNvSpPr>
            <a:spLocks noGrp="1"/>
          </p:cNvSpPr>
          <p:nvPr>
            <p:ph type="sldNum" idx="4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537F11D-02B2-4CAC-A03C-85CFB64D15F3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03" name="PlaceHolder 3"/>
          <p:cNvSpPr>
            <a:spLocks noGrp="1"/>
          </p:cNvSpPr>
          <p:nvPr>
            <p:ph type="ftr" idx="44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4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0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922" r:id="rId3"/>
    <p:sldLayoutId id="2147483923" r:id="rId4"/>
    <p:sldLayoutId id="2147483924" r:id="rId5"/>
    <p:sldLayoutId id="2147483925" r:id="rId6"/>
    <p:sldLayoutId id="2147483926" r:id="rId7"/>
    <p:sldLayoutId id="2147483927" r:id="rId8"/>
    <p:sldLayoutId id="2147483928" r:id="rId9"/>
    <p:sldLayoutId id="2147483929" r:id="rId10"/>
    <p:sldLayoutId id="2147483930" r:id="rId11"/>
    <p:sldLayoutId id="2147483931" r:id="rId12"/>
    <p:sldLayoutId id="2147483932" r:id="rId13"/>
    <p:sldLayoutId id="2147483933" r:id="rId14"/>
  </p:sldLayoutIdLst>
</p:sldMaster>
</file>

<file path=ppt/slideMasters/slideMaster2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5" name="PlaceHolder 2"/>
          <p:cNvSpPr>
            <a:spLocks noGrp="1"/>
          </p:cNvSpPr>
          <p:nvPr>
            <p:ph type="sldNum" idx="4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062F77D-6EF4-46F2-97D8-15F2D74A1C6E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46" name="PlaceHolder 3"/>
          <p:cNvSpPr>
            <a:spLocks noGrp="1"/>
          </p:cNvSpPr>
          <p:nvPr>
            <p:ph type="ftr" idx="46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7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5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935" r:id="rId3"/>
    <p:sldLayoutId id="2147483936" r:id="rId4"/>
    <p:sldLayoutId id="2147483937" r:id="rId5"/>
    <p:sldLayoutId id="2147483938" r:id="rId6"/>
    <p:sldLayoutId id="2147483939" r:id="rId7"/>
    <p:sldLayoutId id="2147483940" r:id="rId8"/>
    <p:sldLayoutId id="2147483941" r:id="rId9"/>
    <p:sldLayoutId id="2147483942" r:id="rId10"/>
    <p:sldLayoutId id="2147483943" r:id="rId11"/>
    <p:sldLayoutId id="2147483944" r:id="rId12"/>
    <p:sldLayoutId id="2147483945" r:id="rId13"/>
    <p:sldLayoutId id="2147483946" r:id="rId14"/>
  </p:sldLayoutIdLst>
</p:sldMaster>
</file>

<file path=ppt/slideMasters/slideMaster2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8" name="PlaceHolder 2"/>
          <p:cNvSpPr>
            <a:spLocks noGrp="1"/>
          </p:cNvSpPr>
          <p:nvPr>
            <p:ph type="sldNum" idx="4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BC4A121-676C-4D5C-B7BC-0054CBA84E31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89" name="PlaceHolder 3"/>
          <p:cNvSpPr>
            <a:spLocks noGrp="1"/>
          </p:cNvSpPr>
          <p:nvPr>
            <p:ph type="ftr" idx="48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0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9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948" r:id="rId3"/>
    <p:sldLayoutId id="2147483949" r:id="rId4"/>
    <p:sldLayoutId id="2147483950" r:id="rId5"/>
    <p:sldLayoutId id="2147483951" r:id="rId6"/>
    <p:sldLayoutId id="2147483952" r:id="rId7"/>
    <p:sldLayoutId id="2147483953" r:id="rId8"/>
    <p:sldLayoutId id="2147483954" r:id="rId9"/>
    <p:sldLayoutId id="2147483955" r:id="rId10"/>
    <p:sldLayoutId id="2147483956" r:id="rId11"/>
    <p:sldLayoutId id="2147483957" r:id="rId12"/>
    <p:sldLayoutId id="2147483958" r:id="rId13"/>
    <p:sldLayoutId id="2147483959" r:id="rId14"/>
  </p:sldLayoutIdLst>
</p:sldMaster>
</file>

<file path=ppt/slideMasters/slideMaster2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1" name="PlaceHolder 2"/>
          <p:cNvSpPr>
            <a:spLocks noGrp="1"/>
          </p:cNvSpPr>
          <p:nvPr>
            <p:ph type="sldNum" idx="4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F979162-56A3-43F4-85EB-964A31867465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32" name="PlaceHolder 3"/>
          <p:cNvSpPr>
            <a:spLocks noGrp="1"/>
          </p:cNvSpPr>
          <p:nvPr>
            <p:ph type="ftr" idx="5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3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3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961" r:id="rId3"/>
    <p:sldLayoutId id="2147483962" r:id="rId4"/>
    <p:sldLayoutId id="2147483963" r:id="rId5"/>
    <p:sldLayoutId id="2147483964" r:id="rId6"/>
    <p:sldLayoutId id="2147483965" r:id="rId7"/>
    <p:sldLayoutId id="2147483966" r:id="rId8"/>
    <p:sldLayoutId id="2147483967" r:id="rId9"/>
    <p:sldLayoutId id="2147483968" r:id="rId10"/>
    <p:sldLayoutId id="2147483969" r:id="rId11"/>
    <p:sldLayoutId id="2147483970" r:id="rId12"/>
    <p:sldLayoutId id="2147483971" r:id="rId13"/>
    <p:sldLayoutId id="2147483972" r:id="rId14"/>
  </p:sldLayoutIdLst>
</p:sldMaster>
</file>

<file path=ppt/slideMasters/slideMaster2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4" name="PlaceHolder 2"/>
          <p:cNvSpPr>
            <a:spLocks noGrp="1"/>
          </p:cNvSpPr>
          <p:nvPr>
            <p:ph type="sldNum" idx="5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64D23F0-3B68-466B-8173-B2515159DBF9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75" name="PlaceHolder 3"/>
          <p:cNvSpPr>
            <a:spLocks noGrp="1"/>
          </p:cNvSpPr>
          <p:nvPr>
            <p:ph type="ftr" idx="52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6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7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974" r:id="rId3"/>
    <p:sldLayoutId id="2147483975" r:id="rId4"/>
    <p:sldLayoutId id="2147483976" r:id="rId5"/>
    <p:sldLayoutId id="2147483977" r:id="rId6"/>
    <p:sldLayoutId id="2147483978" r:id="rId7"/>
    <p:sldLayoutId id="2147483979" r:id="rId8"/>
    <p:sldLayoutId id="2147483980" r:id="rId9"/>
    <p:sldLayoutId id="2147483981" r:id="rId10"/>
    <p:sldLayoutId id="2147483982" r:id="rId11"/>
    <p:sldLayoutId id="2147483983" r:id="rId12"/>
    <p:sldLayoutId id="2147483984" r:id="rId13"/>
    <p:sldLayoutId id="2147483985" r:id="rId14"/>
  </p:sldLayoutIdLst>
</p:sldMaster>
</file>

<file path=ppt/slideMasters/slideMaster2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7" name="PlaceHolder 2"/>
          <p:cNvSpPr>
            <a:spLocks noGrp="1"/>
          </p:cNvSpPr>
          <p:nvPr>
            <p:ph type="sldNum" idx="5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CD77837-DBA5-4C41-A702-C9BB3A9EC42A}" type="slidenum">
              <a:rPr b="0" lang="en-AU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7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18" name="PlaceHolder 3"/>
          <p:cNvSpPr>
            <a:spLocks noGrp="1"/>
          </p:cNvSpPr>
          <p:nvPr>
            <p:ph type="ftr" idx="54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7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7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9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0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1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2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3987" r:id="rId3"/>
    <p:sldLayoutId id="2147483988" r:id="rId4"/>
    <p:sldLayoutId id="2147483989" r:id="rId5"/>
    <p:sldLayoutId id="2147483990" r:id="rId6"/>
    <p:sldLayoutId id="2147483991" r:id="rId7"/>
    <p:sldLayoutId id="2147483992" r:id="rId8"/>
    <p:sldLayoutId id="2147483993" r:id="rId9"/>
    <p:sldLayoutId id="2147483994" r:id="rId10"/>
    <p:sldLayoutId id="2147483995" r:id="rId11"/>
    <p:sldLayoutId id="2147483996" r:id="rId12"/>
    <p:sldLayoutId id="2147483997" r:id="rId13"/>
    <p:sldLayoutId id="2147483998" r:id="rId14"/>
  </p:sldLayoutIdLst>
</p:sldMaster>
</file>

<file path=ppt/slideMasters/slideMaster2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0" name="PlaceHolder 2"/>
          <p:cNvSpPr>
            <a:spLocks noGrp="1"/>
          </p:cNvSpPr>
          <p:nvPr>
            <p:ph type="sldNum" idx="5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26927CE-3FBB-481C-AE8F-CD661959542F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61" name="PlaceHolder 3"/>
          <p:cNvSpPr>
            <a:spLocks noGrp="1"/>
          </p:cNvSpPr>
          <p:nvPr>
            <p:ph type="ftr" idx="56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2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6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4000" r:id="rId3"/>
    <p:sldLayoutId id="2147484001" r:id="rId4"/>
    <p:sldLayoutId id="2147484002" r:id="rId5"/>
    <p:sldLayoutId id="2147484003" r:id="rId6"/>
    <p:sldLayoutId id="2147484004" r:id="rId7"/>
    <p:sldLayoutId id="2147484005" r:id="rId8"/>
    <p:sldLayoutId id="2147484006" r:id="rId9"/>
    <p:sldLayoutId id="2147484007" r:id="rId10"/>
    <p:sldLayoutId id="2147484008" r:id="rId11"/>
    <p:sldLayoutId id="2147484009" r:id="rId12"/>
    <p:sldLayoutId id="2147484010" r:id="rId13"/>
    <p:sldLayoutId id="2147484011" r:id="rId14"/>
  </p:sldLayoutIdLst>
</p:sldMaster>
</file>

<file path=ppt/slideMasters/slideMaster2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3" name="PlaceHolder 2"/>
          <p:cNvSpPr>
            <a:spLocks noGrp="1"/>
          </p:cNvSpPr>
          <p:nvPr>
            <p:ph type="sldNum" idx="5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F1B2D8A-6179-492B-A95C-7D104A61B7D0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04" name="PlaceHolder 3"/>
          <p:cNvSpPr>
            <a:spLocks noGrp="1"/>
          </p:cNvSpPr>
          <p:nvPr>
            <p:ph type="ftr" idx="58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5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0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20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4013" r:id="rId3"/>
    <p:sldLayoutId id="2147484014" r:id="rId4"/>
    <p:sldLayoutId id="2147484015" r:id="rId5"/>
    <p:sldLayoutId id="2147484016" r:id="rId6"/>
    <p:sldLayoutId id="2147484017" r:id="rId7"/>
    <p:sldLayoutId id="2147484018" r:id="rId8"/>
    <p:sldLayoutId id="2147484019" r:id="rId9"/>
    <p:sldLayoutId id="2147484020" r:id="rId10"/>
    <p:sldLayoutId id="2147484021" r:id="rId11"/>
    <p:sldLayoutId id="2147484022" r:id="rId12"/>
    <p:sldLayoutId id="2147484023" r:id="rId13"/>
    <p:sldLayoutId id="2147484024" r:id="rId14"/>
  </p:sldLayoutIdLst>
</p:sldMaster>
</file>

<file path=ppt/slideMasters/slideMaster3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6" name="PlaceHolder 2"/>
          <p:cNvSpPr>
            <a:spLocks noGrp="1"/>
          </p:cNvSpPr>
          <p:nvPr>
            <p:ph type="sldNum" idx="5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62612DF-CFC5-47C2-96BD-E0F83F0FBA80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47" name="PlaceHolder 3"/>
          <p:cNvSpPr>
            <a:spLocks noGrp="1"/>
          </p:cNvSpPr>
          <p:nvPr>
            <p:ph type="ftr" idx="6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8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4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25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4026" r:id="rId3"/>
    <p:sldLayoutId id="2147484027" r:id="rId4"/>
    <p:sldLayoutId id="2147484028" r:id="rId5"/>
    <p:sldLayoutId id="2147484029" r:id="rId6"/>
    <p:sldLayoutId id="2147484030" r:id="rId7"/>
    <p:sldLayoutId id="2147484031" r:id="rId8"/>
    <p:sldLayoutId id="2147484032" r:id="rId9"/>
    <p:sldLayoutId id="2147484033" r:id="rId10"/>
    <p:sldLayoutId id="2147484034" r:id="rId11"/>
    <p:sldLayoutId id="2147484035" r:id="rId12"/>
    <p:sldLayoutId id="2147484036" r:id="rId13"/>
    <p:sldLayoutId id="2147484037" r:id="rId14"/>
  </p:sldLayoutIdLst>
</p:sldMaster>
</file>

<file path=ppt/slideMasters/slideMaster3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9" name="PlaceHolder 2"/>
          <p:cNvSpPr>
            <a:spLocks noGrp="1"/>
          </p:cNvSpPr>
          <p:nvPr>
            <p:ph type="sldNum" idx="6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BBB3223-5FD0-4AA7-953B-C5C3CF317F81}" type="slidenum"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AU" sz="900" spc="-1" strike="noStrike">
                <a:solidFill>
                  <a:srgbClr val="000000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90" name="PlaceHolder 3"/>
          <p:cNvSpPr>
            <a:spLocks noGrp="1"/>
          </p:cNvSpPr>
          <p:nvPr>
            <p:ph type="ftr" idx="62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AU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1" name="PlaceHolder 4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29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29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</p:spTree>
  </p:cSld>
  <p:clrMap bg1="lt1" bg2="lt2" tx1="dk1" tx2="dk2" accent1="accent1" accent2="accent2" accent3="accent3" accent4="accent4" accent5="accent5" accent6="accent6" hlink="hlink" folHlink="folHlink"/>
  <p:sldLayoutIdLst>
    <p:sldLayoutId id="2147484039" r:id="rId3"/>
    <p:sldLayoutId id="2147484040" r:id="rId4"/>
    <p:sldLayoutId id="2147484041" r:id="rId5"/>
    <p:sldLayoutId id="2147484042" r:id="rId6"/>
    <p:sldLayoutId id="2147484043" r:id="rId7"/>
    <p:sldLayoutId id="2147484044" r:id="rId8"/>
    <p:sldLayoutId id="2147484045" r:id="rId9"/>
    <p:sldLayoutId id="2147484046" r:id="rId10"/>
    <p:sldLayoutId id="2147484047" r:id="rId11"/>
    <p:sldLayoutId id="2147484048" r:id="rId12"/>
    <p:sldLayoutId id="2147484049" r:id="rId13"/>
    <p:sldLayoutId id="2147484050" r:id="rId14"/>
  </p:sldLayoutIdLst>
</p:sldMaster>
</file>

<file path=ppt/slideMasters/slideMaster3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PlaceHolder 1"/>
          <p:cNvSpPr>
            <a:spLocks noGrp="1"/>
          </p:cNvSpPr>
          <p:nvPr>
            <p:ph type="title"/>
          </p:nvPr>
        </p:nvSpPr>
        <p:spPr>
          <a:xfrm>
            <a:off x="990360" y="365040"/>
            <a:ext cx="12418920" cy="132552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4400" spc="-1" strike="noStrike">
                <a:solidFill>
                  <a:srgbClr val="000000"/>
                </a:solidFill>
                <a:latin typeface="Calibri Light"/>
              </a:rPr>
              <a:t>Click to edit the title text format</a:t>
            </a:r>
            <a:endParaRPr b="0" lang="en-US" sz="4400" spc="-1" strike="noStrike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1332" name="PlaceHolder 2"/>
          <p:cNvSpPr>
            <a:spLocks noGrp="1"/>
          </p:cNvSpPr>
          <p:nvPr>
            <p:ph type="body"/>
          </p:nvPr>
        </p:nvSpPr>
        <p:spPr>
          <a:xfrm>
            <a:off x="990360" y="1825200"/>
            <a:ext cx="12418920" cy="435132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rmAutofit/>
          </a:bodyPr>
          <a:p>
            <a:pPr marL="2286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Click to edit the outline text format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1" marL="6858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Second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2" marL="11430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Third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3" marL="16002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Fourth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4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Fifth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5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Sixth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6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Seventh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333" name="PlaceHolder 3"/>
          <p:cNvSpPr>
            <a:spLocks noGrp="1"/>
          </p:cNvSpPr>
          <p:nvPr>
            <p:ph type="dt" idx="63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12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200" spc="-1" strike="noStrike">
                <a:solidFill>
                  <a:srgbClr val="898989"/>
                </a:solidFill>
                <a:latin typeface="Times New Roman"/>
              </a:rPr>
              <a:t>&lt;date/time&gt;</a:t>
            </a:r>
            <a:endParaRPr b="0" lang="en-US" sz="1200" spc="-1" strike="noStrike">
              <a:latin typeface="Times New Roman"/>
            </a:endParaRPr>
          </a:p>
        </p:txBody>
      </p:sp>
      <p:sp>
        <p:nvSpPr>
          <p:cNvPr id="1334" name="PlaceHolder 4"/>
          <p:cNvSpPr>
            <a:spLocks noGrp="1"/>
          </p:cNvSpPr>
          <p:nvPr>
            <p:ph type="ftr" idx="64"/>
          </p:nvPr>
        </p:nvSpPr>
        <p:spPr>
          <a:xfrm>
            <a:off x="4770360" y="6356520"/>
            <a:ext cx="485928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12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35" name="PlaceHolder 5"/>
          <p:cNvSpPr>
            <a:spLocks noGrp="1"/>
          </p:cNvSpPr>
          <p:nvPr>
            <p:ph type="sldNum" idx="65"/>
          </p:nvPr>
        </p:nvSpPr>
        <p:spPr>
          <a:xfrm>
            <a:off x="1016964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12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510D736-D573-40C2-85B0-CEFCD16ED9B9}" type="slidenum">
              <a:rPr b="0" lang="en-IN" sz="12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12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052" r:id="rId2"/>
    <p:sldLayoutId id="2147484053" r:id="rId3"/>
    <p:sldLayoutId id="2147484054" r:id="rId4"/>
    <p:sldLayoutId id="2147484055" r:id="rId5"/>
    <p:sldLayoutId id="2147484056" r:id="rId6"/>
    <p:sldLayoutId id="2147484057" r:id="rId7"/>
    <p:sldLayoutId id="2147484058" r:id="rId8"/>
    <p:sldLayoutId id="2147484059" r:id="rId9"/>
    <p:sldLayoutId id="2147484060" r:id="rId10"/>
    <p:sldLayoutId id="2147484061" r:id="rId11"/>
    <p:sldLayoutId id="2147484062" r:id="rId12"/>
    <p:sldLayoutId id="2147484063" r:id="rId13"/>
  </p:sldLayoutIdLst>
</p:sldMaster>
</file>

<file path=ppt/slideMasters/slideMaster3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2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373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4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75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76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377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  <p:sp>
        <p:nvSpPr>
          <p:cNvPr id="1378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9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0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1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2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3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4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5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80420F9-9AB2-4777-9FC1-1BE973620981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065" r:id="rId4"/>
    <p:sldLayoutId id="2147484066" r:id="rId5"/>
    <p:sldLayoutId id="2147484067" r:id="rId6"/>
    <p:sldLayoutId id="2147484068" r:id="rId7"/>
    <p:sldLayoutId id="2147484069" r:id="rId8"/>
    <p:sldLayoutId id="2147484070" r:id="rId9"/>
    <p:sldLayoutId id="2147484071" r:id="rId10"/>
    <p:sldLayoutId id="2147484072" r:id="rId11"/>
    <p:sldLayoutId id="2147484073" r:id="rId12"/>
    <p:sldLayoutId id="2147484074" r:id="rId13"/>
    <p:sldLayoutId id="2147484075" r:id="rId14"/>
    <p:sldLayoutId id="2147484076" r:id="rId15"/>
  </p:sldLayoutIdLst>
</p:sldMaster>
</file>

<file path=ppt/slideMasters/slideMaster3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" name="PlaceHolder 1"/>
          <p:cNvSpPr>
            <a:spLocks noGrp="1"/>
          </p:cNvSpPr>
          <p:nvPr>
            <p:ph type="title"/>
          </p:nvPr>
        </p:nvSpPr>
        <p:spPr>
          <a:xfrm>
            <a:off x="990360" y="365040"/>
            <a:ext cx="12418920" cy="132552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4400" spc="-1" strike="noStrike">
                <a:solidFill>
                  <a:srgbClr val="000000"/>
                </a:solidFill>
                <a:latin typeface="Calibri Light"/>
              </a:rPr>
              <a:t>Click to edit the title text format</a:t>
            </a:r>
            <a:endParaRPr b="0" lang="en-US" sz="4400" spc="-1" strike="noStrike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1423" name="PlaceHolder 2"/>
          <p:cNvSpPr>
            <a:spLocks noGrp="1"/>
          </p:cNvSpPr>
          <p:nvPr>
            <p:ph type="body"/>
          </p:nvPr>
        </p:nvSpPr>
        <p:spPr>
          <a:xfrm>
            <a:off x="990360" y="1825200"/>
            <a:ext cx="12418920" cy="435132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rmAutofit/>
          </a:bodyPr>
          <a:p>
            <a:pPr marL="2286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Click to edit the outline text format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1" marL="6858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Second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2" marL="11430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Third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3" marL="16002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Fourth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4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Fifth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5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Sixth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6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Seventh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424" name="PlaceHolder 3"/>
          <p:cNvSpPr>
            <a:spLocks noGrp="1"/>
          </p:cNvSpPr>
          <p:nvPr>
            <p:ph type="dt" idx="66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12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B984D53-1F59-4022-B056-F42A2EB36CAC}" type="datetime">
              <a:rPr b="0" lang="en-IN" sz="1200" spc="-1" strike="noStrike">
                <a:solidFill>
                  <a:srgbClr val="898989"/>
                </a:solidFill>
                <a:latin typeface="Times New Roman"/>
              </a:rPr>
              <a:t>09/09/26</a:t>
            </a:fld>
            <a:endParaRPr b="0" lang="en-US" sz="1200" spc="-1" strike="noStrike">
              <a:latin typeface="Times New Roman"/>
            </a:endParaRPr>
          </a:p>
        </p:txBody>
      </p:sp>
      <p:sp>
        <p:nvSpPr>
          <p:cNvPr id="1425" name="PlaceHolder 4"/>
          <p:cNvSpPr>
            <a:spLocks noGrp="1"/>
          </p:cNvSpPr>
          <p:nvPr>
            <p:ph type="ftr" idx="67"/>
          </p:nvPr>
        </p:nvSpPr>
        <p:spPr>
          <a:xfrm>
            <a:off x="4770360" y="6356520"/>
            <a:ext cx="485928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12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26" name="PlaceHolder 5"/>
          <p:cNvSpPr>
            <a:spLocks noGrp="1"/>
          </p:cNvSpPr>
          <p:nvPr>
            <p:ph type="sldNum" idx="68"/>
          </p:nvPr>
        </p:nvSpPr>
        <p:spPr>
          <a:xfrm>
            <a:off x="1016964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12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9BD732E-8189-4D64-BB23-88742FD2AF8F}" type="slidenum">
              <a:rPr b="0" lang="en-IN" sz="12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12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078" r:id="rId2"/>
    <p:sldLayoutId id="2147484079" r:id="rId3"/>
    <p:sldLayoutId id="2147484080" r:id="rId4"/>
    <p:sldLayoutId id="2147484081" r:id="rId5"/>
    <p:sldLayoutId id="2147484082" r:id="rId6"/>
    <p:sldLayoutId id="2147484083" r:id="rId7"/>
    <p:sldLayoutId id="2147484084" r:id="rId8"/>
    <p:sldLayoutId id="2147484085" r:id="rId9"/>
    <p:sldLayoutId id="2147484086" r:id="rId10"/>
    <p:sldLayoutId id="2147484087" r:id="rId11"/>
    <p:sldLayoutId id="2147484088" r:id="rId12"/>
    <p:sldLayoutId id="2147484089" r:id="rId13"/>
  </p:sldLayoutIdLst>
</p:sldMaster>
</file>

<file path=ppt/slideMasters/slideMaster3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63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464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65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66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467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468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  <p:sp>
        <p:nvSpPr>
          <p:cNvPr id="1469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70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71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72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73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74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75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76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7FC72CB-FEA1-462F-A8BA-9374B75C4C24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091" r:id="rId4"/>
    <p:sldLayoutId id="2147484092" r:id="rId5"/>
    <p:sldLayoutId id="2147484093" r:id="rId6"/>
    <p:sldLayoutId id="2147484094" r:id="rId7"/>
    <p:sldLayoutId id="2147484095" r:id="rId8"/>
    <p:sldLayoutId id="2147484096" r:id="rId9"/>
    <p:sldLayoutId id="2147484097" r:id="rId10"/>
    <p:sldLayoutId id="2147484098" r:id="rId11"/>
    <p:sldLayoutId id="2147484099" r:id="rId12"/>
    <p:sldLayoutId id="2147484100" r:id="rId13"/>
    <p:sldLayoutId id="2147484101" r:id="rId14"/>
    <p:sldLayoutId id="2147484102" r:id="rId15"/>
  </p:sldLayoutIdLst>
</p:sldMaster>
</file>

<file path=ppt/slideMasters/slideMaster3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1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51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1516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151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1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19" name="PlaceHolder 3"/>
          <p:cNvSpPr>
            <a:spLocks noGrp="1"/>
          </p:cNvSpPr>
          <p:nvPr>
            <p:ph type="dt" idx="69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20" name="PlaceHolder 4"/>
          <p:cNvSpPr>
            <a:spLocks noGrp="1"/>
          </p:cNvSpPr>
          <p:nvPr>
            <p:ph type="ftr" idx="7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21" name="PlaceHolder 5"/>
          <p:cNvSpPr>
            <a:spLocks noGrp="1"/>
          </p:cNvSpPr>
          <p:nvPr>
            <p:ph type="sldNum" idx="7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D75DB78-CF9A-4E3D-9C0C-B02CE788935D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104" r:id="rId4"/>
    <p:sldLayoutId id="2147484105" r:id="rId5"/>
    <p:sldLayoutId id="2147484106" r:id="rId6"/>
    <p:sldLayoutId id="2147484107" r:id="rId7"/>
    <p:sldLayoutId id="2147484108" r:id="rId8"/>
    <p:sldLayoutId id="2147484109" r:id="rId9"/>
    <p:sldLayoutId id="2147484110" r:id="rId10"/>
    <p:sldLayoutId id="2147484111" r:id="rId11"/>
    <p:sldLayoutId id="2147484112" r:id="rId12"/>
    <p:sldLayoutId id="2147484113" r:id="rId13"/>
    <p:sldLayoutId id="2147484114" r:id="rId14"/>
    <p:sldLayoutId id="2147484115" r:id="rId15"/>
  </p:sldLayoutIdLst>
</p:sldMaster>
</file>

<file path=ppt/slideMasters/slideMaster3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5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56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56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6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563" name="PlaceHolder 3"/>
          <p:cNvSpPr>
            <a:spLocks noGrp="1"/>
          </p:cNvSpPr>
          <p:nvPr>
            <p:ph type="sldNum" idx="72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825AA09-FD26-4444-B9D1-FDEF277DFF56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117" r:id="rId3"/>
    <p:sldLayoutId id="2147484118" r:id="rId4"/>
    <p:sldLayoutId id="2147484119" r:id="rId5"/>
    <p:sldLayoutId id="2147484120" r:id="rId6"/>
    <p:sldLayoutId id="2147484121" r:id="rId7"/>
    <p:sldLayoutId id="2147484122" r:id="rId8"/>
    <p:sldLayoutId id="2147484123" r:id="rId9"/>
    <p:sldLayoutId id="2147484124" r:id="rId10"/>
    <p:sldLayoutId id="2147484125" r:id="rId11"/>
    <p:sldLayoutId id="2147484126" r:id="rId12"/>
    <p:sldLayoutId id="2147484127" r:id="rId13"/>
    <p:sldLayoutId id="2147484128" r:id="rId14"/>
  </p:sldLayoutIdLst>
</p:sldMaster>
</file>

<file path=ppt/slideMasters/slideMaster3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0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60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60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0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05" name="PlaceHolder 3"/>
          <p:cNvSpPr>
            <a:spLocks noGrp="1"/>
          </p:cNvSpPr>
          <p:nvPr>
            <p:ph type="sldNum" idx="7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086747B-FC95-46E9-94BB-57EAE5728151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130" r:id="rId3"/>
    <p:sldLayoutId id="2147484131" r:id="rId4"/>
    <p:sldLayoutId id="2147484132" r:id="rId5"/>
    <p:sldLayoutId id="2147484133" r:id="rId6"/>
    <p:sldLayoutId id="2147484134" r:id="rId7"/>
    <p:sldLayoutId id="2147484135" r:id="rId8"/>
    <p:sldLayoutId id="2147484136" r:id="rId9"/>
    <p:sldLayoutId id="2147484137" r:id="rId10"/>
    <p:sldLayoutId id="2147484138" r:id="rId11"/>
    <p:sldLayoutId id="2147484139" r:id="rId12"/>
    <p:sldLayoutId id="2147484140" r:id="rId13"/>
    <p:sldLayoutId id="2147484141" r:id="rId14"/>
  </p:sldLayoutIdLst>
</p:sldMaster>
</file>

<file path=ppt/slideMasters/slideMaster3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4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64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64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4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47" name="PlaceHolder 3"/>
          <p:cNvSpPr>
            <a:spLocks noGrp="1"/>
          </p:cNvSpPr>
          <p:nvPr>
            <p:ph type="sldNum" idx="7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F6B9D32-01C0-4902-A4B5-8094874F5D37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143" r:id="rId3"/>
    <p:sldLayoutId id="2147484144" r:id="rId4"/>
    <p:sldLayoutId id="2147484145" r:id="rId5"/>
    <p:sldLayoutId id="2147484146" r:id="rId6"/>
    <p:sldLayoutId id="2147484147" r:id="rId7"/>
    <p:sldLayoutId id="2147484148" r:id="rId8"/>
    <p:sldLayoutId id="2147484149" r:id="rId9"/>
    <p:sldLayoutId id="2147484150" r:id="rId10"/>
    <p:sldLayoutId id="2147484151" r:id="rId11"/>
    <p:sldLayoutId id="2147484152" r:id="rId12"/>
    <p:sldLayoutId id="2147484153" r:id="rId13"/>
    <p:sldLayoutId id="2147484154" r:id="rId14"/>
  </p:sldLayoutIdLst>
</p:sldMaster>
</file>

<file path=ppt/slideMasters/slideMaster4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8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68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68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8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689" name="PlaceHolder 3"/>
          <p:cNvSpPr>
            <a:spLocks noGrp="1"/>
          </p:cNvSpPr>
          <p:nvPr>
            <p:ph type="ftr" idx="75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90" name="PlaceHolder 4"/>
          <p:cNvSpPr>
            <a:spLocks noGrp="1"/>
          </p:cNvSpPr>
          <p:nvPr>
            <p:ph type="sldNum" idx="7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0CD5B17-BF20-464A-AD2C-B1B1C6AE49F5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156" r:id="rId3"/>
    <p:sldLayoutId id="2147484157" r:id="rId4"/>
    <p:sldLayoutId id="2147484158" r:id="rId5"/>
    <p:sldLayoutId id="2147484159" r:id="rId6"/>
    <p:sldLayoutId id="2147484160" r:id="rId7"/>
    <p:sldLayoutId id="2147484161" r:id="rId8"/>
    <p:sldLayoutId id="2147484162" r:id="rId9"/>
    <p:sldLayoutId id="2147484163" r:id="rId10"/>
    <p:sldLayoutId id="2147484164" r:id="rId11"/>
    <p:sldLayoutId id="2147484165" r:id="rId12"/>
    <p:sldLayoutId id="2147484166" r:id="rId13"/>
    <p:sldLayoutId id="2147484167" r:id="rId14"/>
  </p:sldLayoutIdLst>
</p:sldMaster>
</file>

<file path=ppt/slideMasters/slideMaster4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7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172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2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730" name="PlaceHolder 3"/>
          <p:cNvSpPr>
            <a:spLocks noGrp="1"/>
          </p:cNvSpPr>
          <p:nvPr>
            <p:ph type="sldNum" idx="7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2391A18-63C6-430E-AA95-331F062E570D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169" r:id="rId2"/>
    <p:sldLayoutId id="2147484170" r:id="rId3"/>
    <p:sldLayoutId id="2147484171" r:id="rId4"/>
    <p:sldLayoutId id="2147484172" r:id="rId5"/>
    <p:sldLayoutId id="2147484173" r:id="rId6"/>
    <p:sldLayoutId id="2147484174" r:id="rId7"/>
    <p:sldLayoutId id="2147484175" r:id="rId8"/>
    <p:sldLayoutId id="2147484176" r:id="rId9"/>
    <p:sldLayoutId id="2147484177" r:id="rId10"/>
    <p:sldLayoutId id="2147484178" r:id="rId11"/>
    <p:sldLayoutId id="2147484179" r:id="rId12"/>
    <p:sldLayoutId id="2147484180" r:id="rId13"/>
  </p:sldLayoutIdLst>
</p:sldMaster>
</file>

<file path=ppt/slideMasters/slideMaster4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6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76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77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7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182" r:id="rId3"/>
    <p:sldLayoutId id="2147484183" r:id="rId4"/>
    <p:sldLayoutId id="2147484184" r:id="rId5"/>
    <p:sldLayoutId id="2147484185" r:id="rId6"/>
    <p:sldLayoutId id="2147484186" r:id="rId7"/>
    <p:sldLayoutId id="2147484187" r:id="rId8"/>
    <p:sldLayoutId id="2147484188" r:id="rId9"/>
    <p:sldLayoutId id="2147484189" r:id="rId10"/>
    <p:sldLayoutId id="2147484190" r:id="rId11"/>
    <p:sldLayoutId id="2147484191" r:id="rId12"/>
    <p:sldLayoutId id="2147484192" r:id="rId13"/>
    <p:sldLayoutId id="2147484193" r:id="rId14"/>
  </p:sldLayoutIdLst>
</p:sldMaster>
</file>

<file path=ppt/slideMasters/slideMaster4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0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81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81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1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195" r:id="rId3"/>
    <p:sldLayoutId id="2147484196" r:id="rId4"/>
    <p:sldLayoutId id="2147484197" r:id="rId5"/>
    <p:sldLayoutId id="2147484198" r:id="rId6"/>
    <p:sldLayoutId id="2147484199" r:id="rId7"/>
    <p:sldLayoutId id="2147484200" r:id="rId8"/>
    <p:sldLayoutId id="2147484201" r:id="rId9"/>
    <p:sldLayoutId id="2147484202" r:id="rId10"/>
    <p:sldLayoutId id="2147484203" r:id="rId11"/>
    <p:sldLayoutId id="2147484204" r:id="rId12"/>
    <p:sldLayoutId id="2147484205" r:id="rId13"/>
    <p:sldLayoutId id="2147484206" r:id="rId14"/>
  </p:sldLayoutIdLst>
</p:sldMaster>
</file>

<file path=ppt/slideMasters/slideMaster4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5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85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9996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1852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185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54" name="PlaceHolder 2"/>
          <p:cNvSpPr>
            <a:spLocks noGrp="1"/>
          </p:cNvSpPr>
          <p:nvPr>
            <p:ph type="dt" idx="78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55" name="PlaceHolder 3"/>
          <p:cNvSpPr>
            <a:spLocks noGrp="1"/>
          </p:cNvSpPr>
          <p:nvPr>
            <p:ph type="ftr" idx="79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56" name="PlaceHolder 4"/>
          <p:cNvSpPr>
            <a:spLocks noGrp="1"/>
          </p:cNvSpPr>
          <p:nvPr>
            <p:ph type="sldNum" idx="8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68AFD33-D78B-41A3-A76D-B0F030FAA65D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208" r:id="rId4"/>
    <p:sldLayoutId id="2147484209" r:id="rId5"/>
    <p:sldLayoutId id="2147484210" r:id="rId6"/>
    <p:sldLayoutId id="2147484211" r:id="rId7"/>
    <p:sldLayoutId id="2147484212" r:id="rId8"/>
    <p:sldLayoutId id="2147484213" r:id="rId9"/>
    <p:sldLayoutId id="2147484214" r:id="rId10"/>
    <p:sldLayoutId id="2147484215" r:id="rId11"/>
    <p:sldLayoutId id="2147484216" r:id="rId12"/>
    <p:sldLayoutId id="2147484217" r:id="rId13"/>
    <p:sldLayoutId id="2147484218" r:id="rId14"/>
    <p:sldLayoutId id="2147484219" r:id="rId15"/>
  </p:sldLayoutIdLst>
</p:sldMaster>
</file>

<file path=ppt/slideMasters/slideMaster4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9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89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9996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89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97" name="PlaceHolder 2"/>
          <p:cNvSpPr>
            <a:spLocks noGrp="1"/>
          </p:cNvSpPr>
          <p:nvPr>
            <p:ph type="sldNum" idx="81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84420F8-46A1-437B-A65F-406CADBDD8B9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221" r:id="rId3"/>
    <p:sldLayoutId id="2147484222" r:id="rId4"/>
    <p:sldLayoutId id="2147484223" r:id="rId5"/>
    <p:sldLayoutId id="2147484224" r:id="rId6"/>
    <p:sldLayoutId id="2147484225" r:id="rId7"/>
    <p:sldLayoutId id="2147484226" r:id="rId8"/>
    <p:sldLayoutId id="2147484227" r:id="rId9"/>
    <p:sldLayoutId id="2147484228" r:id="rId10"/>
    <p:sldLayoutId id="2147484229" r:id="rId11"/>
    <p:sldLayoutId id="2147484230" r:id="rId12"/>
    <p:sldLayoutId id="2147484231" r:id="rId13"/>
    <p:sldLayoutId id="2147484232" r:id="rId14"/>
  </p:sldLayoutIdLst>
</p:sldMaster>
</file>

<file path=ppt/slideMasters/slideMaster4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3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93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9996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93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38" name="PlaceHolder 2"/>
          <p:cNvSpPr>
            <a:spLocks noGrp="1"/>
          </p:cNvSpPr>
          <p:nvPr>
            <p:ph type="sldNum" idx="8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762F569-9546-4259-B13D-58BC89E84F40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234" r:id="rId3"/>
    <p:sldLayoutId id="2147484235" r:id="rId4"/>
    <p:sldLayoutId id="2147484236" r:id="rId5"/>
    <p:sldLayoutId id="2147484237" r:id="rId6"/>
    <p:sldLayoutId id="2147484238" r:id="rId7"/>
    <p:sldLayoutId id="2147484239" r:id="rId8"/>
    <p:sldLayoutId id="2147484240" r:id="rId9"/>
    <p:sldLayoutId id="2147484241" r:id="rId10"/>
    <p:sldLayoutId id="2147484242" r:id="rId11"/>
    <p:sldLayoutId id="2147484243" r:id="rId12"/>
    <p:sldLayoutId id="2147484244" r:id="rId13"/>
    <p:sldLayoutId id="2147484245" r:id="rId14"/>
  </p:sldLayoutIdLst>
</p:sldMaster>
</file>

<file path=ppt/slideMasters/slideMaster4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7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97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9996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97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79" name="PlaceHolder 2"/>
          <p:cNvSpPr>
            <a:spLocks noGrp="1"/>
          </p:cNvSpPr>
          <p:nvPr>
            <p:ph type="sldNum" idx="8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DC30B40-EF98-4E7C-84BC-23926CF64CCE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247" r:id="rId3"/>
    <p:sldLayoutId id="2147484248" r:id="rId4"/>
    <p:sldLayoutId id="2147484249" r:id="rId5"/>
    <p:sldLayoutId id="2147484250" r:id="rId6"/>
    <p:sldLayoutId id="2147484251" r:id="rId7"/>
    <p:sldLayoutId id="2147484252" r:id="rId8"/>
    <p:sldLayoutId id="2147484253" r:id="rId9"/>
    <p:sldLayoutId id="2147484254" r:id="rId10"/>
    <p:sldLayoutId id="2147484255" r:id="rId11"/>
    <p:sldLayoutId id="2147484256" r:id="rId12"/>
    <p:sldLayoutId id="2147484257" r:id="rId13"/>
    <p:sldLayoutId id="2147484258" r:id="rId14"/>
  </p:sldLayoutIdLst>
</p:sldMaster>
</file>

<file path=ppt/slideMasters/slideMaster4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1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01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9996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201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20" name="PlaceHolder 2"/>
          <p:cNvSpPr>
            <a:spLocks noGrp="1"/>
          </p:cNvSpPr>
          <p:nvPr>
            <p:ph type="ftr" idx="84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21" name="PlaceHolder 3"/>
          <p:cNvSpPr>
            <a:spLocks noGrp="1"/>
          </p:cNvSpPr>
          <p:nvPr>
            <p:ph type="sldNum" idx="8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8700C16-47C5-4233-8D42-E78A751D9836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260" r:id="rId3"/>
    <p:sldLayoutId id="2147484261" r:id="rId4"/>
    <p:sldLayoutId id="2147484262" r:id="rId5"/>
    <p:sldLayoutId id="2147484263" r:id="rId6"/>
    <p:sldLayoutId id="2147484264" r:id="rId7"/>
    <p:sldLayoutId id="2147484265" r:id="rId8"/>
    <p:sldLayoutId id="2147484266" r:id="rId9"/>
    <p:sldLayoutId id="2147484267" r:id="rId10"/>
    <p:sldLayoutId id="2147484268" r:id="rId11"/>
    <p:sldLayoutId id="2147484269" r:id="rId12"/>
    <p:sldLayoutId id="2147484270" r:id="rId13"/>
    <p:sldLayoutId id="2147484271" r:id="rId14"/>
  </p:sldLayoutIdLst>
</p:sldMaster>
</file>

<file path=ppt/slideMasters/slideMaster4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" name="Straight Connector 2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205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60" name="PlaceHolder 2"/>
          <p:cNvSpPr>
            <a:spLocks noGrp="1"/>
          </p:cNvSpPr>
          <p:nvPr>
            <p:ph type="sldNum" idx="8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9D01CEC-987C-4693-B9C0-15B76741E32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273" r:id="rId2"/>
    <p:sldLayoutId id="2147484274" r:id="rId3"/>
    <p:sldLayoutId id="2147484275" r:id="rId4"/>
    <p:sldLayoutId id="2147484276" r:id="rId5"/>
    <p:sldLayoutId id="2147484277" r:id="rId6"/>
    <p:sldLayoutId id="2147484278" r:id="rId7"/>
    <p:sldLayoutId id="2147484279" r:id="rId8"/>
    <p:sldLayoutId id="2147484280" r:id="rId9"/>
    <p:sldLayoutId id="2147484281" r:id="rId10"/>
    <p:sldLayoutId id="2147484282" r:id="rId11"/>
    <p:sldLayoutId id="2147484283" r:id="rId12"/>
    <p:sldLayoutId id="2147484284" r:id="rId13"/>
  </p:sldLayoutIdLst>
</p:sldMaster>
</file>

<file path=ppt/slideMasters/slideMaster5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9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09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9996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210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286" r:id="rId3"/>
    <p:sldLayoutId id="2147484287" r:id="rId4"/>
    <p:sldLayoutId id="2147484288" r:id="rId5"/>
    <p:sldLayoutId id="2147484289" r:id="rId6"/>
    <p:sldLayoutId id="2147484290" r:id="rId7"/>
    <p:sldLayoutId id="2147484291" r:id="rId8"/>
    <p:sldLayoutId id="2147484292" r:id="rId9"/>
    <p:sldLayoutId id="2147484293" r:id="rId10"/>
    <p:sldLayoutId id="2147484294" r:id="rId11"/>
    <p:sldLayoutId id="2147484295" r:id="rId12"/>
    <p:sldLayoutId id="2147484296" r:id="rId13"/>
    <p:sldLayoutId id="2147484297" r:id="rId14"/>
  </p:sldLayoutIdLst>
</p:sldMaster>
</file>

<file path=ppt/slideMasters/slideMaster5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3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13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9996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214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41" name="PlaceHolder 2"/>
          <p:cNvSpPr>
            <a:spLocks noGrp="1"/>
          </p:cNvSpPr>
          <p:nvPr>
            <p:ph type="ftr" idx="87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4840" bIns="0" anchor="t">
            <a:noAutofit/>
          </a:bodyPr>
          <a:lstStyle>
            <a:lvl1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  <a:defRPr b="0" i="1" lang="en-GB" sz="900" spc="-1" strike="noStrike">
                <a:solidFill>
                  <a:srgbClr val="002e56"/>
                </a:solidFill>
                <a:latin typeface="Times New Roman"/>
              </a:defRPr>
            </a:lvl1pPr>
          </a:lstStyle>
          <a:p>
            <a: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</a:pPr>
            <a:r>
              <a:rPr b="0" i="1" lang="en-GB" sz="900" spc="-1" strike="noStrike">
                <a:solidFill>
                  <a:srgbClr val="002e56"/>
                </a:solidFill>
                <a:latin typeface="Times New Roman"/>
              </a:rPr>
              <a:t>CONFIDENTIAL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299" r:id="rId3"/>
    <p:sldLayoutId id="2147484300" r:id="rId4"/>
    <p:sldLayoutId id="2147484301" r:id="rId5"/>
    <p:sldLayoutId id="2147484302" r:id="rId6"/>
    <p:sldLayoutId id="2147484303" r:id="rId7"/>
    <p:sldLayoutId id="2147484304" r:id="rId8"/>
    <p:sldLayoutId id="2147484305" r:id="rId9"/>
    <p:sldLayoutId id="2147484306" r:id="rId10"/>
    <p:sldLayoutId id="2147484307" r:id="rId11"/>
    <p:sldLayoutId id="2147484308" r:id="rId12"/>
    <p:sldLayoutId id="2147484309" r:id="rId13"/>
    <p:sldLayoutId id="2147484310" r:id="rId14"/>
  </p:sldLayoutIdLst>
</p:sldMaster>
</file>

<file path=ppt/slideMasters/slideMaster5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8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79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18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pic>
        <p:nvPicPr>
          <p:cNvPr id="2181" name="Picture 7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218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83" name="PlaceHolder 2"/>
          <p:cNvSpPr>
            <a:spLocks noGrp="1"/>
          </p:cNvSpPr>
          <p:nvPr>
            <p:ph type="dt" idx="88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24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400" spc="-1" strike="noStrike">
                <a:solidFill>
                  <a:srgbClr val="000000"/>
                </a:solidFill>
                <a:latin typeface="Times New Roman"/>
              </a:rPr>
              <a:t>&lt;date/time&gt;</a:t>
            </a:r>
            <a:endParaRPr b="0" lang="en-US" sz="2400" spc="-1" strike="noStrike">
              <a:latin typeface="Times New Roman"/>
            </a:endParaRPr>
          </a:p>
        </p:txBody>
      </p:sp>
      <p:sp>
        <p:nvSpPr>
          <p:cNvPr id="2184" name="PlaceHolder 3"/>
          <p:cNvSpPr>
            <a:spLocks noGrp="1"/>
          </p:cNvSpPr>
          <p:nvPr>
            <p:ph type="ftr" idx="89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7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85" name="PlaceHolder 4"/>
          <p:cNvSpPr>
            <a:spLocks noGrp="1"/>
          </p:cNvSpPr>
          <p:nvPr>
            <p:ph type="sldNum" idx="9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6812DB1-2320-45EA-9D48-EB5B234B6946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312" r:id="rId4"/>
    <p:sldLayoutId id="2147484313" r:id="rId5"/>
    <p:sldLayoutId id="2147484314" r:id="rId6"/>
    <p:sldLayoutId id="2147484315" r:id="rId7"/>
    <p:sldLayoutId id="2147484316" r:id="rId8"/>
    <p:sldLayoutId id="2147484317" r:id="rId9"/>
    <p:sldLayoutId id="2147484318" r:id="rId10"/>
    <p:sldLayoutId id="2147484319" r:id="rId11"/>
    <p:sldLayoutId id="2147484320" r:id="rId12"/>
    <p:sldLayoutId id="2147484321" r:id="rId13"/>
    <p:sldLayoutId id="2147484322" r:id="rId14"/>
    <p:sldLayoutId id="2147484323" r:id="rId15"/>
  </p:sldLayoutIdLst>
</p:sldMaster>
</file>

<file path=ppt/slideMasters/slideMaster5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23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22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22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325" r:id="rId3"/>
    <p:sldLayoutId id="2147484326" r:id="rId4"/>
    <p:sldLayoutId id="2147484327" r:id="rId5"/>
    <p:sldLayoutId id="2147484328" r:id="rId6"/>
    <p:sldLayoutId id="2147484329" r:id="rId7"/>
    <p:sldLayoutId id="2147484330" r:id="rId8"/>
    <p:sldLayoutId id="2147484331" r:id="rId9"/>
    <p:sldLayoutId id="2147484332" r:id="rId10"/>
    <p:sldLayoutId id="2147484333" r:id="rId11"/>
    <p:sldLayoutId id="2147484334" r:id="rId12"/>
    <p:sldLayoutId id="2147484335" r:id="rId13"/>
    <p:sldLayoutId id="2147484336" r:id="rId14"/>
  </p:sldLayoutIdLst>
</p:sldMaster>
</file>

<file path=ppt/slideMasters/slideMaster5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2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63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26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26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66" name="PlaceHolder 2"/>
          <p:cNvSpPr>
            <a:spLocks noGrp="1"/>
          </p:cNvSpPr>
          <p:nvPr>
            <p:ph type="sldNum" idx="9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3E72FA8-D8CE-4162-A213-F64109F04B83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338" r:id="rId3"/>
    <p:sldLayoutId id="2147484339" r:id="rId4"/>
    <p:sldLayoutId id="2147484340" r:id="rId5"/>
    <p:sldLayoutId id="2147484341" r:id="rId6"/>
    <p:sldLayoutId id="2147484342" r:id="rId7"/>
    <p:sldLayoutId id="2147484343" r:id="rId8"/>
    <p:sldLayoutId id="2147484344" r:id="rId9"/>
    <p:sldLayoutId id="2147484345" r:id="rId10"/>
    <p:sldLayoutId id="2147484346" r:id="rId11"/>
    <p:sldLayoutId id="2147484347" r:id="rId12"/>
    <p:sldLayoutId id="2147484348" r:id="rId13"/>
    <p:sldLayoutId id="2147484349" r:id="rId14"/>
  </p:sldLayoutIdLst>
</p:sldMaster>
</file>

<file path=ppt/slideMasters/slideMaster5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3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04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30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30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07" name="PlaceHolder 2"/>
          <p:cNvSpPr>
            <a:spLocks noGrp="1"/>
          </p:cNvSpPr>
          <p:nvPr>
            <p:ph type="sldNum" idx="9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44C24CD-05E6-4956-8980-C64596F87B73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351" r:id="rId3"/>
    <p:sldLayoutId id="2147484352" r:id="rId4"/>
    <p:sldLayoutId id="2147484353" r:id="rId5"/>
    <p:sldLayoutId id="2147484354" r:id="rId6"/>
    <p:sldLayoutId id="2147484355" r:id="rId7"/>
    <p:sldLayoutId id="2147484356" r:id="rId8"/>
    <p:sldLayoutId id="2147484357" r:id="rId9"/>
    <p:sldLayoutId id="2147484358" r:id="rId10"/>
    <p:sldLayoutId id="2147484359" r:id="rId11"/>
    <p:sldLayoutId id="2147484360" r:id="rId12"/>
    <p:sldLayoutId id="2147484361" r:id="rId13"/>
    <p:sldLayoutId id="2147484362" r:id="rId14"/>
  </p:sldLayoutIdLst>
</p:sldMaster>
</file>

<file path=ppt/slideMasters/slideMaster5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45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34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34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48" name="PlaceHolder 2"/>
          <p:cNvSpPr>
            <a:spLocks noGrp="1"/>
          </p:cNvSpPr>
          <p:nvPr>
            <p:ph type="ftr" idx="93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0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49" name="PlaceHolder 3"/>
          <p:cNvSpPr>
            <a:spLocks noGrp="1"/>
          </p:cNvSpPr>
          <p:nvPr>
            <p:ph type="sldNum" idx="9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EFE1751-4DE5-4A9B-B89C-26E9A42AEE77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364" r:id="rId3"/>
    <p:sldLayoutId id="2147484365" r:id="rId4"/>
    <p:sldLayoutId id="2147484366" r:id="rId5"/>
    <p:sldLayoutId id="2147484367" r:id="rId6"/>
    <p:sldLayoutId id="2147484368" r:id="rId7"/>
    <p:sldLayoutId id="2147484369" r:id="rId8"/>
    <p:sldLayoutId id="2147484370" r:id="rId9"/>
    <p:sldLayoutId id="2147484371" r:id="rId10"/>
    <p:sldLayoutId id="2147484372" r:id="rId11"/>
    <p:sldLayoutId id="2147484373" r:id="rId12"/>
    <p:sldLayoutId id="2147484374" r:id="rId13"/>
    <p:sldLayoutId id="2147484375" r:id="rId14"/>
  </p:sldLayoutIdLst>
</p:sldMaster>
</file>

<file path=ppt/slideMasters/slideMaster5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6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238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88" name="PlaceHolder 2"/>
          <p:cNvSpPr>
            <a:spLocks noGrp="1"/>
          </p:cNvSpPr>
          <p:nvPr>
            <p:ph type="sldNum" idx="9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A974933-0EDA-4AB9-B1B6-C453FFB5E50E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377" r:id="rId2"/>
    <p:sldLayoutId id="2147484378" r:id="rId3"/>
    <p:sldLayoutId id="2147484379" r:id="rId4"/>
    <p:sldLayoutId id="2147484380" r:id="rId5"/>
    <p:sldLayoutId id="2147484381" r:id="rId6"/>
    <p:sldLayoutId id="2147484382" r:id="rId7"/>
    <p:sldLayoutId id="2147484383" r:id="rId8"/>
    <p:sldLayoutId id="2147484384" r:id="rId9"/>
    <p:sldLayoutId id="2147484385" r:id="rId10"/>
    <p:sldLayoutId id="2147484386" r:id="rId11"/>
    <p:sldLayoutId id="2147484387" r:id="rId12"/>
    <p:sldLayoutId id="2147484388" r:id="rId13"/>
  </p:sldLayoutIdLst>
</p:sldMaster>
</file>

<file path=ppt/slideMasters/slideMaster5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5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26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42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42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390" r:id="rId3"/>
    <p:sldLayoutId id="2147484391" r:id="rId4"/>
    <p:sldLayoutId id="2147484392" r:id="rId5"/>
    <p:sldLayoutId id="2147484393" r:id="rId6"/>
    <p:sldLayoutId id="2147484394" r:id="rId7"/>
    <p:sldLayoutId id="2147484395" r:id="rId8"/>
    <p:sldLayoutId id="2147484396" r:id="rId9"/>
    <p:sldLayoutId id="2147484397" r:id="rId10"/>
    <p:sldLayoutId id="2147484398" r:id="rId11"/>
    <p:sldLayoutId id="2147484399" r:id="rId12"/>
    <p:sldLayoutId id="2147484400" r:id="rId13"/>
    <p:sldLayoutId id="2147484401" r:id="rId14"/>
  </p:sldLayoutIdLst>
</p:sldMaster>
</file>

<file path=ppt/slideMasters/slideMaster5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5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66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46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46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69" name="PlaceHolder 2"/>
          <p:cNvSpPr>
            <a:spLocks noGrp="1"/>
          </p:cNvSpPr>
          <p:nvPr>
            <p:ph type="sldNum" idx="96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B8E0E44-801E-443F-B80E-235C02C1D96C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403" r:id="rId3"/>
    <p:sldLayoutId id="2147484404" r:id="rId4"/>
    <p:sldLayoutId id="2147484405" r:id="rId5"/>
    <p:sldLayoutId id="2147484406" r:id="rId6"/>
    <p:sldLayoutId id="2147484407" r:id="rId7"/>
    <p:sldLayoutId id="2147484408" r:id="rId8"/>
    <p:sldLayoutId id="2147484409" r:id="rId9"/>
    <p:sldLayoutId id="2147484410" r:id="rId10"/>
    <p:sldLayoutId id="2147484411" r:id="rId11"/>
    <p:sldLayoutId id="2147484412" r:id="rId12"/>
    <p:sldLayoutId id="2147484413" r:id="rId13"/>
    <p:sldLayoutId id="2147484414" r:id="rId14"/>
  </p:sldLayoutIdLst>
</p:sldMaster>
</file>

<file path=ppt/slideMasters/slideMaster6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6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07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50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50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10" name="PlaceHolder 2"/>
          <p:cNvSpPr>
            <a:spLocks noGrp="1"/>
          </p:cNvSpPr>
          <p:nvPr>
            <p:ph type="sldNum" idx="97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BEE7CE5-0E6C-453C-A03B-726BD56E3941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416" r:id="rId3"/>
    <p:sldLayoutId id="2147484417" r:id="rId4"/>
    <p:sldLayoutId id="2147484418" r:id="rId5"/>
    <p:sldLayoutId id="2147484419" r:id="rId6"/>
    <p:sldLayoutId id="2147484420" r:id="rId7"/>
    <p:sldLayoutId id="2147484421" r:id="rId8"/>
    <p:sldLayoutId id="2147484422" r:id="rId9"/>
    <p:sldLayoutId id="2147484423" r:id="rId10"/>
    <p:sldLayoutId id="2147484424" r:id="rId11"/>
    <p:sldLayoutId id="2147484425" r:id="rId12"/>
    <p:sldLayoutId id="2147484426" r:id="rId13"/>
    <p:sldLayoutId id="2147484427" r:id="rId14"/>
  </p:sldLayoutIdLst>
</p:sldMaster>
</file>

<file path=ppt/slideMasters/slideMaster6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7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48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54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55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51" name="PlaceHolder 2"/>
          <p:cNvSpPr>
            <a:spLocks noGrp="1"/>
          </p:cNvSpPr>
          <p:nvPr>
            <p:ph type="sldNum" idx="98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DD807E7-F8DC-4A6C-9CD8-336AEF79CF9A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429" r:id="rId3"/>
    <p:sldLayoutId id="2147484430" r:id="rId4"/>
    <p:sldLayoutId id="2147484431" r:id="rId5"/>
    <p:sldLayoutId id="2147484432" r:id="rId6"/>
    <p:sldLayoutId id="2147484433" r:id="rId7"/>
    <p:sldLayoutId id="2147484434" r:id="rId8"/>
    <p:sldLayoutId id="2147484435" r:id="rId9"/>
    <p:sldLayoutId id="2147484436" r:id="rId10"/>
    <p:sldLayoutId id="2147484437" r:id="rId11"/>
    <p:sldLayoutId id="2147484438" r:id="rId12"/>
    <p:sldLayoutId id="2147484439" r:id="rId13"/>
    <p:sldLayoutId id="2147484440" r:id="rId14"/>
  </p:sldLayoutIdLst>
</p:sldMaster>
</file>

<file path=ppt/slideMasters/slideMaster6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8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89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59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59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92" name="PlaceHolder 2"/>
          <p:cNvSpPr>
            <a:spLocks noGrp="1"/>
          </p:cNvSpPr>
          <p:nvPr>
            <p:ph type="sldNum" idx="99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4E10EAC-3785-48F3-BF49-7638F2DED2CE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442" r:id="rId3"/>
    <p:sldLayoutId id="2147484443" r:id="rId4"/>
    <p:sldLayoutId id="2147484444" r:id="rId5"/>
    <p:sldLayoutId id="2147484445" r:id="rId6"/>
    <p:sldLayoutId id="2147484446" r:id="rId7"/>
    <p:sldLayoutId id="2147484447" r:id="rId8"/>
    <p:sldLayoutId id="2147484448" r:id="rId9"/>
    <p:sldLayoutId id="2147484449" r:id="rId10"/>
    <p:sldLayoutId id="2147484450" r:id="rId11"/>
    <p:sldLayoutId id="2147484451" r:id="rId12"/>
    <p:sldLayoutId id="2147484452" r:id="rId13"/>
    <p:sldLayoutId id="2147484453" r:id="rId14"/>
  </p:sldLayoutIdLst>
</p:sldMaster>
</file>

<file path=ppt/slideMasters/slideMaster6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9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30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63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63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33" name="PlaceHolder 2"/>
          <p:cNvSpPr>
            <a:spLocks noGrp="1"/>
          </p:cNvSpPr>
          <p:nvPr>
            <p:ph type="sldNum" idx="100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F6BB813-45C0-4D92-B933-AF9E79989A94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455" r:id="rId3"/>
    <p:sldLayoutId id="2147484456" r:id="rId4"/>
    <p:sldLayoutId id="2147484457" r:id="rId5"/>
    <p:sldLayoutId id="2147484458" r:id="rId6"/>
    <p:sldLayoutId id="2147484459" r:id="rId7"/>
    <p:sldLayoutId id="2147484460" r:id="rId8"/>
    <p:sldLayoutId id="2147484461" r:id="rId9"/>
    <p:sldLayoutId id="2147484462" r:id="rId10"/>
    <p:sldLayoutId id="2147484463" r:id="rId11"/>
    <p:sldLayoutId id="2147484464" r:id="rId12"/>
    <p:sldLayoutId id="2147484465" r:id="rId13"/>
    <p:sldLayoutId id="2147484466" r:id="rId14"/>
  </p:sldLayoutIdLst>
</p:sldMaster>
</file>

<file path=ppt/slideMasters/slideMaster6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0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71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67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2970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67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74" name="PlaceHolder 2"/>
          <p:cNvSpPr>
            <a:spLocks noGrp="1"/>
          </p:cNvSpPr>
          <p:nvPr>
            <p:ph type="sldNum" idx="101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7480E1C-40B1-41C4-A35A-0A22A796B230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468" r:id="rId3"/>
    <p:sldLayoutId id="2147484469" r:id="rId4"/>
    <p:sldLayoutId id="2147484470" r:id="rId5"/>
    <p:sldLayoutId id="2147484471" r:id="rId6"/>
    <p:sldLayoutId id="2147484472" r:id="rId7"/>
    <p:sldLayoutId id="2147484473" r:id="rId8"/>
    <p:sldLayoutId id="2147484474" r:id="rId9"/>
    <p:sldLayoutId id="2147484475" r:id="rId10"/>
    <p:sldLayoutId id="2147484476" r:id="rId11"/>
    <p:sldLayoutId id="2147484477" r:id="rId12"/>
    <p:sldLayoutId id="2147484478" r:id="rId13"/>
    <p:sldLayoutId id="2147484479" r:id="rId14"/>
  </p:sldLayoutIdLst>
</p:sldMaster>
</file>

<file path=ppt/slideMasters/slideMaster6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1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71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739800"/>
            <a:ext cx="13856040" cy="582480"/>
          </a:xfrm>
          <a:prstGeom prst="rect">
            <a:avLst/>
          </a:prstGeom>
          <a:ln w="0">
            <a:noFill/>
          </a:ln>
        </p:spPr>
      </p:pic>
      <p:pic>
        <p:nvPicPr>
          <p:cNvPr id="2714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271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1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17" name="PlaceHolder 3"/>
          <p:cNvSpPr>
            <a:spLocks noGrp="1"/>
          </p:cNvSpPr>
          <p:nvPr>
            <p:ph type="dt" idx="102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18" name="PlaceHolder 4"/>
          <p:cNvSpPr>
            <a:spLocks noGrp="1"/>
          </p:cNvSpPr>
          <p:nvPr>
            <p:ph type="ftr" idx="103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19" name="PlaceHolder 5"/>
          <p:cNvSpPr>
            <a:spLocks noGrp="1"/>
          </p:cNvSpPr>
          <p:nvPr>
            <p:ph type="sldNum" idx="10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C48F0B2-E5DA-4249-AA7B-1EAD82CA0ACE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481" r:id="rId4"/>
    <p:sldLayoutId id="2147484482" r:id="rId5"/>
    <p:sldLayoutId id="2147484483" r:id="rId6"/>
    <p:sldLayoutId id="2147484484" r:id="rId7"/>
    <p:sldLayoutId id="2147484485" r:id="rId8"/>
    <p:sldLayoutId id="2147484486" r:id="rId9"/>
    <p:sldLayoutId id="2147484487" r:id="rId10"/>
    <p:sldLayoutId id="2147484488" r:id="rId11"/>
    <p:sldLayoutId id="2147484489" r:id="rId12"/>
    <p:sldLayoutId id="2147484490" r:id="rId13"/>
    <p:sldLayoutId id="2147484491" r:id="rId14"/>
    <p:sldLayoutId id="2147484492" r:id="rId15"/>
  </p:sldLayoutIdLst>
</p:sldMaster>
</file>

<file path=ppt/slideMasters/slideMaster6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5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75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7398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75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6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761" name="PlaceHolder 3"/>
          <p:cNvSpPr>
            <a:spLocks noGrp="1"/>
          </p:cNvSpPr>
          <p:nvPr>
            <p:ph type="sldNum" idx="105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7D09729-A7BC-44DA-8740-FD19B7F28CEA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494" r:id="rId3"/>
    <p:sldLayoutId id="2147484495" r:id="rId4"/>
    <p:sldLayoutId id="2147484496" r:id="rId5"/>
    <p:sldLayoutId id="2147484497" r:id="rId6"/>
    <p:sldLayoutId id="2147484498" r:id="rId7"/>
    <p:sldLayoutId id="2147484499" r:id="rId8"/>
    <p:sldLayoutId id="2147484500" r:id="rId9"/>
    <p:sldLayoutId id="2147484501" r:id="rId10"/>
    <p:sldLayoutId id="2147484502" r:id="rId11"/>
    <p:sldLayoutId id="2147484503" r:id="rId12"/>
    <p:sldLayoutId id="2147484504" r:id="rId13"/>
    <p:sldLayoutId id="2147484505" r:id="rId14"/>
  </p:sldLayoutIdLst>
</p:sldMaster>
</file>

<file path=ppt/slideMasters/slideMaster6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9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80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7398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80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0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03" name="PlaceHolder 3"/>
          <p:cNvSpPr>
            <a:spLocks noGrp="1"/>
          </p:cNvSpPr>
          <p:nvPr>
            <p:ph type="sldNum" idx="10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7EFF408-C3F6-4F7B-B28D-9AA2D4DC4569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507" r:id="rId3"/>
    <p:sldLayoutId id="2147484508" r:id="rId4"/>
    <p:sldLayoutId id="2147484509" r:id="rId5"/>
    <p:sldLayoutId id="2147484510" r:id="rId6"/>
    <p:sldLayoutId id="2147484511" r:id="rId7"/>
    <p:sldLayoutId id="2147484512" r:id="rId8"/>
    <p:sldLayoutId id="2147484513" r:id="rId9"/>
    <p:sldLayoutId id="2147484514" r:id="rId10"/>
    <p:sldLayoutId id="2147484515" r:id="rId11"/>
    <p:sldLayoutId id="2147484516" r:id="rId12"/>
    <p:sldLayoutId id="2147484517" r:id="rId13"/>
    <p:sldLayoutId id="2147484518" r:id="rId14"/>
  </p:sldLayoutIdLst>
</p:sldMaster>
</file>

<file path=ppt/slideMasters/slideMaster6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4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84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7398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84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4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45" name="PlaceHolder 3"/>
          <p:cNvSpPr>
            <a:spLocks noGrp="1"/>
          </p:cNvSpPr>
          <p:nvPr>
            <p:ph type="sldNum" idx="10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6857A60-EB5A-44A5-BDB3-9D227B9757C1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520" r:id="rId3"/>
    <p:sldLayoutId id="2147484521" r:id="rId4"/>
    <p:sldLayoutId id="2147484522" r:id="rId5"/>
    <p:sldLayoutId id="2147484523" r:id="rId6"/>
    <p:sldLayoutId id="2147484524" r:id="rId7"/>
    <p:sldLayoutId id="2147484525" r:id="rId8"/>
    <p:sldLayoutId id="2147484526" r:id="rId9"/>
    <p:sldLayoutId id="2147484527" r:id="rId10"/>
    <p:sldLayoutId id="2147484528" r:id="rId11"/>
    <p:sldLayoutId id="2147484529" r:id="rId12"/>
    <p:sldLayoutId id="2147484530" r:id="rId13"/>
    <p:sldLayoutId id="2147484531" r:id="rId14"/>
  </p:sldLayoutIdLst>
</p:sldMaster>
</file>

<file path=ppt/slideMasters/slideMaster6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8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88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7398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88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8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887" name="PlaceHolder 3"/>
          <p:cNvSpPr>
            <a:spLocks noGrp="1"/>
          </p:cNvSpPr>
          <p:nvPr>
            <p:ph type="ftr" idx="108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88" name="PlaceHolder 4"/>
          <p:cNvSpPr>
            <a:spLocks noGrp="1"/>
          </p:cNvSpPr>
          <p:nvPr>
            <p:ph type="sldNum" idx="10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5889634-9B3F-4CC2-BC83-60208648350A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533" r:id="rId3"/>
    <p:sldLayoutId id="2147484534" r:id="rId4"/>
    <p:sldLayoutId id="2147484535" r:id="rId5"/>
    <p:sldLayoutId id="2147484536" r:id="rId6"/>
    <p:sldLayoutId id="2147484537" r:id="rId7"/>
    <p:sldLayoutId id="2147484538" r:id="rId8"/>
    <p:sldLayoutId id="2147484539" r:id="rId9"/>
    <p:sldLayoutId id="2147484540" r:id="rId10"/>
    <p:sldLayoutId id="2147484541" r:id="rId11"/>
    <p:sldLayoutId id="2147484542" r:id="rId12"/>
    <p:sldLayoutId id="2147484543" r:id="rId13"/>
    <p:sldLayoutId id="2147484544" r:id="rId14"/>
  </p:sldLayoutIdLst>
</p:sldMaster>
</file>

<file path=ppt/slideMasters/slideMaster7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5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292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2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2928" name="PlaceHolder 3"/>
          <p:cNvSpPr>
            <a:spLocks noGrp="1"/>
          </p:cNvSpPr>
          <p:nvPr>
            <p:ph type="sldNum" idx="11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38CADCC-EA80-4B63-AF31-4E85412CC9B2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546" r:id="rId2"/>
    <p:sldLayoutId id="2147484547" r:id="rId3"/>
    <p:sldLayoutId id="2147484548" r:id="rId4"/>
    <p:sldLayoutId id="2147484549" r:id="rId5"/>
    <p:sldLayoutId id="2147484550" r:id="rId6"/>
    <p:sldLayoutId id="2147484551" r:id="rId7"/>
    <p:sldLayoutId id="2147484552" r:id="rId8"/>
    <p:sldLayoutId id="2147484553" r:id="rId9"/>
    <p:sldLayoutId id="2147484554" r:id="rId10"/>
    <p:sldLayoutId id="2147484555" r:id="rId11"/>
    <p:sldLayoutId id="2147484556" r:id="rId12"/>
    <p:sldLayoutId id="2147484557" r:id="rId13"/>
  </p:sldLayoutIdLst>
</p:sldMaster>
</file>

<file path=ppt/slideMasters/slideMaster7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6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96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7398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296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6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559" r:id="rId3"/>
    <p:sldLayoutId id="2147484560" r:id="rId4"/>
    <p:sldLayoutId id="2147484561" r:id="rId5"/>
    <p:sldLayoutId id="2147484562" r:id="rId6"/>
    <p:sldLayoutId id="2147484563" r:id="rId7"/>
    <p:sldLayoutId id="2147484564" r:id="rId8"/>
    <p:sldLayoutId id="2147484565" r:id="rId9"/>
    <p:sldLayoutId id="2147484566" r:id="rId10"/>
    <p:sldLayoutId id="2147484567" r:id="rId11"/>
    <p:sldLayoutId id="2147484568" r:id="rId12"/>
    <p:sldLayoutId id="2147484569" r:id="rId13"/>
    <p:sldLayoutId id="2147484570" r:id="rId14"/>
  </p:sldLayoutIdLst>
</p:sldMaster>
</file>

<file path=ppt/slideMasters/slideMaster7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0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00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739800"/>
            <a:ext cx="13856040" cy="582480"/>
          </a:xfrm>
          <a:prstGeom prst="rect">
            <a:avLst/>
          </a:prstGeom>
          <a:ln w="0">
            <a:noFill/>
          </a:ln>
        </p:spPr>
      </p:pic>
      <p:sp>
        <p:nvSpPr>
          <p:cNvPr id="300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1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11" name="PlaceHolder 3"/>
          <p:cNvSpPr>
            <a:spLocks noGrp="1"/>
          </p:cNvSpPr>
          <p:nvPr>
            <p:ph type="ftr" idx="111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4840" bIns="0" anchor="t">
            <a:noAutofit/>
          </a:bodyPr>
          <a:lstStyle>
            <a:lvl1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  <a:defRPr b="0" i="1" lang="en-GB" sz="900" spc="-1" strike="noStrike">
                <a:solidFill>
                  <a:srgbClr val="002e56"/>
                </a:solidFill>
                <a:latin typeface="Times New Roman"/>
              </a:defRPr>
            </a:lvl1pPr>
          </a:lstStyle>
          <a:p>
            <a: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</a:pPr>
            <a:r>
              <a:rPr b="0" i="1" lang="en-GB" sz="900" spc="-1" strike="noStrike">
                <a:solidFill>
                  <a:srgbClr val="002e56"/>
                </a:solidFill>
                <a:latin typeface="Times New Roman"/>
              </a:rPr>
              <a:t>CONFIDENTIAL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572" r:id="rId3"/>
    <p:sldLayoutId id="2147484573" r:id="rId4"/>
    <p:sldLayoutId id="2147484574" r:id="rId5"/>
    <p:sldLayoutId id="2147484575" r:id="rId6"/>
    <p:sldLayoutId id="2147484576" r:id="rId7"/>
    <p:sldLayoutId id="2147484577" r:id="rId8"/>
    <p:sldLayoutId id="2147484578" r:id="rId9"/>
    <p:sldLayoutId id="2147484579" r:id="rId10"/>
    <p:sldLayoutId id="2147484580" r:id="rId11"/>
    <p:sldLayoutId id="2147484581" r:id="rId12"/>
    <p:sldLayoutId id="2147484582" r:id="rId13"/>
    <p:sldLayoutId id="2147484583" r:id="rId14"/>
  </p:sldLayoutIdLst>
</p:sldMaster>
</file>

<file path=ppt/slideMasters/slideMaster7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48" name="Picture 24" descr="layout1"/>
          <p:cNvPicPr/>
          <p:nvPr/>
        </p:nvPicPr>
        <p:blipFill>
          <a:blip r:embed="rId2"/>
          <a:stretch/>
        </p:blipFill>
        <p:spPr>
          <a:xfrm>
            <a:off x="0" y="0"/>
            <a:ext cx="15840000" cy="7543800"/>
          </a:xfrm>
          <a:prstGeom prst="rect">
            <a:avLst/>
          </a:prstGeom>
          <a:ln w="0">
            <a:noFill/>
          </a:ln>
        </p:spPr>
      </p:pic>
      <p:sp>
        <p:nvSpPr>
          <p:cNvPr id="3049" name="Rectangle 2"/>
          <p:cNvSpPr/>
          <p:nvPr/>
        </p:nvSpPr>
        <p:spPr>
          <a:xfrm>
            <a:off x="1108080" y="3657600"/>
            <a:ext cx="13679640" cy="1203480"/>
          </a:xfrm>
          <a:prstGeom prst="rect">
            <a:avLst/>
          </a:prstGeom>
          <a:solidFill>
            <a:srgbClr val="00206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3050" name="Line 20"/>
          <p:cNvSpPr/>
          <p:nvPr/>
        </p:nvSpPr>
        <p:spPr>
          <a:xfrm>
            <a:off x="2319480" y="4257720"/>
            <a:ext cx="11268000" cy="1440"/>
          </a:xfrm>
          <a:prstGeom prst="line">
            <a:avLst/>
          </a:prstGeom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</p:sp>
      <p:pic>
        <p:nvPicPr>
          <p:cNvPr id="3051" name="Picture 22" descr=""/>
          <p:cNvPicPr/>
          <p:nvPr/>
        </p:nvPicPr>
        <p:blipFill>
          <a:blip r:embed="rId3"/>
          <a:stretch/>
        </p:blipFill>
        <p:spPr>
          <a:xfrm>
            <a:off x="5919840" y="905040"/>
            <a:ext cx="3965400" cy="2160360"/>
          </a:xfrm>
          <a:prstGeom prst="rect">
            <a:avLst/>
          </a:prstGeom>
          <a:ln w="0">
            <a:noFill/>
          </a:ln>
        </p:spPr>
      </p:pic>
      <p:sp>
        <p:nvSpPr>
          <p:cNvPr id="3052" name="Rectangle 19"/>
          <p:cNvSpPr/>
          <p:nvPr/>
        </p:nvSpPr>
        <p:spPr>
          <a:xfrm>
            <a:off x="2143080" y="3920760"/>
            <a:ext cx="11482560" cy="305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algn="ctr">
              <a:tabLst>
                <a:tab algn="l" pos="0"/>
                <a:tab algn="l" pos="885960"/>
                <a:tab algn="l" pos="1771560"/>
                <a:tab algn="l" pos="2657520"/>
                <a:tab algn="l" pos="3543480"/>
                <a:tab algn="l" pos="4429080"/>
                <a:tab algn="l" pos="5315040"/>
                <a:tab algn="l" pos="6200640"/>
                <a:tab algn="l" pos="7086600"/>
                <a:tab algn="l" pos="7972560"/>
                <a:tab algn="l" pos="8858160"/>
                <a:tab algn="l" pos="9744120"/>
                <a:tab algn="l" pos="10630080"/>
              </a:tabLst>
            </a:pPr>
            <a:r>
              <a:rPr b="1" lang="en-GB" sz="2000" spc="-1" strike="noStrike">
                <a:solidFill>
                  <a:srgbClr val="ffffff"/>
                </a:solidFill>
                <a:latin typeface="Arial"/>
              </a:rPr>
              <a:t>Refining and Marketing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5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5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585" r:id="rId4"/>
    <p:sldLayoutId id="2147484586" r:id="rId5"/>
    <p:sldLayoutId id="2147484587" r:id="rId6"/>
    <p:sldLayoutId id="2147484588" r:id="rId7"/>
    <p:sldLayoutId id="2147484589" r:id="rId8"/>
    <p:sldLayoutId id="2147484590" r:id="rId9"/>
    <p:sldLayoutId id="2147484591" r:id="rId10"/>
    <p:sldLayoutId id="2147484592" r:id="rId11"/>
    <p:sldLayoutId id="2147484593" r:id="rId12"/>
    <p:sldLayoutId id="2147484594" r:id="rId13"/>
    <p:sldLayoutId id="2147484595" r:id="rId14"/>
    <p:sldLayoutId id="2147484596" r:id="rId15"/>
  </p:sldLayoutIdLst>
</p:sldMaster>
</file>

<file path=ppt/slideMasters/slideMaster7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9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09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3094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309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9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097" name="PlaceHolder 3"/>
          <p:cNvSpPr>
            <a:spLocks noGrp="1"/>
          </p:cNvSpPr>
          <p:nvPr>
            <p:ph type="dt" idx="112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98" name="PlaceHolder 4"/>
          <p:cNvSpPr>
            <a:spLocks noGrp="1"/>
          </p:cNvSpPr>
          <p:nvPr>
            <p:ph type="ftr" idx="113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99" name="PlaceHolder 5"/>
          <p:cNvSpPr>
            <a:spLocks noGrp="1"/>
          </p:cNvSpPr>
          <p:nvPr>
            <p:ph type="sldNum" idx="11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A8B3995-8F8D-446D-97CE-59163B121D53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598" r:id="rId4"/>
    <p:sldLayoutId id="2147484599" r:id="rId5"/>
    <p:sldLayoutId id="2147484600" r:id="rId6"/>
    <p:sldLayoutId id="2147484601" r:id="rId7"/>
    <p:sldLayoutId id="2147484602" r:id="rId8"/>
    <p:sldLayoutId id="2147484603" r:id="rId9"/>
    <p:sldLayoutId id="2147484604" r:id="rId10"/>
    <p:sldLayoutId id="2147484605" r:id="rId11"/>
    <p:sldLayoutId id="2147484606" r:id="rId12"/>
    <p:sldLayoutId id="2147484607" r:id="rId13"/>
    <p:sldLayoutId id="2147484608" r:id="rId14"/>
    <p:sldLayoutId id="2147484609" r:id="rId15"/>
  </p:sldLayoutIdLst>
</p:sldMaster>
</file>

<file path=ppt/slideMasters/slideMaster7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3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13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13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4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41" name="PlaceHolder 3"/>
          <p:cNvSpPr>
            <a:spLocks noGrp="1"/>
          </p:cNvSpPr>
          <p:nvPr>
            <p:ph type="sldNum" idx="115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8CA5490-1E76-4E3A-B3B7-D3F2747F0D37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611" r:id="rId3"/>
    <p:sldLayoutId id="2147484612" r:id="rId4"/>
    <p:sldLayoutId id="2147484613" r:id="rId5"/>
    <p:sldLayoutId id="2147484614" r:id="rId6"/>
    <p:sldLayoutId id="2147484615" r:id="rId7"/>
    <p:sldLayoutId id="2147484616" r:id="rId8"/>
    <p:sldLayoutId id="2147484617" r:id="rId9"/>
    <p:sldLayoutId id="2147484618" r:id="rId10"/>
    <p:sldLayoutId id="2147484619" r:id="rId11"/>
    <p:sldLayoutId id="2147484620" r:id="rId12"/>
    <p:sldLayoutId id="2147484621" r:id="rId13"/>
    <p:sldLayoutId id="2147484622" r:id="rId14"/>
  </p:sldLayoutIdLst>
</p:sldMaster>
</file>

<file path=ppt/slideMasters/slideMaster7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7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18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18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8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183" name="PlaceHolder 3"/>
          <p:cNvSpPr>
            <a:spLocks noGrp="1"/>
          </p:cNvSpPr>
          <p:nvPr>
            <p:ph type="sldNum" idx="11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95455B1-D74C-4B8B-835D-4FE7DA2519FE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624" r:id="rId3"/>
    <p:sldLayoutId id="2147484625" r:id="rId4"/>
    <p:sldLayoutId id="2147484626" r:id="rId5"/>
    <p:sldLayoutId id="2147484627" r:id="rId6"/>
    <p:sldLayoutId id="2147484628" r:id="rId7"/>
    <p:sldLayoutId id="2147484629" r:id="rId8"/>
    <p:sldLayoutId id="2147484630" r:id="rId9"/>
    <p:sldLayoutId id="2147484631" r:id="rId10"/>
    <p:sldLayoutId id="2147484632" r:id="rId11"/>
    <p:sldLayoutId id="2147484633" r:id="rId12"/>
    <p:sldLayoutId id="2147484634" r:id="rId13"/>
    <p:sldLayoutId id="2147484635" r:id="rId14"/>
  </p:sldLayoutIdLst>
</p:sldMaster>
</file>

<file path=ppt/slideMasters/slideMaster7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2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22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22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2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25" name="PlaceHolder 3"/>
          <p:cNvSpPr>
            <a:spLocks noGrp="1"/>
          </p:cNvSpPr>
          <p:nvPr>
            <p:ph type="sldNum" idx="11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8AD1D6F-32E4-4F67-B843-BD225ECDCB8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637" r:id="rId3"/>
    <p:sldLayoutId id="2147484638" r:id="rId4"/>
    <p:sldLayoutId id="2147484639" r:id="rId5"/>
    <p:sldLayoutId id="2147484640" r:id="rId6"/>
    <p:sldLayoutId id="2147484641" r:id="rId7"/>
    <p:sldLayoutId id="2147484642" r:id="rId8"/>
    <p:sldLayoutId id="2147484643" r:id="rId9"/>
    <p:sldLayoutId id="2147484644" r:id="rId10"/>
    <p:sldLayoutId id="2147484645" r:id="rId11"/>
    <p:sldLayoutId id="2147484646" r:id="rId12"/>
    <p:sldLayoutId id="2147484647" r:id="rId13"/>
    <p:sldLayoutId id="2147484648" r:id="rId14"/>
  </p:sldLayoutIdLst>
</p:sldMaster>
</file>

<file path=ppt/slideMasters/slideMaster7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6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26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26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6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267" name="PlaceHolder 3"/>
          <p:cNvSpPr>
            <a:spLocks noGrp="1"/>
          </p:cNvSpPr>
          <p:nvPr>
            <p:ph type="ftr" idx="118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68" name="PlaceHolder 4"/>
          <p:cNvSpPr>
            <a:spLocks noGrp="1"/>
          </p:cNvSpPr>
          <p:nvPr>
            <p:ph type="sldNum" idx="11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904AF18-8504-45AC-AC68-FCF40167619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650" r:id="rId3"/>
    <p:sldLayoutId id="2147484651" r:id="rId4"/>
    <p:sldLayoutId id="2147484652" r:id="rId5"/>
    <p:sldLayoutId id="2147484653" r:id="rId6"/>
    <p:sldLayoutId id="2147484654" r:id="rId7"/>
    <p:sldLayoutId id="2147484655" r:id="rId8"/>
    <p:sldLayoutId id="2147484656" r:id="rId9"/>
    <p:sldLayoutId id="2147484657" r:id="rId10"/>
    <p:sldLayoutId id="2147484658" r:id="rId11"/>
    <p:sldLayoutId id="2147484659" r:id="rId12"/>
    <p:sldLayoutId id="2147484660" r:id="rId13"/>
    <p:sldLayoutId id="2147484661" r:id="rId14"/>
  </p:sldLayoutIdLst>
</p:sldMaster>
</file>

<file path=ppt/slideMasters/slideMaster7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5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330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0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08" name="PlaceHolder 3"/>
          <p:cNvSpPr>
            <a:spLocks noGrp="1"/>
          </p:cNvSpPr>
          <p:nvPr>
            <p:ph type="sldNum" idx="12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403AC29-EDB2-4441-85A8-3650E67C8326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663" r:id="rId2"/>
    <p:sldLayoutId id="2147484664" r:id="rId3"/>
    <p:sldLayoutId id="2147484665" r:id="rId4"/>
    <p:sldLayoutId id="2147484666" r:id="rId5"/>
    <p:sldLayoutId id="2147484667" r:id="rId6"/>
    <p:sldLayoutId id="2147484668" r:id="rId7"/>
    <p:sldLayoutId id="2147484669" r:id="rId8"/>
    <p:sldLayoutId id="2147484670" r:id="rId9"/>
    <p:sldLayoutId id="2147484671" r:id="rId10"/>
    <p:sldLayoutId id="2147484672" r:id="rId11"/>
    <p:sldLayoutId id="2147484673" r:id="rId12"/>
    <p:sldLayoutId id="2147484674" r:id="rId13"/>
  </p:sldLayoutIdLst>
</p:sldMaster>
</file>

<file path=ppt/slideMasters/slideMaster8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4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34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34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4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676" r:id="rId3"/>
    <p:sldLayoutId id="2147484677" r:id="rId4"/>
    <p:sldLayoutId id="2147484678" r:id="rId5"/>
    <p:sldLayoutId id="2147484679" r:id="rId6"/>
    <p:sldLayoutId id="2147484680" r:id="rId7"/>
    <p:sldLayoutId id="2147484681" r:id="rId8"/>
    <p:sldLayoutId id="2147484682" r:id="rId9"/>
    <p:sldLayoutId id="2147484683" r:id="rId10"/>
    <p:sldLayoutId id="2147484684" r:id="rId11"/>
    <p:sldLayoutId id="2147484685" r:id="rId12"/>
    <p:sldLayoutId id="2147484686" r:id="rId13"/>
    <p:sldLayoutId id="2147484687" r:id="rId14"/>
  </p:sldLayoutIdLst>
</p:sldMaster>
</file>

<file path=ppt/slideMasters/slideMaster8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8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38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3389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339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9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392" name="PlaceHolder 3"/>
          <p:cNvSpPr>
            <a:spLocks noGrp="1"/>
          </p:cNvSpPr>
          <p:nvPr>
            <p:ph type="dt" idx="121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93" name="PlaceHolder 4"/>
          <p:cNvSpPr>
            <a:spLocks noGrp="1"/>
          </p:cNvSpPr>
          <p:nvPr>
            <p:ph type="ftr" idx="122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94" name="PlaceHolder 5"/>
          <p:cNvSpPr>
            <a:spLocks noGrp="1"/>
          </p:cNvSpPr>
          <p:nvPr>
            <p:ph type="sldNum" idx="12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84FA7D9-4D36-46E6-AE77-675945099D82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689" r:id="rId4"/>
    <p:sldLayoutId id="2147484690" r:id="rId5"/>
    <p:sldLayoutId id="2147484691" r:id="rId6"/>
    <p:sldLayoutId id="2147484692" r:id="rId7"/>
    <p:sldLayoutId id="2147484693" r:id="rId8"/>
    <p:sldLayoutId id="2147484694" r:id="rId9"/>
    <p:sldLayoutId id="2147484695" r:id="rId10"/>
    <p:sldLayoutId id="2147484696" r:id="rId11"/>
    <p:sldLayoutId id="2147484697" r:id="rId12"/>
    <p:sldLayoutId id="2147484698" r:id="rId13"/>
    <p:sldLayoutId id="2147484699" r:id="rId14"/>
    <p:sldLayoutId id="2147484700" r:id="rId15"/>
  </p:sldLayoutIdLst>
</p:sldMaster>
</file>

<file path=ppt/slideMasters/slideMaster8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3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43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43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3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36" name="PlaceHolder 3"/>
          <p:cNvSpPr>
            <a:spLocks noGrp="1"/>
          </p:cNvSpPr>
          <p:nvPr>
            <p:ph type="sldNum" idx="124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E43B9E1-5974-4C42-A20C-9E05B266B4EA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702" r:id="rId3"/>
    <p:sldLayoutId id="2147484703" r:id="rId4"/>
    <p:sldLayoutId id="2147484704" r:id="rId5"/>
    <p:sldLayoutId id="2147484705" r:id="rId6"/>
    <p:sldLayoutId id="2147484706" r:id="rId7"/>
    <p:sldLayoutId id="2147484707" r:id="rId8"/>
    <p:sldLayoutId id="2147484708" r:id="rId9"/>
    <p:sldLayoutId id="2147484709" r:id="rId10"/>
    <p:sldLayoutId id="2147484710" r:id="rId11"/>
    <p:sldLayoutId id="2147484711" r:id="rId12"/>
    <p:sldLayoutId id="2147484712" r:id="rId13"/>
    <p:sldLayoutId id="2147484713" r:id="rId14"/>
  </p:sldLayoutIdLst>
</p:sldMaster>
</file>

<file path=ppt/slideMasters/slideMaster8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7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47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47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7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478" name="PlaceHolder 3"/>
          <p:cNvSpPr>
            <a:spLocks noGrp="1"/>
          </p:cNvSpPr>
          <p:nvPr>
            <p:ph type="sldNum" idx="12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FD37392-179A-425D-8B5D-C69050CA8137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715" r:id="rId3"/>
    <p:sldLayoutId id="2147484716" r:id="rId4"/>
    <p:sldLayoutId id="2147484717" r:id="rId5"/>
    <p:sldLayoutId id="2147484718" r:id="rId6"/>
    <p:sldLayoutId id="2147484719" r:id="rId7"/>
    <p:sldLayoutId id="2147484720" r:id="rId8"/>
    <p:sldLayoutId id="2147484721" r:id="rId9"/>
    <p:sldLayoutId id="2147484722" r:id="rId10"/>
    <p:sldLayoutId id="2147484723" r:id="rId11"/>
    <p:sldLayoutId id="2147484724" r:id="rId12"/>
    <p:sldLayoutId id="2147484725" r:id="rId13"/>
    <p:sldLayoutId id="2147484726" r:id="rId14"/>
  </p:sldLayoutIdLst>
</p:sldMaster>
</file>

<file path=ppt/slideMasters/slideMaster8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1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51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51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1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20" name="PlaceHolder 3"/>
          <p:cNvSpPr>
            <a:spLocks noGrp="1"/>
          </p:cNvSpPr>
          <p:nvPr>
            <p:ph type="sldNum" idx="12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72435D6-B252-4B19-AE71-E1EE8D03A88B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728" r:id="rId3"/>
    <p:sldLayoutId id="2147484729" r:id="rId4"/>
    <p:sldLayoutId id="2147484730" r:id="rId5"/>
    <p:sldLayoutId id="2147484731" r:id="rId6"/>
    <p:sldLayoutId id="2147484732" r:id="rId7"/>
    <p:sldLayoutId id="2147484733" r:id="rId8"/>
    <p:sldLayoutId id="2147484734" r:id="rId9"/>
    <p:sldLayoutId id="2147484735" r:id="rId10"/>
    <p:sldLayoutId id="2147484736" r:id="rId11"/>
    <p:sldLayoutId id="2147484737" r:id="rId12"/>
    <p:sldLayoutId id="2147484738" r:id="rId13"/>
    <p:sldLayoutId id="2147484739" r:id="rId14"/>
  </p:sldLayoutIdLst>
</p:sldMaster>
</file>

<file path=ppt/slideMasters/slideMaster8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5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55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56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6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562" name="PlaceHolder 3"/>
          <p:cNvSpPr>
            <a:spLocks noGrp="1"/>
          </p:cNvSpPr>
          <p:nvPr>
            <p:ph type="ftr" idx="127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63" name="PlaceHolder 4"/>
          <p:cNvSpPr>
            <a:spLocks noGrp="1"/>
          </p:cNvSpPr>
          <p:nvPr>
            <p:ph type="sldNum" idx="12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3285619-9D6B-468F-AD1D-02451D101B65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741" r:id="rId3"/>
    <p:sldLayoutId id="2147484742" r:id="rId4"/>
    <p:sldLayoutId id="2147484743" r:id="rId5"/>
    <p:sldLayoutId id="2147484744" r:id="rId6"/>
    <p:sldLayoutId id="2147484745" r:id="rId7"/>
    <p:sldLayoutId id="2147484746" r:id="rId8"/>
    <p:sldLayoutId id="2147484747" r:id="rId9"/>
    <p:sldLayoutId id="2147484748" r:id="rId10"/>
    <p:sldLayoutId id="2147484749" r:id="rId11"/>
    <p:sldLayoutId id="2147484750" r:id="rId12"/>
    <p:sldLayoutId id="2147484751" r:id="rId13"/>
    <p:sldLayoutId id="2147484752" r:id="rId14"/>
  </p:sldLayoutIdLst>
</p:sldMaster>
</file>

<file path=ppt/slideMasters/slideMaster8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0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360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0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03" name="PlaceHolder 3"/>
          <p:cNvSpPr>
            <a:spLocks noGrp="1"/>
          </p:cNvSpPr>
          <p:nvPr>
            <p:ph type="sldNum" idx="12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76267A8-B258-4324-ACA9-E04D35A1B2A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754" r:id="rId2"/>
    <p:sldLayoutId id="2147484755" r:id="rId3"/>
    <p:sldLayoutId id="2147484756" r:id="rId4"/>
    <p:sldLayoutId id="2147484757" r:id="rId5"/>
    <p:sldLayoutId id="2147484758" r:id="rId6"/>
    <p:sldLayoutId id="2147484759" r:id="rId7"/>
    <p:sldLayoutId id="2147484760" r:id="rId8"/>
    <p:sldLayoutId id="2147484761" r:id="rId9"/>
    <p:sldLayoutId id="2147484762" r:id="rId10"/>
    <p:sldLayoutId id="2147484763" r:id="rId11"/>
    <p:sldLayoutId id="2147484764" r:id="rId12"/>
    <p:sldLayoutId id="2147484765" r:id="rId13"/>
  </p:sldLayoutIdLst>
</p:sldMaster>
</file>

<file path=ppt/slideMasters/slideMaster8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4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64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64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4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767" r:id="rId3"/>
    <p:sldLayoutId id="2147484768" r:id="rId4"/>
    <p:sldLayoutId id="2147484769" r:id="rId5"/>
    <p:sldLayoutId id="2147484770" r:id="rId6"/>
    <p:sldLayoutId id="2147484771" r:id="rId7"/>
    <p:sldLayoutId id="2147484772" r:id="rId8"/>
    <p:sldLayoutId id="2147484773" r:id="rId9"/>
    <p:sldLayoutId id="2147484774" r:id="rId10"/>
    <p:sldLayoutId id="2147484775" r:id="rId11"/>
    <p:sldLayoutId id="2147484776" r:id="rId12"/>
    <p:sldLayoutId id="2147484777" r:id="rId13"/>
    <p:sldLayoutId id="2147484778" r:id="rId14"/>
  </p:sldLayoutIdLst>
</p:sldMaster>
</file>

<file path=ppt/slideMasters/slideMaster8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8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68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3684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368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8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687" name="PlaceHolder 3"/>
          <p:cNvSpPr>
            <a:spLocks noGrp="1"/>
          </p:cNvSpPr>
          <p:nvPr>
            <p:ph type="dt" idx="130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88" name="PlaceHolder 4"/>
          <p:cNvSpPr>
            <a:spLocks noGrp="1"/>
          </p:cNvSpPr>
          <p:nvPr>
            <p:ph type="ftr" idx="131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89" name="PlaceHolder 5"/>
          <p:cNvSpPr>
            <a:spLocks noGrp="1"/>
          </p:cNvSpPr>
          <p:nvPr>
            <p:ph type="sldNum" idx="13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0627858-9D65-40E8-843B-F67859572347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780" r:id="rId4"/>
    <p:sldLayoutId id="2147484781" r:id="rId5"/>
    <p:sldLayoutId id="2147484782" r:id="rId6"/>
    <p:sldLayoutId id="2147484783" r:id="rId7"/>
    <p:sldLayoutId id="2147484784" r:id="rId8"/>
    <p:sldLayoutId id="2147484785" r:id="rId9"/>
    <p:sldLayoutId id="2147484786" r:id="rId10"/>
    <p:sldLayoutId id="2147484787" r:id="rId11"/>
    <p:sldLayoutId id="2147484788" r:id="rId12"/>
    <p:sldLayoutId id="2147484789" r:id="rId13"/>
    <p:sldLayoutId id="2147484790" r:id="rId14"/>
    <p:sldLayoutId id="2147484791" r:id="rId15"/>
  </p:sldLayoutIdLst>
</p:sldMaster>
</file>

<file path=ppt/slideMasters/slideMaster8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2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72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72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3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31" name="PlaceHolder 3"/>
          <p:cNvSpPr>
            <a:spLocks noGrp="1"/>
          </p:cNvSpPr>
          <p:nvPr>
            <p:ph type="sldNum" idx="133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92BF0BD-4C26-492B-A5D9-75D52E44A02E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793" r:id="rId3"/>
    <p:sldLayoutId id="2147484794" r:id="rId4"/>
    <p:sldLayoutId id="2147484795" r:id="rId5"/>
    <p:sldLayoutId id="2147484796" r:id="rId6"/>
    <p:sldLayoutId id="2147484797" r:id="rId7"/>
    <p:sldLayoutId id="2147484798" r:id="rId8"/>
    <p:sldLayoutId id="2147484799" r:id="rId9"/>
    <p:sldLayoutId id="2147484800" r:id="rId10"/>
    <p:sldLayoutId id="2147484801" r:id="rId11"/>
    <p:sldLayoutId id="2147484802" r:id="rId12"/>
    <p:sldLayoutId id="2147484803" r:id="rId13"/>
    <p:sldLayoutId id="2147484804" r:id="rId14"/>
  </p:sldLayoutIdLst>
</p:sldMaster>
</file>

<file path=ppt/slideMasters/slideMaster9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6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77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77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77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773" name="PlaceHolder 3"/>
          <p:cNvSpPr>
            <a:spLocks noGrp="1"/>
          </p:cNvSpPr>
          <p:nvPr>
            <p:ph type="sldNum" idx="13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1B95B80-D797-4A34-BDC3-11CF7B2BA6AA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806" r:id="rId3"/>
    <p:sldLayoutId id="2147484807" r:id="rId4"/>
    <p:sldLayoutId id="2147484808" r:id="rId5"/>
    <p:sldLayoutId id="2147484809" r:id="rId6"/>
    <p:sldLayoutId id="2147484810" r:id="rId7"/>
    <p:sldLayoutId id="2147484811" r:id="rId8"/>
    <p:sldLayoutId id="2147484812" r:id="rId9"/>
    <p:sldLayoutId id="2147484813" r:id="rId10"/>
    <p:sldLayoutId id="2147484814" r:id="rId11"/>
    <p:sldLayoutId id="2147484815" r:id="rId12"/>
    <p:sldLayoutId id="2147484816" r:id="rId13"/>
    <p:sldLayoutId id="2147484817" r:id="rId14"/>
  </p:sldLayoutIdLst>
</p:sldMaster>
</file>

<file path=ppt/slideMasters/slideMaster9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1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81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81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1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15" name="PlaceHolder 3"/>
          <p:cNvSpPr>
            <a:spLocks noGrp="1"/>
          </p:cNvSpPr>
          <p:nvPr>
            <p:ph type="sldNum" idx="13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DE1A9F2-2112-466E-B08C-A99B116F7C32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819" r:id="rId3"/>
    <p:sldLayoutId id="2147484820" r:id="rId4"/>
    <p:sldLayoutId id="2147484821" r:id="rId5"/>
    <p:sldLayoutId id="2147484822" r:id="rId6"/>
    <p:sldLayoutId id="2147484823" r:id="rId7"/>
    <p:sldLayoutId id="2147484824" r:id="rId8"/>
    <p:sldLayoutId id="2147484825" r:id="rId9"/>
    <p:sldLayoutId id="2147484826" r:id="rId10"/>
    <p:sldLayoutId id="2147484827" r:id="rId11"/>
    <p:sldLayoutId id="2147484828" r:id="rId12"/>
    <p:sldLayoutId id="2147484829" r:id="rId13"/>
    <p:sldLayoutId id="2147484830" r:id="rId14"/>
  </p:sldLayoutIdLst>
</p:sldMaster>
</file>

<file path=ppt/slideMasters/slideMaster9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5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85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85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5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57" name="PlaceHolder 3"/>
          <p:cNvSpPr>
            <a:spLocks noGrp="1"/>
          </p:cNvSpPr>
          <p:nvPr>
            <p:ph type="ftr" idx="136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58" name="PlaceHolder 4"/>
          <p:cNvSpPr>
            <a:spLocks noGrp="1"/>
          </p:cNvSpPr>
          <p:nvPr>
            <p:ph type="sldNum" idx="13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2A32F7E-4BD3-4B73-B362-6E84F31E1389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832" r:id="rId3"/>
    <p:sldLayoutId id="2147484833" r:id="rId4"/>
    <p:sldLayoutId id="2147484834" r:id="rId5"/>
    <p:sldLayoutId id="2147484835" r:id="rId6"/>
    <p:sldLayoutId id="2147484836" r:id="rId7"/>
    <p:sldLayoutId id="2147484837" r:id="rId8"/>
    <p:sldLayoutId id="2147484838" r:id="rId9"/>
    <p:sldLayoutId id="2147484839" r:id="rId10"/>
    <p:sldLayoutId id="2147484840" r:id="rId11"/>
    <p:sldLayoutId id="2147484841" r:id="rId12"/>
    <p:sldLayoutId id="2147484842" r:id="rId13"/>
    <p:sldLayoutId id="2147484843" r:id="rId14"/>
  </p:sldLayoutIdLst>
</p:sldMaster>
</file>

<file path=ppt/slideMasters/slideMaster9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5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389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89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898" name="PlaceHolder 3"/>
          <p:cNvSpPr>
            <a:spLocks noGrp="1"/>
          </p:cNvSpPr>
          <p:nvPr>
            <p:ph type="sldNum" idx="13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5200FB8-6784-4D6F-BDD5-88821750243E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845" r:id="rId2"/>
    <p:sldLayoutId id="2147484846" r:id="rId3"/>
    <p:sldLayoutId id="2147484847" r:id="rId4"/>
    <p:sldLayoutId id="2147484848" r:id="rId5"/>
    <p:sldLayoutId id="2147484849" r:id="rId6"/>
    <p:sldLayoutId id="2147484850" r:id="rId7"/>
    <p:sldLayoutId id="2147484851" r:id="rId8"/>
    <p:sldLayoutId id="2147484852" r:id="rId9"/>
    <p:sldLayoutId id="2147484853" r:id="rId10"/>
    <p:sldLayoutId id="2147484854" r:id="rId11"/>
    <p:sldLayoutId id="2147484855" r:id="rId12"/>
    <p:sldLayoutId id="2147484856" r:id="rId13"/>
  </p:sldLayoutIdLst>
</p:sldMaster>
</file>

<file path=ppt/slideMasters/slideMaster9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3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93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393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3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858" r:id="rId3"/>
    <p:sldLayoutId id="2147484859" r:id="rId4"/>
    <p:sldLayoutId id="2147484860" r:id="rId5"/>
    <p:sldLayoutId id="2147484861" r:id="rId6"/>
    <p:sldLayoutId id="2147484862" r:id="rId7"/>
    <p:sldLayoutId id="2147484863" r:id="rId8"/>
    <p:sldLayoutId id="2147484864" r:id="rId9"/>
    <p:sldLayoutId id="2147484865" r:id="rId10"/>
    <p:sldLayoutId id="2147484866" r:id="rId11"/>
    <p:sldLayoutId id="2147484867" r:id="rId12"/>
    <p:sldLayoutId id="2147484868" r:id="rId13"/>
    <p:sldLayoutId id="2147484869" r:id="rId14"/>
  </p:sldLayoutIdLst>
</p:sldMaster>
</file>

<file path=ppt/slideMasters/slideMaster9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7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397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3979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398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8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3982" name="PlaceHolder 3"/>
          <p:cNvSpPr>
            <a:spLocks noGrp="1"/>
          </p:cNvSpPr>
          <p:nvPr>
            <p:ph type="dt" idx="139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83" name="PlaceHolder 4"/>
          <p:cNvSpPr>
            <a:spLocks noGrp="1"/>
          </p:cNvSpPr>
          <p:nvPr>
            <p:ph type="ftr" idx="14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984" name="PlaceHolder 5"/>
          <p:cNvSpPr>
            <a:spLocks noGrp="1"/>
          </p:cNvSpPr>
          <p:nvPr>
            <p:ph type="sldNum" idx="14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828691F-5A3E-492C-8CD9-151C7FA62780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871" r:id="rId4"/>
    <p:sldLayoutId id="2147484872" r:id="rId5"/>
    <p:sldLayoutId id="2147484873" r:id="rId6"/>
    <p:sldLayoutId id="2147484874" r:id="rId7"/>
    <p:sldLayoutId id="2147484875" r:id="rId8"/>
    <p:sldLayoutId id="2147484876" r:id="rId9"/>
    <p:sldLayoutId id="2147484877" r:id="rId10"/>
    <p:sldLayoutId id="2147484878" r:id="rId11"/>
    <p:sldLayoutId id="2147484879" r:id="rId12"/>
    <p:sldLayoutId id="2147484880" r:id="rId13"/>
    <p:sldLayoutId id="2147484881" r:id="rId14"/>
    <p:sldLayoutId id="2147484882" r:id="rId15"/>
  </p:sldLayoutIdLst>
</p:sldMaster>
</file>

<file path=ppt/slideMasters/slideMaster9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2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02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02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2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26" name="PlaceHolder 3"/>
          <p:cNvSpPr>
            <a:spLocks noGrp="1"/>
          </p:cNvSpPr>
          <p:nvPr>
            <p:ph type="sldNum" idx="142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6E79143-B387-440D-BFB7-B0DE48C2C155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884" r:id="rId3"/>
    <p:sldLayoutId id="2147484885" r:id="rId4"/>
    <p:sldLayoutId id="2147484886" r:id="rId5"/>
    <p:sldLayoutId id="2147484887" r:id="rId6"/>
    <p:sldLayoutId id="2147484888" r:id="rId7"/>
    <p:sldLayoutId id="2147484889" r:id="rId8"/>
    <p:sldLayoutId id="2147484890" r:id="rId9"/>
    <p:sldLayoutId id="2147484891" r:id="rId10"/>
    <p:sldLayoutId id="2147484892" r:id="rId11"/>
    <p:sldLayoutId id="2147484893" r:id="rId12"/>
    <p:sldLayoutId id="2147484894" r:id="rId13"/>
    <p:sldLayoutId id="2147484895" r:id="rId14"/>
  </p:sldLayoutIdLst>
</p:sldMaster>
</file>

<file path=ppt/slideMasters/slideMaster9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6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06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06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6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068" name="PlaceHolder 3"/>
          <p:cNvSpPr>
            <a:spLocks noGrp="1"/>
          </p:cNvSpPr>
          <p:nvPr>
            <p:ph type="sldNum" idx="14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15E4AD7-F59D-497D-B380-44EE0F82AC3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897" r:id="rId3"/>
    <p:sldLayoutId id="2147484898" r:id="rId4"/>
    <p:sldLayoutId id="2147484899" r:id="rId5"/>
    <p:sldLayoutId id="2147484900" r:id="rId6"/>
    <p:sldLayoutId id="2147484901" r:id="rId7"/>
    <p:sldLayoutId id="2147484902" r:id="rId8"/>
    <p:sldLayoutId id="2147484903" r:id="rId9"/>
    <p:sldLayoutId id="2147484904" r:id="rId10"/>
    <p:sldLayoutId id="2147484905" r:id="rId11"/>
    <p:sldLayoutId id="2147484906" r:id="rId12"/>
    <p:sldLayoutId id="2147484907" r:id="rId13"/>
    <p:sldLayoutId id="2147484908" r:id="rId14"/>
  </p:sldLayoutIdLst>
</p:sldMaster>
</file>

<file path=ppt/slideMasters/slideMaster9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0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10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10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0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10" name="PlaceHolder 3"/>
          <p:cNvSpPr>
            <a:spLocks noGrp="1"/>
          </p:cNvSpPr>
          <p:nvPr>
            <p:ph type="sldNum" idx="14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65CFE93-5EDC-4FB6-9343-446E7C650A2D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910" r:id="rId3"/>
    <p:sldLayoutId id="2147484911" r:id="rId4"/>
    <p:sldLayoutId id="2147484912" r:id="rId5"/>
    <p:sldLayoutId id="2147484913" r:id="rId6"/>
    <p:sldLayoutId id="2147484914" r:id="rId7"/>
    <p:sldLayoutId id="2147484915" r:id="rId8"/>
    <p:sldLayoutId id="2147484916" r:id="rId9"/>
    <p:sldLayoutId id="2147484917" r:id="rId10"/>
    <p:sldLayoutId id="2147484918" r:id="rId11"/>
    <p:sldLayoutId id="2147484919" r:id="rId12"/>
    <p:sldLayoutId id="2147484920" r:id="rId13"/>
    <p:sldLayoutId id="2147484921" r:id="rId14"/>
  </p:sldLayoutIdLst>
</p:sldMaster>
</file>

<file path=ppt/slideMasters/slideMaster9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4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14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15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5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52" name="PlaceHolder 3"/>
          <p:cNvSpPr>
            <a:spLocks noGrp="1"/>
          </p:cNvSpPr>
          <p:nvPr>
            <p:ph type="ftr" idx="145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53" name="PlaceHolder 4"/>
          <p:cNvSpPr>
            <a:spLocks noGrp="1"/>
          </p:cNvSpPr>
          <p:nvPr>
            <p:ph type="sldNum" idx="14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BA33C13-9FA8-46D7-AB54-8306E936C191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923" r:id="rId3"/>
    <p:sldLayoutId id="2147484924" r:id="rId4"/>
    <p:sldLayoutId id="2147484925" r:id="rId5"/>
    <p:sldLayoutId id="2147484926" r:id="rId6"/>
    <p:sldLayoutId id="2147484927" r:id="rId7"/>
    <p:sldLayoutId id="2147484928" r:id="rId8"/>
    <p:sldLayoutId id="2147484929" r:id="rId9"/>
    <p:sldLayoutId id="2147484930" r:id="rId10"/>
    <p:sldLayoutId id="2147484931" r:id="rId11"/>
    <p:sldLayoutId id="2147484932" r:id="rId12"/>
    <p:sldLayoutId id="2147484933" r:id="rId13"/>
    <p:sldLayoutId id="2147484934" r:id="rId14"/>
  </p:sldLayoutIdLst>
</p:sldMaster>
</file>

<file path=ppt/slideMasters/slideMaster10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0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419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9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193" name="PlaceHolder 3"/>
          <p:cNvSpPr>
            <a:spLocks noGrp="1"/>
          </p:cNvSpPr>
          <p:nvPr>
            <p:ph type="sldNum" idx="14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657A0D7-7770-4293-B140-79B25C0EEDA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936" r:id="rId2"/>
    <p:sldLayoutId id="2147484937" r:id="rId3"/>
    <p:sldLayoutId id="2147484938" r:id="rId4"/>
    <p:sldLayoutId id="2147484939" r:id="rId5"/>
    <p:sldLayoutId id="2147484940" r:id="rId6"/>
    <p:sldLayoutId id="2147484941" r:id="rId7"/>
    <p:sldLayoutId id="2147484942" r:id="rId8"/>
    <p:sldLayoutId id="2147484943" r:id="rId9"/>
    <p:sldLayoutId id="2147484944" r:id="rId10"/>
    <p:sldLayoutId id="2147484945" r:id="rId11"/>
    <p:sldLayoutId id="2147484946" r:id="rId12"/>
    <p:sldLayoutId id="2147484947" r:id="rId13"/>
  </p:sldLayoutIdLst>
</p:sldMaster>
</file>

<file path=ppt/slideMasters/slideMaster10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3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23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23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3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949" r:id="rId3"/>
    <p:sldLayoutId id="2147484950" r:id="rId4"/>
    <p:sldLayoutId id="2147484951" r:id="rId5"/>
    <p:sldLayoutId id="2147484952" r:id="rId6"/>
    <p:sldLayoutId id="2147484953" r:id="rId7"/>
    <p:sldLayoutId id="2147484954" r:id="rId8"/>
    <p:sldLayoutId id="2147484955" r:id="rId9"/>
    <p:sldLayoutId id="2147484956" r:id="rId10"/>
    <p:sldLayoutId id="2147484957" r:id="rId11"/>
    <p:sldLayoutId id="2147484958" r:id="rId12"/>
    <p:sldLayoutId id="2147484959" r:id="rId13"/>
    <p:sldLayoutId id="2147484960" r:id="rId14"/>
  </p:sldLayoutIdLst>
</p:sldMaster>
</file>

<file path=ppt/slideMasters/slideMaster10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7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27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4274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427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7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277" name="PlaceHolder 3"/>
          <p:cNvSpPr>
            <a:spLocks noGrp="1"/>
          </p:cNvSpPr>
          <p:nvPr>
            <p:ph type="dt" idx="148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78" name="PlaceHolder 4"/>
          <p:cNvSpPr>
            <a:spLocks noGrp="1"/>
          </p:cNvSpPr>
          <p:nvPr>
            <p:ph type="ftr" idx="149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79" name="PlaceHolder 5"/>
          <p:cNvSpPr>
            <a:spLocks noGrp="1"/>
          </p:cNvSpPr>
          <p:nvPr>
            <p:ph type="sldNum" idx="15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5A54240-8903-478C-9042-A6CE5C1A61D4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962" r:id="rId4"/>
    <p:sldLayoutId id="2147484963" r:id="rId5"/>
    <p:sldLayoutId id="2147484964" r:id="rId6"/>
    <p:sldLayoutId id="2147484965" r:id="rId7"/>
    <p:sldLayoutId id="2147484966" r:id="rId8"/>
    <p:sldLayoutId id="2147484967" r:id="rId9"/>
    <p:sldLayoutId id="2147484968" r:id="rId10"/>
    <p:sldLayoutId id="2147484969" r:id="rId11"/>
    <p:sldLayoutId id="2147484970" r:id="rId12"/>
    <p:sldLayoutId id="2147484971" r:id="rId13"/>
    <p:sldLayoutId id="2147484972" r:id="rId14"/>
    <p:sldLayoutId id="2147484973" r:id="rId15"/>
  </p:sldLayoutIdLst>
</p:sldMaster>
</file>

<file path=ppt/slideMasters/slideMaster10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1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31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31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2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21" name="PlaceHolder 3"/>
          <p:cNvSpPr>
            <a:spLocks noGrp="1"/>
          </p:cNvSpPr>
          <p:nvPr>
            <p:ph type="sldNum" idx="151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12DC936-51AE-4834-BB3F-683DF86A6B0F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975" r:id="rId3"/>
    <p:sldLayoutId id="2147484976" r:id="rId4"/>
    <p:sldLayoutId id="2147484977" r:id="rId5"/>
    <p:sldLayoutId id="2147484978" r:id="rId6"/>
    <p:sldLayoutId id="2147484979" r:id="rId7"/>
    <p:sldLayoutId id="2147484980" r:id="rId8"/>
    <p:sldLayoutId id="2147484981" r:id="rId9"/>
    <p:sldLayoutId id="2147484982" r:id="rId10"/>
    <p:sldLayoutId id="2147484983" r:id="rId11"/>
    <p:sldLayoutId id="2147484984" r:id="rId12"/>
    <p:sldLayoutId id="2147484985" r:id="rId13"/>
    <p:sldLayoutId id="2147484986" r:id="rId14"/>
  </p:sldLayoutIdLst>
</p:sldMaster>
</file>

<file path=ppt/slideMasters/slideMaster10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5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36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36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6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363" name="PlaceHolder 3"/>
          <p:cNvSpPr>
            <a:spLocks noGrp="1"/>
          </p:cNvSpPr>
          <p:nvPr>
            <p:ph type="sldNum" idx="15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61C5E72-20F4-483F-8711-242AF1002C7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4988" r:id="rId3"/>
    <p:sldLayoutId id="2147484989" r:id="rId4"/>
    <p:sldLayoutId id="2147484990" r:id="rId5"/>
    <p:sldLayoutId id="2147484991" r:id="rId6"/>
    <p:sldLayoutId id="2147484992" r:id="rId7"/>
    <p:sldLayoutId id="2147484993" r:id="rId8"/>
    <p:sldLayoutId id="2147484994" r:id="rId9"/>
    <p:sldLayoutId id="2147484995" r:id="rId10"/>
    <p:sldLayoutId id="2147484996" r:id="rId11"/>
    <p:sldLayoutId id="2147484997" r:id="rId12"/>
    <p:sldLayoutId id="2147484998" r:id="rId13"/>
    <p:sldLayoutId id="2147484999" r:id="rId14"/>
  </p:sldLayoutIdLst>
</p:sldMaster>
</file>

<file path=ppt/slideMasters/slideMaster10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0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40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40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0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05" name="PlaceHolder 3"/>
          <p:cNvSpPr>
            <a:spLocks noGrp="1"/>
          </p:cNvSpPr>
          <p:nvPr>
            <p:ph type="sldNum" idx="15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B03A917-2C68-4532-A097-4FAFF5C09D5D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001" r:id="rId3"/>
    <p:sldLayoutId id="2147485002" r:id="rId4"/>
    <p:sldLayoutId id="2147485003" r:id="rId5"/>
    <p:sldLayoutId id="2147485004" r:id="rId6"/>
    <p:sldLayoutId id="2147485005" r:id="rId7"/>
    <p:sldLayoutId id="2147485006" r:id="rId8"/>
    <p:sldLayoutId id="2147485007" r:id="rId9"/>
    <p:sldLayoutId id="2147485008" r:id="rId10"/>
    <p:sldLayoutId id="2147485009" r:id="rId11"/>
    <p:sldLayoutId id="2147485010" r:id="rId12"/>
    <p:sldLayoutId id="2147485011" r:id="rId13"/>
    <p:sldLayoutId id="2147485012" r:id="rId14"/>
  </p:sldLayoutIdLst>
</p:sldMaster>
</file>

<file path=ppt/slideMasters/slideMaster10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4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44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44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4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47" name="PlaceHolder 3"/>
          <p:cNvSpPr>
            <a:spLocks noGrp="1"/>
          </p:cNvSpPr>
          <p:nvPr>
            <p:ph type="ftr" idx="154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48" name="PlaceHolder 4"/>
          <p:cNvSpPr>
            <a:spLocks noGrp="1"/>
          </p:cNvSpPr>
          <p:nvPr>
            <p:ph type="sldNum" idx="15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0F9DCF6-DF9E-4526-B807-C976E85B6D09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014" r:id="rId3"/>
    <p:sldLayoutId id="2147485015" r:id="rId4"/>
    <p:sldLayoutId id="2147485016" r:id="rId5"/>
    <p:sldLayoutId id="2147485017" r:id="rId6"/>
    <p:sldLayoutId id="2147485018" r:id="rId7"/>
    <p:sldLayoutId id="2147485019" r:id="rId8"/>
    <p:sldLayoutId id="2147485020" r:id="rId9"/>
    <p:sldLayoutId id="2147485021" r:id="rId10"/>
    <p:sldLayoutId id="2147485022" r:id="rId11"/>
    <p:sldLayoutId id="2147485023" r:id="rId12"/>
    <p:sldLayoutId id="2147485024" r:id="rId13"/>
    <p:sldLayoutId id="2147485025" r:id="rId14"/>
  </p:sldLayoutIdLst>
</p:sldMaster>
</file>

<file path=ppt/slideMasters/slideMaster10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448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8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488" name="PlaceHolder 3"/>
          <p:cNvSpPr>
            <a:spLocks noGrp="1"/>
          </p:cNvSpPr>
          <p:nvPr>
            <p:ph type="sldNum" idx="15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F252DFB-BD1B-4C7C-B2C3-1EDA9A1F526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027" r:id="rId2"/>
    <p:sldLayoutId id="2147485028" r:id="rId3"/>
    <p:sldLayoutId id="2147485029" r:id="rId4"/>
    <p:sldLayoutId id="2147485030" r:id="rId5"/>
    <p:sldLayoutId id="2147485031" r:id="rId6"/>
    <p:sldLayoutId id="2147485032" r:id="rId7"/>
    <p:sldLayoutId id="2147485033" r:id="rId8"/>
    <p:sldLayoutId id="2147485034" r:id="rId9"/>
    <p:sldLayoutId id="2147485035" r:id="rId10"/>
    <p:sldLayoutId id="2147485036" r:id="rId11"/>
    <p:sldLayoutId id="2147485037" r:id="rId12"/>
    <p:sldLayoutId id="2147485038" r:id="rId13"/>
  </p:sldLayoutIdLst>
</p:sldMaster>
</file>

<file path=ppt/slideMasters/slideMaster10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2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52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52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2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040" r:id="rId3"/>
    <p:sldLayoutId id="2147485041" r:id="rId4"/>
    <p:sldLayoutId id="2147485042" r:id="rId5"/>
    <p:sldLayoutId id="2147485043" r:id="rId6"/>
    <p:sldLayoutId id="2147485044" r:id="rId7"/>
    <p:sldLayoutId id="2147485045" r:id="rId8"/>
    <p:sldLayoutId id="2147485046" r:id="rId9"/>
    <p:sldLayoutId id="2147485047" r:id="rId10"/>
    <p:sldLayoutId id="2147485048" r:id="rId11"/>
    <p:sldLayoutId id="2147485049" r:id="rId12"/>
    <p:sldLayoutId id="2147485050" r:id="rId13"/>
    <p:sldLayoutId id="2147485051" r:id="rId14"/>
  </p:sldLayoutIdLst>
</p:sldMaster>
</file>

<file path=ppt/slideMasters/slideMaster10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6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56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4569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457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7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572" name="PlaceHolder 3"/>
          <p:cNvSpPr>
            <a:spLocks noGrp="1"/>
          </p:cNvSpPr>
          <p:nvPr>
            <p:ph type="dt" idx="157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73" name="PlaceHolder 4"/>
          <p:cNvSpPr>
            <a:spLocks noGrp="1"/>
          </p:cNvSpPr>
          <p:nvPr>
            <p:ph type="ftr" idx="158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74" name="PlaceHolder 5"/>
          <p:cNvSpPr>
            <a:spLocks noGrp="1"/>
          </p:cNvSpPr>
          <p:nvPr>
            <p:ph type="sldNum" idx="15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461200C-03BD-4C1C-B7C1-7CAB3AA48FEF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053" r:id="rId4"/>
    <p:sldLayoutId id="2147485054" r:id="rId5"/>
    <p:sldLayoutId id="2147485055" r:id="rId6"/>
    <p:sldLayoutId id="2147485056" r:id="rId7"/>
    <p:sldLayoutId id="2147485057" r:id="rId8"/>
    <p:sldLayoutId id="2147485058" r:id="rId9"/>
    <p:sldLayoutId id="2147485059" r:id="rId10"/>
    <p:sldLayoutId id="2147485060" r:id="rId11"/>
    <p:sldLayoutId id="2147485061" r:id="rId12"/>
    <p:sldLayoutId id="2147485062" r:id="rId13"/>
    <p:sldLayoutId id="2147485063" r:id="rId14"/>
    <p:sldLayoutId id="2147485064" r:id="rId15"/>
  </p:sldLayoutIdLst>
</p:sldMaster>
</file>

<file path=ppt/slideMasters/slideMaster11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1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61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61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1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16" name="PlaceHolder 3"/>
          <p:cNvSpPr>
            <a:spLocks noGrp="1"/>
          </p:cNvSpPr>
          <p:nvPr>
            <p:ph type="sldNum" idx="160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F18C375-3A4F-4516-8222-647A44710F06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066" r:id="rId3"/>
    <p:sldLayoutId id="2147485067" r:id="rId4"/>
    <p:sldLayoutId id="2147485068" r:id="rId5"/>
    <p:sldLayoutId id="2147485069" r:id="rId6"/>
    <p:sldLayoutId id="2147485070" r:id="rId7"/>
    <p:sldLayoutId id="2147485071" r:id="rId8"/>
    <p:sldLayoutId id="2147485072" r:id="rId9"/>
    <p:sldLayoutId id="2147485073" r:id="rId10"/>
    <p:sldLayoutId id="2147485074" r:id="rId11"/>
    <p:sldLayoutId id="2147485075" r:id="rId12"/>
    <p:sldLayoutId id="2147485076" r:id="rId13"/>
    <p:sldLayoutId id="2147485077" r:id="rId14"/>
  </p:sldLayoutIdLst>
</p:sldMaster>
</file>

<file path=ppt/slideMasters/slideMaster11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5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65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65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5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658" name="PlaceHolder 3"/>
          <p:cNvSpPr>
            <a:spLocks noGrp="1"/>
          </p:cNvSpPr>
          <p:nvPr>
            <p:ph type="sldNum" idx="16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1B38426-862F-4EC7-A992-192CC765990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079" r:id="rId3"/>
    <p:sldLayoutId id="2147485080" r:id="rId4"/>
    <p:sldLayoutId id="2147485081" r:id="rId5"/>
    <p:sldLayoutId id="2147485082" r:id="rId6"/>
    <p:sldLayoutId id="2147485083" r:id="rId7"/>
    <p:sldLayoutId id="2147485084" r:id="rId8"/>
    <p:sldLayoutId id="2147485085" r:id="rId9"/>
    <p:sldLayoutId id="2147485086" r:id="rId10"/>
    <p:sldLayoutId id="2147485087" r:id="rId11"/>
    <p:sldLayoutId id="2147485088" r:id="rId12"/>
    <p:sldLayoutId id="2147485089" r:id="rId13"/>
    <p:sldLayoutId id="2147485090" r:id="rId14"/>
  </p:sldLayoutIdLst>
</p:sldMaster>
</file>

<file path=ppt/slideMasters/slideMaster11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9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69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69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9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00" name="PlaceHolder 3"/>
          <p:cNvSpPr>
            <a:spLocks noGrp="1"/>
          </p:cNvSpPr>
          <p:nvPr>
            <p:ph type="sldNum" idx="16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352B79F-C6FB-4D2D-9768-4B67CBEDCA13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092" r:id="rId3"/>
    <p:sldLayoutId id="2147485093" r:id="rId4"/>
    <p:sldLayoutId id="2147485094" r:id="rId5"/>
    <p:sldLayoutId id="2147485095" r:id="rId6"/>
    <p:sldLayoutId id="2147485096" r:id="rId7"/>
    <p:sldLayoutId id="2147485097" r:id="rId8"/>
    <p:sldLayoutId id="2147485098" r:id="rId9"/>
    <p:sldLayoutId id="2147485099" r:id="rId10"/>
    <p:sldLayoutId id="2147485100" r:id="rId11"/>
    <p:sldLayoutId id="2147485101" r:id="rId12"/>
    <p:sldLayoutId id="2147485102" r:id="rId13"/>
    <p:sldLayoutId id="2147485103" r:id="rId14"/>
  </p:sldLayoutIdLst>
</p:sldMaster>
</file>

<file path=ppt/slideMasters/slideMaster11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3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73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74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4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42" name="PlaceHolder 3"/>
          <p:cNvSpPr>
            <a:spLocks noGrp="1"/>
          </p:cNvSpPr>
          <p:nvPr>
            <p:ph type="ftr" idx="163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43" name="PlaceHolder 4"/>
          <p:cNvSpPr>
            <a:spLocks noGrp="1"/>
          </p:cNvSpPr>
          <p:nvPr>
            <p:ph type="sldNum" idx="16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AD56C3A-491A-434B-B9C1-1C4D0BD423EE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105" r:id="rId3"/>
    <p:sldLayoutId id="2147485106" r:id="rId4"/>
    <p:sldLayoutId id="2147485107" r:id="rId5"/>
    <p:sldLayoutId id="2147485108" r:id="rId6"/>
    <p:sldLayoutId id="2147485109" r:id="rId7"/>
    <p:sldLayoutId id="2147485110" r:id="rId8"/>
    <p:sldLayoutId id="2147485111" r:id="rId9"/>
    <p:sldLayoutId id="2147485112" r:id="rId10"/>
    <p:sldLayoutId id="2147485113" r:id="rId11"/>
    <p:sldLayoutId id="2147485114" r:id="rId12"/>
    <p:sldLayoutId id="2147485115" r:id="rId13"/>
    <p:sldLayoutId id="2147485116" r:id="rId14"/>
  </p:sldLayoutIdLst>
</p:sldMaster>
</file>

<file path=ppt/slideMasters/slideMaster11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0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478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78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783" name="PlaceHolder 3"/>
          <p:cNvSpPr>
            <a:spLocks noGrp="1"/>
          </p:cNvSpPr>
          <p:nvPr>
            <p:ph type="sldNum" idx="16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35178D0-DC8D-4804-996B-39704DCCF2C7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118" r:id="rId2"/>
    <p:sldLayoutId id="2147485119" r:id="rId3"/>
    <p:sldLayoutId id="2147485120" r:id="rId4"/>
    <p:sldLayoutId id="2147485121" r:id="rId5"/>
    <p:sldLayoutId id="2147485122" r:id="rId6"/>
    <p:sldLayoutId id="2147485123" r:id="rId7"/>
    <p:sldLayoutId id="2147485124" r:id="rId8"/>
    <p:sldLayoutId id="2147485125" r:id="rId9"/>
    <p:sldLayoutId id="2147485126" r:id="rId10"/>
    <p:sldLayoutId id="2147485127" r:id="rId11"/>
    <p:sldLayoutId id="2147485128" r:id="rId12"/>
    <p:sldLayoutId id="2147485129" r:id="rId13"/>
  </p:sldLayoutIdLst>
</p:sldMaster>
</file>

<file path=ppt/slideMasters/slideMaster11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2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82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82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2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131" r:id="rId3"/>
    <p:sldLayoutId id="2147485132" r:id="rId4"/>
    <p:sldLayoutId id="2147485133" r:id="rId5"/>
    <p:sldLayoutId id="2147485134" r:id="rId6"/>
    <p:sldLayoutId id="2147485135" r:id="rId7"/>
    <p:sldLayoutId id="2147485136" r:id="rId8"/>
    <p:sldLayoutId id="2147485137" r:id="rId9"/>
    <p:sldLayoutId id="2147485138" r:id="rId10"/>
    <p:sldLayoutId id="2147485139" r:id="rId11"/>
    <p:sldLayoutId id="2147485140" r:id="rId12"/>
    <p:sldLayoutId id="2147485141" r:id="rId13"/>
    <p:sldLayoutId id="2147485142" r:id="rId14"/>
  </p:sldLayoutIdLst>
</p:sldMaster>
</file>

<file path=ppt/slideMasters/slideMaster11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6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86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86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6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144" r:id="rId3"/>
    <p:sldLayoutId id="2147485145" r:id="rId4"/>
    <p:sldLayoutId id="2147485146" r:id="rId5"/>
    <p:sldLayoutId id="2147485147" r:id="rId6"/>
    <p:sldLayoutId id="2147485148" r:id="rId7"/>
    <p:sldLayoutId id="2147485149" r:id="rId8"/>
    <p:sldLayoutId id="2147485150" r:id="rId9"/>
    <p:sldLayoutId id="2147485151" r:id="rId10"/>
    <p:sldLayoutId id="2147485152" r:id="rId11"/>
    <p:sldLayoutId id="2147485153" r:id="rId12"/>
    <p:sldLayoutId id="2147485154" r:id="rId13"/>
    <p:sldLayoutId id="2147485155" r:id="rId14"/>
  </p:sldLayoutIdLst>
</p:sldMaster>
</file>

<file path=ppt/slideMasters/slideMaster11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0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90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90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0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07" name="PlaceHolder 3"/>
          <p:cNvSpPr>
            <a:spLocks noGrp="1"/>
          </p:cNvSpPr>
          <p:nvPr>
            <p:ph type="dt" idx="166"/>
          </p:nvPr>
        </p:nvSpPr>
        <p:spPr>
          <a:xfrm>
            <a:off x="-360" y="-360"/>
            <a:ext cx="360" cy="3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93600" bIns="93600" anchor="t">
            <a:noAutofit/>
          </a:bodyPr>
          <a:lstStyle>
            <a:lvl1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2400" spc="-1" strike="noStrike">
                <a:latin typeface="Times New Roman"/>
              </a:defRPr>
            </a:lvl1pPr>
          </a:lstStyle>
          <a:p>
            <a: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C646B69-7B64-49C0-A4F9-FBABAE28058B}" type="datetime">
              <a:rPr b="0" lang="en-IN" sz="2400" spc="-1" strike="noStrike">
                <a:latin typeface="Times New Roman"/>
              </a:rPr>
              <a:t>09/09/26</a:t>
            </a:fld>
            <a:endParaRPr b="0" lang="en-US" sz="2400" spc="-1" strike="noStrike">
              <a:latin typeface="Times New Roman"/>
            </a:endParaRPr>
          </a:p>
        </p:txBody>
      </p:sp>
      <p:sp>
        <p:nvSpPr>
          <p:cNvPr id="4908" name="PlaceHolder 4"/>
          <p:cNvSpPr>
            <a:spLocks noGrp="1"/>
          </p:cNvSpPr>
          <p:nvPr>
            <p:ph type="ftr" idx="167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9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09" name="PlaceHolder 5"/>
          <p:cNvSpPr>
            <a:spLocks noGrp="1"/>
          </p:cNvSpPr>
          <p:nvPr>
            <p:ph type="sldNum" idx="168"/>
          </p:nvPr>
        </p:nvSpPr>
        <p:spPr>
          <a:xfrm>
            <a:off x="11159640" y="650088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lnSpc>
                <a:spcPct val="8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CC70C74-F028-4CE0-8E1B-B8EAECB8B2BD}" type="slidenum">
              <a:rPr b="0" lang="en-IN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157" r:id="rId3"/>
    <p:sldLayoutId id="2147485158" r:id="rId4"/>
    <p:sldLayoutId id="2147485159" r:id="rId5"/>
    <p:sldLayoutId id="2147485160" r:id="rId6"/>
    <p:sldLayoutId id="2147485161" r:id="rId7"/>
    <p:sldLayoutId id="2147485162" r:id="rId8"/>
    <p:sldLayoutId id="2147485163" r:id="rId9"/>
    <p:sldLayoutId id="2147485164" r:id="rId10"/>
    <p:sldLayoutId id="2147485165" r:id="rId11"/>
    <p:sldLayoutId id="2147485166" r:id="rId12"/>
    <p:sldLayoutId id="2147485167" r:id="rId13"/>
    <p:sldLayoutId id="2147485168" r:id="rId14"/>
  </p:sldLayoutIdLst>
</p:sldMaster>
</file>

<file path=ppt/slideMasters/slideMaster11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4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94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4949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495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5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52" name="PlaceHolder 3"/>
          <p:cNvSpPr>
            <a:spLocks noGrp="1"/>
          </p:cNvSpPr>
          <p:nvPr>
            <p:ph type="dt" idx="169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53" name="PlaceHolder 4"/>
          <p:cNvSpPr>
            <a:spLocks noGrp="1"/>
          </p:cNvSpPr>
          <p:nvPr>
            <p:ph type="ftr" idx="17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54" name="PlaceHolder 5"/>
          <p:cNvSpPr>
            <a:spLocks noGrp="1"/>
          </p:cNvSpPr>
          <p:nvPr>
            <p:ph type="sldNum" idx="17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F5D65C0-CBF7-41BE-9698-D98A5BE4EDA9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170" r:id="rId4"/>
    <p:sldLayoutId id="2147485171" r:id="rId5"/>
    <p:sldLayoutId id="2147485172" r:id="rId6"/>
    <p:sldLayoutId id="2147485173" r:id="rId7"/>
    <p:sldLayoutId id="2147485174" r:id="rId8"/>
    <p:sldLayoutId id="2147485175" r:id="rId9"/>
    <p:sldLayoutId id="2147485176" r:id="rId10"/>
    <p:sldLayoutId id="2147485177" r:id="rId11"/>
    <p:sldLayoutId id="2147485178" r:id="rId12"/>
    <p:sldLayoutId id="2147485179" r:id="rId13"/>
    <p:sldLayoutId id="2147485180" r:id="rId14"/>
    <p:sldLayoutId id="2147485181" r:id="rId15"/>
  </p:sldLayoutIdLst>
</p:sldMaster>
</file>

<file path=ppt/slideMasters/slideMaster11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9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99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499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9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4996" name="PlaceHolder 3"/>
          <p:cNvSpPr>
            <a:spLocks noGrp="1"/>
          </p:cNvSpPr>
          <p:nvPr>
            <p:ph type="sldNum" idx="172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E5D817F-D21F-428C-8EDF-C3DEE8C736AE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183" r:id="rId3"/>
    <p:sldLayoutId id="2147485184" r:id="rId4"/>
    <p:sldLayoutId id="2147485185" r:id="rId5"/>
    <p:sldLayoutId id="2147485186" r:id="rId6"/>
    <p:sldLayoutId id="2147485187" r:id="rId7"/>
    <p:sldLayoutId id="2147485188" r:id="rId8"/>
    <p:sldLayoutId id="2147485189" r:id="rId9"/>
    <p:sldLayoutId id="2147485190" r:id="rId10"/>
    <p:sldLayoutId id="2147485191" r:id="rId11"/>
    <p:sldLayoutId id="2147485192" r:id="rId12"/>
    <p:sldLayoutId id="2147485193" r:id="rId13"/>
    <p:sldLayoutId id="2147485194" r:id="rId14"/>
  </p:sldLayoutIdLst>
</p:sldMaster>
</file>

<file path=ppt/slideMasters/slideMaster12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3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03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03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3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38" name="PlaceHolder 3"/>
          <p:cNvSpPr>
            <a:spLocks noGrp="1"/>
          </p:cNvSpPr>
          <p:nvPr>
            <p:ph type="sldNum" idx="17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A8EBB01-6FCF-4B36-BE90-EE4B77F42D19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196" r:id="rId3"/>
    <p:sldLayoutId id="2147485197" r:id="rId4"/>
    <p:sldLayoutId id="2147485198" r:id="rId5"/>
    <p:sldLayoutId id="2147485199" r:id="rId6"/>
    <p:sldLayoutId id="2147485200" r:id="rId7"/>
    <p:sldLayoutId id="2147485201" r:id="rId8"/>
    <p:sldLayoutId id="2147485202" r:id="rId9"/>
    <p:sldLayoutId id="2147485203" r:id="rId10"/>
    <p:sldLayoutId id="2147485204" r:id="rId11"/>
    <p:sldLayoutId id="2147485205" r:id="rId12"/>
    <p:sldLayoutId id="2147485206" r:id="rId13"/>
    <p:sldLayoutId id="2147485207" r:id="rId14"/>
  </p:sldLayoutIdLst>
</p:sldMaster>
</file>

<file path=ppt/slideMasters/slideMaster12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7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07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07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7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080" name="PlaceHolder 3"/>
          <p:cNvSpPr>
            <a:spLocks noGrp="1"/>
          </p:cNvSpPr>
          <p:nvPr>
            <p:ph type="sldNum" idx="17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4A7178A-D865-423A-8BDB-A8D1EF5B20F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209" r:id="rId3"/>
    <p:sldLayoutId id="2147485210" r:id="rId4"/>
    <p:sldLayoutId id="2147485211" r:id="rId5"/>
    <p:sldLayoutId id="2147485212" r:id="rId6"/>
    <p:sldLayoutId id="2147485213" r:id="rId7"/>
    <p:sldLayoutId id="2147485214" r:id="rId8"/>
    <p:sldLayoutId id="2147485215" r:id="rId9"/>
    <p:sldLayoutId id="2147485216" r:id="rId10"/>
    <p:sldLayoutId id="2147485217" r:id="rId11"/>
    <p:sldLayoutId id="2147485218" r:id="rId12"/>
    <p:sldLayoutId id="2147485219" r:id="rId13"/>
    <p:sldLayoutId id="2147485220" r:id="rId14"/>
  </p:sldLayoutIdLst>
</p:sldMaster>
</file>

<file path=ppt/slideMasters/slideMaster12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11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12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2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22" name="PlaceHolder 3"/>
          <p:cNvSpPr>
            <a:spLocks noGrp="1"/>
          </p:cNvSpPr>
          <p:nvPr>
            <p:ph type="ftr" idx="175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23" name="PlaceHolder 4"/>
          <p:cNvSpPr>
            <a:spLocks noGrp="1"/>
          </p:cNvSpPr>
          <p:nvPr>
            <p:ph type="sldNum" idx="17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539A3C6-3C35-44DA-88EF-F4101DB3D0C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222" r:id="rId3"/>
    <p:sldLayoutId id="2147485223" r:id="rId4"/>
    <p:sldLayoutId id="2147485224" r:id="rId5"/>
    <p:sldLayoutId id="2147485225" r:id="rId6"/>
    <p:sldLayoutId id="2147485226" r:id="rId7"/>
    <p:sldLayoutId id="2147485227" r:id="rId8"/>
    <p:sldLayoutId id="2147485228" r:id="rId9"/>
    <p:sldLayoutId id="2147485229" r:id="rId10"/>
    <p:sldLayoutId id="2147485230" r:id="rId11"/>
    <p:sldLayoutId id="2147485231" r:id="rId12"/>
    <p:sldLayoutId id="2147485232" r:id="rId13"/>
    <p:sldLayoutId id="2147485233" r:id="rId14"/>
  </p:sldLayoutIdLst>
</p:sldMaster>
</file>

<file path=ppt/slideMasters/slideMaster12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516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6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163" name="PlaceHolder 3"/>
          <p:cNvSpPr>
            <a:spLocks noGrp="1"/>
          </p:cNvSpPr>
          <p:nvPr>
            <p:ph type="sldNum" idx="17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2982680-B504-4B2F-A6FF-AA0C0CB84990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235" r:id="rId2"/>
    <p:sldLayoutId id="2147485236" r:id="rId3"/>
    <p:sldLayoutId id="2147485237" r:id="rId4"/>
    <p:sldLayoutId id="2147485238" r:id="rId5"/>
    <p:sldLayoutId id="2147485239" r:id="rId6"/>
    <p:sldLayoutId id="2147485240" r:id="rId7"/>
    <p:sldLayoutId id="2147485241" r:id="rId8"/>
    <p:sldLayoutId id="2147485242" r:id="rId9"/>
    <p:sldLayoutId id="2147485243" r:id="rId10"/>
    <p:sldLayoutId id="2147485244" r:id="rId11"/>
    <p:sldLayoutId id="2147485245" r:id="rId12"/>
    <p:sldLayoutId id="2147485246" r:id="rId13"/>
  </p:sldLayoutIdLst>
</p:sldMaster>
</file>

<file path=ppt/slideMasters/slideMaster12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0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20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20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0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248" r:id="rId3"/>
    <p:sldLayoutId id="2147485249" r:id="rId4"/>
    <p:sldLayoutId id="2147485250" r:id="rId5"/>
    <p:sldLayoutId id="2147485251" r:id="rId6"/>
    <p:sldLayoutId id="2147485252" r:id="rId7"/>
    <p:sldLayoutId id="2147485253" r:id="rId8"/>
    <p:sldLayoutId id="2147485254" r:id="rId9"/>
    <p:sldLayoutId id="2147485255" r:id="rId10"/>
    <p:sldLayoutId id="2147485256" r:id="rId11"/>
    <p:sldLayoutId id="2147485257" r:id="rId12"/>
    <p:sldLayoutId id="2147485258" r:id="rId13"/>
    <p:sldLayoutId id="2147485259" r:id="rId14"/>
  </p:sldLayoutIdLst>
</p:sldMaster>
</file>

<file path=ppt/slideMasters/slideMaster12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4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24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5244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524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4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47" name="PlaceHolder 3"/>
          <p:cNvSpPr>
            <a:spLocks noGrp="1"/>
          </p:cNvSpPr>
          <p:nvPr>
            <p:ph type="dt" idx="178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48" name="PlaceHolder 4"/>
          <p:cNvSpPr>
            <a:spLocks noGrp="1"/>
          </p:cNvSpPr>
          <p:nvPr>
            <p:ph type="ftr" idx="179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49" name="PlaceHolder 5"/>
          <p:cNvSpPr>
            <a:spLocks noGrp="1"/>
          </p:cNvSpPr>
          <p:nvPr>
            <p:ph type="sldNum" idx="18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58E9F0B-3757-49B8-AB2A-C03942533BBC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261" r:id="rId4"/>
    <p:sldLayoutId id="2147485262" r:id="rId5"/>
    <p:sldLayoutId id="2147485263" r:id="rId6"/>
    <p:sldLayoutId id="2147485264" r:id="rId7"/>
    <p:sldLayoutId id="2147485265" r:id="rId8"/>
    <p:sldLayoutId id="2147485266" r:id="rId9"/>
    <p:sldLayoutId id="2147485267" r:id="rId10"/>
    <p:sldLayoutId id="2147485268" r:id="rId11"/>
    <p:sldLayoutId id="2147485269" r:id="rId12"/>
    <p:sldLayoutId id="2147485270" r:id="rId13"/>
    <p:sldLayoutId id="2147485271" r:id="rId14"/>
    <p:sldLayoutId id="2147485272" r:id="rId15"/>
  </p:sldLayoutIdLst>
</p:sldMaster>
</file>

<file path=ppt/slideMasters/slideMaster12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8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28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28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9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291" name="PlaceHolder 3"/>
          <p:cNvSpPr>
            <a:spLocks noGrp="1"/>
          </p:cNvSpPr>
          <p:nvPr>
            <p:ph type="sldNum" idx="181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DF98E64-01B6-40E9-8D7A-FAA4603FCA92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274" r:id="rId3"/>
    <p:sldLayoutId id="2147485275" r:id="rId4"/>
    <p:sldLayoutId id="2147485276" r:id="rId5"/>
    <p:sldLayoutId id="2147485277" r:id="rId6"/>
    <p:sldLayoutId id="2147485278" r:id="rId7"/>
    <p:sldLayoutId id="2147485279" r:id="rId8"/>
    <p:sldLayoutId id="2147485280" r:id="rId9"/>
    <p:sldLayoutId id="2147485281" r:id="rId10"/>
    <p:sldLayoutId id="2147485282" r:id="rId11"/>
    <p:sldLayoutId id="2147485283" r:id="rId12"/>
    <p:sldLayoutId id="2147485284" r:id="rId13"/>
    <p:sldLayoutId id="2147485285" r:id="rId14"/>
  </p:sldLayoutIdLst>
</p:sldMaster>
</file>

<file path=ppt/slideMasters/slideMaster12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2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33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33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3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33" name="PlaceHolder 3"/>
          <p:cNvSpPr>
            <a:spLocks noGrp="1"/>
          </p:cNvSpPr>
          <p:nvPr>
            <p:ph type="sldNum" idx="18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3617D93-B22C-4538-BEEE-8EB506ADF286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287" r:id="rId3"/>
    <p:sldLayoutId id="2147485288" r:id="rId4"/>
    <p:sldLayoutId id="2147485289" r:id="rId5"/>
    <p:sldLayoutId id="2147485290" r:id="rId6"/>
    <p:sldLayoutId id="2147485291" r:id="rId7"/>
    <p:sldLayoutId id="2147485292" r:id="rId8"/>
    <p:sldLayoutId id="2147485293" r:id="rId9"/>
    <p:sldLayoutId id="2147485294" r:id="rId10"/>
    <p:sldLayoutId id="2147485295" r:id="rId11"/>
    <p:sldLayoutId id="2147485296" r:id="rId12"/>
    <p:sldLayoutId id="2147485297" r:id="rId13"/>
    <p:sldLayoutId id="2147485298" r:id="rId14"/>
  </p:sldLayoutIdLst>
</p:sldMaster>
</file>

<file path=ppt/slideMasters/slideMaster12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7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37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37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7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375" name="PlaceHolder 3"/>
          <p:cNvSpPr>
            <a:spLocks noGrp="1"/>
          </p:cNvSpPr>
          <p:nvPr>
            <p:ph type="sldNum" idx="18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B4CD280-6190-41C5-BE14-DF199FE20FF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300" r:id="rId3"/>
    <p:sldLayoutId id="2147485301" r:id="rId4"/>
    <p:sldLayoutId id="2147485302" r:id="rId5"/>
    <p:sldLayoutId id="2147485303" r:id="rId6"/>
    <p:sldLayoutId id="2147485304" r:id="rId7"/>
    <p:sldLayoutId id="2147485305" r:id="rId8"/>
    <p:sldLayoutId id="2147485306" r:id="rId9"/>
    <p:sldLayoutId id="2147485307" r:id="rId10"/>
    <p:sldLayoutId id="2147485308" r:id="rId11"/>
    <p:sldLayoutId id="2147485309" r:id="rId12"/>
    <p:sldLayoutId id="2147485310" r:id="rId13"/>
    <p:sldLayoutId id="2147485311" r:id="rId14"/>
  </p:sldLayoutIdLst>
</p:sldMaster>
</file>

<file path=ppt/slideMasters/slideMaster12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1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41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41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1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17" name="PlaceHolder 3"/>
          <p:cNvSpPr>
            <a:spLocks noGrp="1"/>
          </p:cNvSpPr>
          <p:nvPr>
            <p:ph type="ftr" idx="184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18" name="PlaceHolder 4"/>
          <p:cNvSpPr>
            <a:spLocks noGrp="1"/>
          </p:cNvSpPr>
          <p:nvPr>
            <p:ph type="sldNum" idx="18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046F044-8784-4308-8B7E-8D66044AB4E8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313" r:id="rId3"/>
    <p:sldLayoutId id="2147485314" r:id="rId4"/>
    <p:sldLayoutId id="2147485315" r:id="rId5"/>
    <p:sldLayoutId id="2147485316" r:id="rId6"/>
    <p:sldLayoutId id="2147485317" r:id="rId7"/>
    <p:sldLayoutId id="2147485318" r:id="rId8"/>
    <p:sldLayoutId id="2147485319" r:id="rId9"/>
    <p:sldLayoutId id="2147485320" r:id="rId10"/>
    <p:sldLayoutId id="2147485321" r:id="rId11"/>
    <p:sldLayoutId id="2147485322" r:id="rId12"/>
    <p:sldLayoutId id="2147485323" r:id="rId13"/>
    <p:sldLayoutId id="2147485324" r:id="rId14"/>
  </p:sldLayoutIdLst>
</p:sldMaster>
</file>

<file path=ppt/slideMasters/slideMaster13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5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545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5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458" name="PlaceHolder 3"/>
          <p:cNvSpPr>
            <a:spLocks noGrp="1"/>
          </p:cNvSpPr>
          <p:nvPr>
            <p:ph type="sldNum" idx="18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6D3EDFF-A233-4E2A-9F15-E79D7454C8FE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326" r:id="rId2"/>
    <p:sldLayoutId id="2147485327" r:id="rId3"/>
    <p:sldLayoutId id="2147485328" r:id="rId4"/>
    <p:sldLayoutId id="2147485329" r:id="rId5"/>
    <p:sldLayoutId id="2147485330" r:id="rId6"/>
    <p:sldLayoutId id="2147485331" r:id="rId7"/>
    <p:sldLayoutId id="2147485332" r:id="rId8"/>
    <p:sldLayoutId id="2147485333" r:id="rId9"/>
    <p:sldLayoutId id="2147485334" r:id="rId10"/>
    <p:sldLayoutId id="2147485335" r:id="rId11"/>
    <p:sldLayoutId id="2147485336" r:id="rId12"/>
    <p:sldLayoutId id="2147485337" r:id="rId13"/>
  </p:sldLayoutIdLst>
</p:sldMaster>
</file>

<file path=ppt/slideMasters/slideMaster13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9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49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49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49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339" r:id="rId3"/>
    <p:sldLayoutId id="2147485340" r:id="rId4"/>
    <p:sldLayoutId id="2147485341" r:id="rId5"/>
    <p:sldLayoutId id="2147485342" r:id="rId6"/>
    <p:sldLayoutId id="2147485343" r:id="rId7"/>
    <p:sldLayoutId id="2147485344" r:id="rId8"/>
    <p:sldLayoutId id="2147485345" r:id="rId9"/>
    <p:sldLayoutId id="2147485346" r:id="rId10"/>
    <p:sldLayoutId id="2147485347" r:id="rId11"/>
    <p:sldLayoutId id="2147485348" r:id="rId12"/>
    <p:sldLayoutId id="2147485349" r:id="rId13"/>
    <p:sldLayoutId id="2147485350" r:id="rId14"/>
  </p:sldLayoutIdLst>
</p:sldMaster>
</file>

<file path=ppt/slideMasters/slideMaster13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3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53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5539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554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4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42" name="PlaceHolder 3"/>
          <p:cNvSpPr>
            <a:spLocks noGrp="1"/>
          </p:cNvSpPr>
          <p:nvPr>
            <p:ph type="dt" idx="187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43" name="PlaceHolder 4"/>
          <p:cNvSpPr>
            <a:spLocks noGrp="1"/>
          </p:cNvSpPr>
          <p:nvPr>
            <p:ph type="ftr" idx="188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44" name="PlaceHolder 5"/>
          <p:cNvSpPr>
            <a:spLocks noGrp="1"/>
          </p:cNvSpPr>
          <p:nvPr>
            <p:ph type="sldNum" idx="18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03D9E95-2B32-4115-9703-4EA52DCFE682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352" r:id="rId4"/>
    <p:sldLayoutId id="2147485353" r:id="rId5"/>
    <p:sldLayoutId id="2147485354" r:id="rId6"/>
    <p:sldLayoutId id="2147485355" r:id="rId7"/>
    <p:sldLayoutId id="2147485356" r:id="rId8"/>
    <p:sldLayoutId id="2147485357" r:id="rId9"/>
    <p:sldLayoutId id="2147485358" r:id="rId10"/>
    <p:sldLayoutId id="2147485359" r:id="rId11"/>
    <p:sldLayoutId id="2147485360" r:id="rId12"/>
    <p:sldLayoutId id="2147485361" r:id="rId13"/>
    <p:sldLayoutId id="2147485362" r:id="rId14"/>
    <p:sldLayoutId id="2147485363" r:id="rId15"/>
  </p:sldLayoutIdLst>
</p:sldMaster>
</file>

<file path=ppt/slideMasters/slideMaster13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8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58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58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8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586" name="PlaceHolder 3"/>
          <p:cNvSpPr>
            <a:spLocks noGrp="1"/>
          </p:cNvSpPr>
          <p:nvPr>
            <p:ph type="sldNum" idx="190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C73FFB3-6971-42E9-893D-8A6A4D38FC97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365" r:id="rId3"/>
    <p:sldLayoutId id="2147485366" r:id="rId4"/>
    <p:sldLayoutId id="2147485367" r:id="rId5"/>
    <p:sldLayoutId id="2147485368" r:id="rId6"/>
    <p:sldLayoutId id="2147485369" r:id="rId7"/>
    <p:sldLayoutId id="2147485370" r:id="rId8"/>
    <p:sldLayoutId id="2147485371" r:id="rId9"/>
    <p:sldLayoutId id="2147485372" r:id="rId10"/>
    <p:sldLayoutId id="2147485373" r:id="rId11"/>
    <p:sldLayoutId id="2147485374" r:id="rId12"/>
    <p:sldLayoutId id="2147485375" r:id="rId13"/>
    <p:sldLayoutId id="2147485376" r:id="rId14"/>
  </p:sldLayoutIdLst>
</p:sldMaster>
</file>

<file path=ppt/slideMasters/slideMaster13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2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62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62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2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28" name="PlaceHolder 3"/>
          <p:cNvSpPr>
            <a:spLocks noGrp="1"/>
          </p:cNvSpPr>
          <p:nvPr>
            <p:ph type="sldNum" idx="19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0B82053-AC2F-48FE-A1CB-F360BA71F806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378" r:id="rId3"/>
    <p:sldLayoutId id="2147485379" r:id="rId4"/>
    <p:sldLayoutId id="2147485380" r:id="rId5"/>
    <p:sldLayoutId id="2147485381" r:id="rId6"/>
    <p:sldLayoutId id="2147485382" r:id="rId7"/>
    <p:sldLayoutId id="2147485383" r:id="rId8"/>
    <p:sldLayoutId id="2147485384" r:id="rId9"/>
    <p:sldLayoutId id="2147485385" r:id="rId10"/>
    <p:sldLayoutId id="2147485386" r:id="rId11"/>
    <p:sldLayoutId id="2147485387" r:id="rId12"/>
    <p:sldLayoutId id="2147485388" r:id="rId13"/>
    <p:sldLayoutId id="2147485389" r:id="rId14"/>
  </p:sldLayoutIdLst>
</p:sldMaster>
</file>

<file path=ppt/slideMasters/slideMaster13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6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66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66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6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670" name="PlaceHolder 3"/>
          <p:cNvSpPr>
            <a:spLocks noGrp="1"/>
          </p:cNvSpPr>
          <p:nvPr>
            <p:ph type="sldNum" idx="19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748DFEA-1736-41CE-88A8-8963983E1339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391" r:id="rId3"/>
    <p:sldLayoutId id="2147485392" r:id="rId4"/>
    <p:sldLayoutId id="2147485393" r:id="rId5"/>
    <p:sldLayoutId id="2147485394" r:id="rId6"/>
    <p:sldLayoutId id="2147485395" r:id="rId7"/>
    <p:sldLayoutId id="2147485396" r:id="rId8"/>
    <p:sldLayoutId id="2147485397" r:id="rId9"/>
    <p:sldLayoutId id="2147485398" r:id="rId10"/>
    <p:sldLayoutId id="2147485399" r:id="rId11"/>
    <p:sldLayoutId id="2147485400" r:id="rId12"/>
    <p:sldLayoutId id="2147485401" r:id="rId13"/>
    <p:sldLayoutId id="2147485402" r:id="rId14"/>
  </p:sldLayoutIdLst>
</p:sldMaster>
</file>

<file path=ppt/slideMasters/slideMaster13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0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70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71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1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12" name="PlaceHolder 3"/>
          <p:cNvSpPr>
            <a:spLocks noGrp="1"/>
          </p:cNvSpPr>
          <p:nvPr>
            <p:ph type="ftr" idx="193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13" name="PlaceHolder 4"/>
          <p:cNvSpPr>
            <a:spLocks noGrp="1"/>
          </p:cNvSpPr>
          <p:nvPr>
            <p:ph type="sldNum" idx="19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E4BD17F-9C1C-4688-905F-417C9C0BA6C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404" r:id="rId3"/>
    <p:sldLayoutId id="2147485405" r:id="rId4"/>
    <p:sldLayoutId id="2147485406" r:id="rId5"/>
    <p:sldLayoutId id="2147485407" r:id="rId6"/>
    <p:sldLayoutId id="2147485408" r:id="rId7"/>
    <p:sldLayoutId id="2147485409" r:id="rId8"/>
    <p:sldLayoutId id="2147485410" r:id="rId9"/>
    <p:sldLayoutId id="2147485411" r:id="rId10"/>
    <p:sldLayoutId id="2147485412" r:id="rId11"/>
    <p:sldLayoutId id="2147485413" r:id="rId12"/>
    <p:sldLayoutId id="2147485414" r:id="rId13"/>
    <p:sldLayoutId id="2147485415" r:id="rId14"/>
  </p:sldLayoutIdLst>
</p:sldMaster>
</file>

<file path=ppt/slideMasters/slideMaster13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0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575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5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753" name="PlaceHolder 3"/>
          <p:cNvSpPr>
            <a:spLocks noGrp="1"/>
          </p:cNvSpPr>
          <p:nvPr>
            <p:ph type="sldNum" idx="19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5DA768F-8B85-4E29-8C33-950700AC7A66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417" r:id="rId2"/>
    <p:sldLayoutId id="2147485418" r:id="rId3"/>
    <p:sldLayoutId id="2147485419" r:id="rId4"/>
    <p:sldLayoutId id="2147485420" r:id="rId5"/>
    <p:sldLayoutId id="2147485421" r:id="rId6"/>
    <p:sldLayoutId id="2147485422" r:id="rId7"/>
    <p:sldLayoutId id="2147485423" r:id="rId8"/>
    <p:sldLayoutId id="2147485424" r:id="rId9"/>
    <p:sldLayoutId id="2147485425" r:id="rId10"/>
    <p:sldLayoutId id="2147485426" r:id="rId11"/>
    <p:sldLayoutId id="2147485427" r:id="rId12"/>
    <p:sldLayoutId id="2147485428" r:id="rId13"/>
  </p:sldLayoutIdLst>
</p:sldMaster>
</file>

<file path=ppt/slideMasters/slideMaster13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9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79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79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9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430" r:id="rId3"/>
    <p:sldLayoutId id="2147485431" r:id="rId4"/>
    <p:sldLayoutId id="2147485432" r:id="rId5"/>
    <p:sldLayoutId id="2147485433" r:id="rId6"/>
    <p:sldLayoutId id="2147485434" r:id="rId7"/>
    <p:sldLayoutId id="2147485435" r:id="rId8"/>
    <p:sldLayoutId id="2147485436" r:id="rId9"/>
    <p:sldLayoutId id="2147485437" r:id="rId10"/>
    <p:sldLayoutId id="2147485438" r:id="rId11"/>
    <p:sldLayoutId id="2147485439" r:id="rId12"/>
    <p:sldLayoutId id="2147485440" r:id="rId13"/>
    <p:sldLayoutId id="2147485441" r:id="rId14"/>
  </p:sldLayoutIdLst>
</p:sldMaster>
</file>

<file path=ppt/slideMasters/slideMaster13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3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83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5834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583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3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37" name="PlaceHolder 3"/>
          <p:cNvSpPr>
            <a:spLocks noGrp="1"/>
          </p:cNvSpPr>
          <p:nvPr>
            <p:ph type="dt" idx="196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38" name="PlaceHolder 4"/>
          <p:cNvSpPr>
            <a:spLocks noGrp="1"/>
          </p:cNvSpPr>
          <p:nvPr>
            <p:ph type="ftr" idx="197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39" name="PlaceHolder 5"/>
          <p:cNvSpPr>
            <a:spLocks noGrp="1"/>
          </p:cNvSpPr>
          <p:nvPr>
            <p:ph type="sldNum" idx="19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E42CEC3-695F-437D-B6A8-B6ACEFE50D8C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443" r:id="rId4"/>
    <p:sldLayoutId id="2147485444" r:id="rId5"/>
    <p:sldLayoutId id="2147485445" r:id="rId6"/>
    <p:sldLayoutId id="2147485446" r:id="rId7"/>
    <p:sldLayoutId id="2147485447" r:id="rId8"/>
    <p:sldLayoutId id="2147485448" r:id="rId9"/>
    <p:sldLayoutId id="2147485449" r:id="rId10"/>
    <p:sldLayoutId id="2147485450" r:id="rId11"/>
    <p:sldLayoutId id="2147485451" r:id="rId12"/>
    <p:sldLayoutId id="2147485452" r:id="rId13"/>
    <p:sldLayoutId id="2147485453" r:id="rId14"/>
    <p:sldLayoutId id="2147485454" r:id="rId15"/>
  </p:sldLayoutIdLst>
</p:sldMaster>
</file>

<file path=ppt/slideMasters/slideMaster14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7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87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87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8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881" name="PlaceHolder 3"/>
          <p:cNvSpPr>
            <a:spLocks noGrp="1"/>
          </p:cNvSpPr>
          <p:nvPr>
            <p:ph type="sldNum" idx="199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4B2B1AB-EB80-4831-9272-468101EF1F3A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456" r:id="rId3"/>
    <p:sldLayoutId id="2147485457" r:id="rId4"/>
    <p:sldLayoutId id="2147485458" r:id="rId5"/>
    <p:sldLayoutId id="2147485459" r:id="rId6"/>
    <p:sldLayoutId id="2147485460" r:id="rId7"/>
    <p:sldLayoutId id="2147485461" r:id="rId8"/>
    <p:sldLayoutId id="2147485462" r:id="rId9"/>
    <p:sldLayoutId id="2147485463" r:id="rId10"/>
    <p:sldLayoutId id="2147485464" r:id="rId11"/>
    <p:sldLayoutId id="2147485465" r:id="rId12"/>
    <p:sldLayoutId id="2147485466" r:id="rId13"/>
    <p:sldLayoutId id="2147485467" r:id="rId14"/>
  </p:sldLayoutIdLst>
</p:sldMaster>
</file>

<file path=ppt/slideMasters/slideMaster14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1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92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92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2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23" name="PlaceHolder 3"/>
          <p:cNvSpPr>
            <a:spLocks noGrp="1"/>
          </p:cNvSpPr>
          <p:nvPr>
            <p:ph type="sldNum" idx="20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AE8D09F-3B9B-4E15-8AE3-60A16FD38307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469" r:id="rId3"/>
    <p:sldLayoutId id="2147485470" r:id="rId4"/>
    <p:sldLayoutId id="2147485471" r:id="rId5"/>
    <p:sldLayoutId id="2147485472" r:id="rId6"/>
    <p:sldLayoutId id="2147485473" r:id="rId7"/>
    <p:sldLayoutId id="2147485474" r:id="rId8"/>
    <p:sldLayoutId id="2147485475" r:id="rId9"/>
    <p:sldLayoutId id="2147485476" r:id="rId10"/>
    <p:sldLayoutId id="2147485477" r:id="rId11"/>
    <p:sldLayoutId id="2147485478" r:id="rId12"/>
    <p:sldLayoutId id="2147485479" r:id="rId13"/>
    <p:sldLayoutId id="2147485480" r:id="rId14"/>
  </p:sldLayoutIdLst>
</p:sldMaster>
</file>

<file path=ppt/slideMasters/slideMaster14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6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596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596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596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5965" name="PlaceHolder 3"/>
          <p:cNvSpPr>
            <a:spLocks noGrp="1"/>
          </p:cNvSpPr>
          <p:nvPr>
            <p:ph type="sldNum" idx="20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BD8B1D5-BD26-49EC-8E18-5A79D6AB2282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482" r:id="rId3"/>
    <p:sldLayoutId id="2147485483" r:id="rId4"/>
    <p:sldLayoutId id="2147485484" r:id="rId5"/>
    <p:sldLayoutId id="2147485485" r:id="rId6"/>
    <p:sldLayoutId id="2147485486" r:id="rId7"/>
    <p:sldLayoutId id="2147485487" r:id="rId8"/>
    <p:sldLayoutId id="2147485488" r:id="rId9"/>
    <p:sldLayoutId id="2147485489" r:id="rId10"/>
    <p:sldLayoutId id="2147485490" r:id="rId11"/>
    <p:sldLayoutId id="2147485491" r:id="rId12"/>
    <p:sldLayoutId id="2147485492" r:id="rId13"/>
    <p:sldLayoutId id="2147485493" r:id="rId14"/>
  </p:sldLayoutIdLst>
</p:sldMaster>
</file>

<file path=ppt/slideMasters/slideMaster14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0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00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00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0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07" name="PlaceHolder 3"/>
          <p:cNvSpPr>
            <a:spLocks noGrp="1"/>
          </p:cNvSpPr>
          <p:nvPr>
            <p:ph type="ftr" idx="202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08" name="PlaceHolder 4"/>
          <p:cNvSpPr>
            <a:spLocks noGrp="1"/>
          </p:cNvSpPr>
          <p:nvPr>
            <p:ph type="sldNum" idx="20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67106B8-60E6-4AC3-9C62-B5E73DBC9053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495" r:id="rId3"/>
    <p:sldLayoutId id="2147485496" r:id="rId4"/>
    <p:sldLayoutId id="2147485497" r:id="rId5"/>
    <p:sldLayoutId id="2147485498" r:id="rId6"/>
    <p:sldLayoutId id="2147485499" r:id="rId7"/>
    <p:sldLayoutId id="2147485500" r:id="rId8"/>
    <p:sldLayoutId id="2147485501" r:id="rId9"/>
    <p:sldLayoutId id="2147485502" r:id="rId10"/>
    <p:sldLayoutId id="2147485503" r:id="rId11"/>
    <p:sldLayoutId id="2147485504" r:id="rId12"/>
    <p:sldLayoutId id="2147485505" r:id="rId13"/>
    <p:sldLayoutId id="2147485506" r:id="rId14"/>
  </p:sldLayoutIdLst>
</p:sldMaster>
</file>

<file path=ppt/slideMasters/slideMaster14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5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604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4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048" name="PlaceHolder 3"/>
          <p:cNvSpPr>
            <a:spLocks noGrp="1"/>
          </p:cNvSpPr>
          <p:nvPr>
            <p:ph type="sldNum" idx="20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AC9CDE4-284B-4DAF-AEBD-CBA9236FC57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508" r:id="rId2"/>
    <p:sldLayoutId id="2147485509" r:id="rId3"/>
    <p:sldLayoutId id="2147485510" r:id="rId4"/>
    <p:sldLayoutId id="2147485511" r:id="rId5"/>
    <p:sldLayoutId id="2147485512" r:id="rId6"/>
    <p:sldLayoutId id="2147485513" r:id="rId7"/>
    <p:sldLayoutId id="2147485514" r:id="rId8"/>
    <p:sldLayoutId id="2147485515" r:id="rId9"/>
    <p:sldLayoutId id="2147485516" r:id="rId10"/>
    <p:sldLayoutId id="2147485517" r:id="rId11"/>
    <p:sldLayoutId id="2147485518" r:id="rId12"/>
    <p:sldLayoutId id="2147485519" r:id="rId13"/>
  </p:sldLayoutIdLst>
</p:sldMaster>
</file>

<file path=ppt/slideMasters/slideMaster14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8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08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08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8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521" r:id="rId3"/>
    <p:sldLayoutId id="2147485522" r:id="rId4"/>
    <p:sldLayoutId id="2147485523" r:id="rId5"/>
    <p:sldLayoutId id="2147485524" r:id="rId6"/>
    <p:sldLayoutId id="2147485525" r:id="rId7"/>
    <p:sldLayoutId id="2147485526" r:id="rId8"/>
    <p:sldLayoutId id="2147485527" r:id="rId9"/>
    <p:sldLayoutId id="2147485528" r:id="rId10"/>
    <p:sldLayoutId id="2147485529" r:id="rId11"/>
    <p:sldLayoutId id="2147485530" r:id="rId12"/>
    <p:sldLayoutId id="2147485531" r:id="rId13"/>
    <p:sldLayoutId id="2147485532" r:id="rId14"/>
  </p:sldLayoutIdLst>
</p:sldMaster>
</file>

<file path=ppt/slideMasters/slideMaster14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2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12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6129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613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3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32" name="PlaceHolder 3"/>
          <p:cNvSpPr>
            <a:spLocks noGrp="1"/>
          </p:cNvSpPr>
          <p:nvPr>
            <p:ph type="dt" idx="205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33" name="PlaceHolder 4"/>
          <p:cNvSpPr>
            <a:spLocks noGrp="1"/>
          </p:cNvSpPr>
          <p:nvPr>
            <p:ph type="ftr" idx="206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34" name="PlaceHolder 5"/>
          <p:cNvSpPr>
            <a:spLocks noGrp="1"/>
          </p:cNvSpPr>
          <p:nvPr>
            <p:ph type="sldNum" idx="20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7FADE75-6BAE-42F5-BF3F-F4B99A2288A3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534" r:id="rId4"/>
    <p:sldLayoutId id="2147485535" r:id="rId5"/>
    <p:sldLayoutId id="2147485536" r:id="rId6"/>
    <p:sldLayoutId id="2147485537" r:id="rId7"/>
    <p:sldLayoutId id="2147485538" r:id="rId8"/>
    <p:sldLayoutId id="2147485539" r:id="rId9"/>
    <p:sldLayoutId id="2147485540" r:id="rId10"/>
    <p:sldLayoutId id="2147485541" r:id="rId11"/>
    <p:sldLayoutId id="2147485542" r:id="rId12"/>
    <p:sldLayoutId id="2147485543" r:id="rId13"/>
    <p:sldLayoutId id="2147485544" r:id="rId14"/>
    <p:sldLayoutId id="2147485545" r:id="rId15"/>
  </p:sldLayoutIdLst>
</p:sldMaster>
</file>

<file path=ppt/slideMasters/slideMaster14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7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17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17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7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176" name="PlaceHolder 3"/>
          <p:cNvSpPr>
            <a:spLocks noGrp="1"/>
          </p:cNvSpPr>
          <p:nvPr>
            <p:ph type="sldNum" idx="208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E4E5CC1-CEC7-4562-AFC3-EDC5D0A1CEA4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547" r:id="rId3"/>
    <p:sldLayoutId id="2147485548" r:id="rId4"/>
    <p:sldLayoutId id="2147485549" r:id="rId5"/>
    <p:sldLayoutId id="2147485550" r:id="rId6"/>
    <p:sldLayoutId id="2147485551" r:id="rId7"/>
    <p:sldLayoutId id="2147485552" r:id="rId8"/>
    <p:sldLayoutId id="2147485553" r:id="rId9"/>
    <p:sldLayoutId id="2147485554" r:id="rId10"/>
    <p:sldLayoutId id="2147485555" r:id="rId11"/>
    <p:sldLayoutId id="2147485556" r:id="rId12"/>
    <p:sldLayoutId id="2147485557" r:id="rId13"/>
    <p:sldLayoutId id="2147485558" r:id="rId14"/>
  </p:sldLayoutIdLst>
</p:sldMaster>
</file>

<file path=ppt/slideMasters/slideMaster14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1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21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21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1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18" name="PlaceHolder 3"/>
          <p:cNvSpPr>
            <a:spLocks noGrp="1"/>
          </p:cNvSpPr>
          <p:nvPr>
            <p:ph type="sldNum" idx="20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5602EA8-260B-43E3-B184-B77010AB8CC4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560" r:id="rId3"/>
    <p:sldLayoutId id="2147485561" r:id="rId4"/>
    <p:sldLayoutId id="2147485562" r:id="rId5"/>
    <p:sldLayoutId id="2147485563" r:id="rId6"/>
    <p:sldLayoutId id="2147485564" r:id="rId7"/>
    <p:sldLayoutId id="2147485565" r:id="rId8"/>
    <p:sldLayoutId id="2147485566" r:id="rId9"/>
    <p:sldLayoutId id="2147485567" r:id="rId10"/>
    <p:sldLayoutId id="2147485568" r:id="rId11"/>
    <p:sldLayoutId id="2147485569" r:id="rId12"/>
    <p:sldLayoutId id="2147485570" r:id="rId13"/>
    <p:sldLayoutId id="2147485571" r:id="rId14"/>
  </p:sldLayoutIdLst>
</p:sldMaster>
</file>

<file path=ppt/slideMasters/slideMaster14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5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25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25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5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260" name="PlaceHolder 3"/>
          <p:cNvSpPr>
            <a:spLocks noGrp="1"/>
          </p:cNvSpPr>
          <p:nvPr>
            <p:ph type="sldNum" idx="21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EE8FA68-5AE9-4BA6-BBD7-3C425794101A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573" r:id="rId3"/>
    <p:sldLayoutId id="2147485574" r:id="rId4"/>
    <p:sldLayoutId id="2147485575" r:id="rId5"/>
    <p:sldLayoutId id="2147485576" r:id="rId6"/>
    <p:sldLayoutId id="2147485577" r:id="rId7"/>
    <p:sldLayoutId id="2147485578" r:id="rId8"/>
    <p:sldLayoutId id="2147485579" r:id="rId9"/>
    <p:sldLayoutId id="2147485580" r:id="rId10"/>
    <p:sldLayoutId id="2147485581" r:id="rId11"/>
    <p:sldLayoutId id="2147485582" r:id="rId12"/>
    <p:sldLayoutId id="2147485583" r:id="rId13"/>
    <p:sldLayoutId id="2147485584" r:id="rId14"/>
  </p:sldLayoutIdLst>
</p:sldMaster>
</file>

<file path=ppt/slideMasters/slideMaster15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9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29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30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0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02" name="PlaceHolder 3"/>
          <p:cNvSpPr>
            <a:spLocks noGrp="1"/>
          </p:cNvSpPr>
          <p:nvPr>
            <p:ph type="ftr" idx="211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03" name="PlaceHolder 4"/>
          <p:cNvSpPr>
            <a:spLocks noGrp="1"/>
          </p:cNvSpPr>
          <p:nvPr>
            <p:ph type="sldNum" idx="21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2459E9A-AE92-4839-AC51-8384882B2BB4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586" r:id="rId3"/>
    <p:sldLayoutId id="2147485587" r:id="rId4"/>
    <p:sldLayoutId id="2147485588" r:id="rId5"/>
    <p:sldLayoutId id="2147485589" r:id="rId6"/>
    <p:sldLayoutId id="2147485590" r:id="rId7"/>
    <p:sldLayoutId id="2147485591" r:id="rId8"/>
    <p:sldLayoutId id="2147485592" r:id="rId9"/>
    <p:sldLayoutId id="2147485593" r:id="rId10"/>
    <p:sldLayoutId id="2147485594" r:id="rId11"/>
    <p:sldLayoutId id="2147485595" r:id="rId12"/>
    <p:sldLayoutId id="2147485596" r:id="rId13"/>
    <p:sldLayoutId id="2147485597" r:id="rId14"/>
  </p:sldLayoutIdLst>
</p:sldMaster>
</file>

<file path=ppt/slideMasters/slideMaster15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0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634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4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343" name="PlaceHolder 3"/>
          <p:cNvSpPr>
            <a:spLocks noGrp="1"/>
          </p:cNvSpPr>
          <p:nvPr>
            <p:ph type="sldNum" idx="21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D7CC1E2-E8F7-4825-9F32-22EF77359AD2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599" r:id="rId2"/>
    <p:sldLayoutId id="2147485600" r:id="rId3"/>
    <p:sldLayoutId id="2147485601" r:id="rId4"/>
    <p:sldLayoutId id="2147485602" r:id="rId5"/>
    <p:sldLayoutId id="2147485603" r:id="rId6"/>
    <p:sldLayoutId id="2147485604" r:id="rId7"/>
    <p:sldLayoutId id="2147485605" r:id="rId8"/>
    <p:sldLayoutId id="2147485606" r:id="rId9"/>
    <p:sldLayoutId id="2147485607" r:id="rId10"/>
    <p:sldLayoutId id="2147485608" r:id="rId11"/>
    <p:sldLayoutId id="2147485609" r:id="rId12"/>
    <p:sldLayoutId id="2147485610" r:id="rId13"/>
  </p:sldLayoutIdLst>
</p:sldMaster>
</file>

<file path=ppt/slideMasters/slideMaster15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8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38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38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8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612" r:id="rId3"/>
    <p:sldLayoutId id="2147485613" r:id="rId4"/>
    <p:sldLayoutId id="2147485614" r:id="rId5"/>
    <p:sldLayoutId id="2147485615" r:id="rId6"/>
    <p:sldLayoutId id="2147485616" r:id="rId7"/>
    <p:sldLayoutId id="2147485617" r:id="rId8"/>
    <p:sldLayoutId id="2147485618" r:id="rId9"/>
    <p:sldLayoutId id="2147485619" r:id="rId10"/>
    <p:sldLayoutId id="2147485620" r:id="rId11"/>
    <p:sldLayoutId id="2147485621" r:id="rId12"/>
    <p:sldLayoutId id="2147485622" r:id="rId13"/>
    <p:sldLayoutId id="2147485623" r:id="rId14"/>
  </p:sldLayoutIdLst>
</p:sldMaster>
</file>

<file path=ppt/slideMasters/slideMaster15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2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42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6424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642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2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27" name="PlaceHolder 3"/>
          <p:cNvSpPr>
            <a:spLocks noGrp="1"/>
          </p:cNvSpPr>
          <p:nvPr>
            <p:ph type="dt" idx="214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28" name="PlaceHolder 4"/>
          <p:cNvSpPr>
            <a:spLocks noGrp="1"/>
          </p:cNvSpPr>
          <p:nvPr>
            <p:ph type="ftr" idx="215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29" name="PlaceHolder 5"/>
          <p:cNvSpPr>
            <a:spLocks noGrp="1"/>
          </p:cNvSpPr>
          <p:nvPr>
            <p:ph type="sldNum" idx="21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0B5C3B4-EE44-47C2-B524-7E1F3DA55D40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625" r:id="rId4"/>
    <p:sldLayoutId id="2147485626" r:id="rId5"/>
    <p:sldLayoutId id="2147485627" r:id="rId6"/>
    <p:sldLayoutId id="2147485628" r:id="rId7"/>
    <p:sldLayoutId id="2147485629" r:id="rId8"/>
    <p:sldLayoutId id="2147485630" r:id="rId9"/>
    <p:sldLayoutId id="2147485631" r:id="rId10"/>
    <p:sldLayoutId id="2147485632" r:id="rId11"/>
    <p:sldLayoutId id="2147485633" r:id="rId12"/>
    <p:sldLayoutId id="2147485634" r:id="rId13"/>
    <p:sldLayoutId id="2147485635" r:id="rId14"/>
    <p:sldLayoutId id="2147485636" r:id="rId15"/>
  </p:sldLayoutIdLst>
</p:sldMaster>
</file>

<file path=ppt/slideMasters/slideMaster15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6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46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46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7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471" name="PlaceHolder 3"/>
          <p:cNvSpPr>
            <a:spLocks noGrp="1"/>
          </p:cNvSpPr>
          <p:nvPr>
            <p:ph type="sldNum" idx="217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9C0CF44-51E3-43F4-AE3D-F352D82B39F6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638" r:id="rId3"/>
    <p:sldLayoutId id="2147485639" r:id="rId4"/>
    <p:sldLayoutId id="2147485640" r:id="rId5"/>
    <p:sldLayoutId id="2147485641" r:id="rId6"/>
    <p:sldLayoutId id="2147485642" r:id="rId7"/>
    <p:sldLayoutId id="2147485643" r:id="rId8"/>
    <p:sldLayoutId id="2147485644" r:id="rId9"/>
    <p:sldLayoutId id="2147485645" r:id="rId10"/>
    <p:sldLayoutId id="2147485646" r:id="rId11"/>
    <p:sldLayoutId id="2147485647" r:id="rId12"/>
    <p:sldLayoutId id="2147485648" r:id="rId13"/>
    <p:sldLayoutId id="2147485649" r:id="rId14"/>
  </p:sldLayoutIdLst>
</p:sldMaster>
</file>

<file path=ppt/slideMasters/slideMaster15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0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51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51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1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13" name="PlaceHolder 3"/>
          <p:cNvSpPr>
            <a:spLocks noGrp="1"/>
          </p:cNvSpPr>
          <p:nvPr>
            <p:ph type="sldNum" idx="21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800BA8E-FBE7-4F91-829A-221CF6C61C99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651" r:id="rId3"/>
    <p:sldLayoutId id="2147485652" r:id="rId4"/>
    <p:sldLayoutId id="2147485653" r:id="rId5"/>
    <p:sldLayoutId id="2147485654" r:id="rId6"/>
    <p:sldLayoutId id="2147485655" r:id="rId7"/>
    <p:sldLayoutId id="2147485656" r:id="rId8"/>
    <p:sldLayoutId id="2147485657" r:id="rId9"/>
    <p:sldLayoutId id="2147485658" r:id="rId10"/>
    <p:sldLayoutId id="2147485659" r:id="rId11"/>
    <p:sldLayoutId id="2147485660" r:id="rId12"/>
    <p:sldLayoutId id="2147485661" r:id="rId13"/>
    <p:sldLayoutId id="2147485662" r:id="rId14"/>
  </p:sldLayoutIdLst>
</p:sldMaster>
</file>

<file path=ppt/slideMasters/slideMaster15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5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55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55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5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55" name="PlaceHolder 3"/>
          <p:cNvSpPr>
            <a:spLocks noGrp="1"/>
          </p:cNvSpPr>
          <p:nvPr>
            <p:ph type="sldNum" idx="21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B7A80A8-3F06-437F-A4D0-1AD2A0AD7CC4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664" r:id="rId3"/>
    <p:sldLayoutId id="2147485665" r:id="rId4"/>
    <p:sldLayoutId id="2147485666" r:id="rId5"/>
    <p:sldLayoutId id="2147485667" r:id="rId6"/>
    <p:sldLayoutId id="2147485668" r:id="rId7"/>
    <p:sldLayoutId id="2147485669" r:id="rId8"/>
    <p:sldLayoutId id="2147485670" r:id="rId9"/>
    <p:sldLayoutId id="2147485671" r:id="rId10"/>
    <p:sldLayoutId id="2147485672" r:id="rId11"/>
    <p:sldLayoutId id="2147485673" r:id="rId12"/>
    <p:sldLayoutId id="2147485674" r:id="rId13"/>
    <p:sldLayoutId id="2147485675" r:id="rId14"/>
  </p:sldLayoutIdLst>
</p:sldMaster>
</file>

<file path=ppt/slideMasters/slideMaster15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9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59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59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9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597" name="PlaceHolder 3"/>
          <p:cNvSpPr>
            <a:spLocks noGrp="1"/>
          </p:cNvSpPr>
          <p:nvPr>
            <p:ph type="ftr" idx="220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98" name="PlaceHolder 4"/>
          <p:cNvSpPr>
            <a:spLocks noGrp="1"/>
          </p:cNvSpPr>
          <p:nvPr>
            <p:ph type="sldNum" idx="22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B0D11E0-D4F8-4C93-9E83-04D7FDE53041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677" r:id="rId3"/>
    <p:sldLayoutId id="2147485678" r:id="rId4"/>
    <p:sldLayoutId id="2147485679" r:id="rId5"/>
    <p:sldLayoutId id="2147485680" r:id="rId6"/>
    <p:sldLayoutId id="2147485681" r:id="rId7"/>
    <p:sldLayoutId id="2147485682" r:id="rId8"/>
    <p:sldLayoutId id="2147485683" r:id="rId9"/>
    <p:sldLayoutId id="2147485684" r:id="rId10"/>
    <p:sldLayoutId id="2147485685" r:id="rId11"/>
    <p:sldLayoutId id="2147485686" r:id="rId12"/>
    <p:sldLayoutId id="2147485687" r:id="rId13"/>
    <p:sldLayoutId id="2147485688" r:id="rId14"/>
  </p:sldLayoutIdLst>
</p:sldMaster>
</file>

<file path=ppt/slideMasters/slideMaster15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5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663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3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638" name="PlaceHolder 3"/>
          <p:cNvSpPr>
            <a:spLocks noGrp="1"/>
          </p:cNvSpPr>
          <p:nvPr>
            <p:ph type="sldNum" idx="22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22713F8-A542-4D2B-A070-2ACE9B2304B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690" r:id="rId2"/>
    <p:sldLayoutId id="2147485691" r:id="rId3"/>
    <p:sldLayoutId id="2147485692" r:id="rId4"/>
    <p:sldLayoutId id="2147485693" r:id="rId5"/>
    <p:sldLayoutId id="2147485694" r:id="rId6"/>
    <p:sldLayoutId id="2147485695" r:id="rId7"/>
    <p:sldLayoutId id="2147485696" r:id="rId8"/>
    <p:sldLayoutId id="2147485697" r:id="rId9"/>
    <p:sldLayoutId id="2147485698" r:id="rId10"/>
    <p:sldLayoutId id="2147485699" r:id="rId11"/>
    <p:sldLayoutId id="2147485700" r:id="rId12"/>
    <p:sldLayoutId id="2147485701" r:id="rId13"/>
  </p:sldLayoutIdLst>
</p:sldMaster>
</file>

<file path=ppt/slideMasters/slideMaster15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7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67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67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67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703" r:id="rId3"/>
    <p:sldLayoutId id="2147485704" r:id="rId4"/>
    <p:sldLayoutId id="2147485705" r:id="rId5"/>
    <p:sldLayoutId id="2147485706" r:id="rId6"/>
    <p:sldLayoutId id="2147485707" r:id="rId7"/>
    <p:sldLayoutId id="2147485708" r:id="rId8"/>
    <p:sldLayoutId id="2147485709" r:id="rId9"/>
    <p:sldLayoutId id="2147485710" r:id="rId10"/>
    <p:sldLayoutId id="2147485711" r:id="rId11"/>
    <p:sldLayoutId id="2147485712" r:id="rId12"/>
    <p:sldLayoutId id="2147485713" r:id="rId13"/>
    <p:sldLayoutId id="2147485714" r:id="rId14"/>
  </p:sldLayoutIdLst>
</p:sldMaster>
</file>

<file path=ppt/slideMasters/slideMaster16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1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71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71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2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21" name="PlaceHolder 3"/>
          <p:cNvSpPr>
            <a:spLocks noGrp="1"/>
          </p:cNvSpPr>
          <p:nvPr>
            <p:ph type="ftr" idx="223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4840" bIns="0" anchor="t">
            <a:noAutofit/>
          </a:bodyPr>
          <a:lstStyle>
            <a:lvl1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  <a:defRPr b="0" i="1" lang="en-GB" sz="900" spc="-1" strike="noStrike">
                <a:solidFill>
                  <a:srgbClr val="002e56"/>
                </a:solidFill>
                <a:latin typeface="Times New Roman"/>
              </a:defRPr>
            </a:lvl1pPr>
          </a:lstStyle>
          <a:p>
            <a: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</a:pPr>
            <a:r>
              <a:rPr b="0" i="1" lang="en-GB" sz="900" spc="-1" strike="noStrike">
                <a:solidFill>
                  <a:srgbClr val="002e56"/>
                </a:solidFill>
                <a:latin typeface="Times New Roman"/>
              </a:rPr>
              <a:t>CONFIDENTIAL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716" r:id="rId3"/>
    <p:sldLayoutId id="2147485717" r:id="rId4"/>
    <p:sldLayoutId id="2147485718" r:id="rId5"/>
    <p:sldLayoutId id="2147485719" r:id="rId6"/>
    <p:sldLayoutId id="2147485720" r:id="rId7"/>
    <p:sldLayoutId id="2147485721" r:id="rId8"/>
    <p:sldLayoutId id="2147485722" r:id="rId9"/>
    <p:sldLayoutId id="2147485723" r:id="rId10"/>
    <p:sldLayoutId id="2147485724" r:id="rId11"/>
    <p:sldLayoutId id="2147485725" r:id="rId12"/>
    <p:sldLayoutId id="2147485726" r:id="rId13"/>
    <p:sldLayoutId id="2147485727" r:id="rId14"/>
  </p:sldLayoutIdLst>
</p:sldMaster>
</file>

<file path=ppt/slideMasters/slideMaster16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5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76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6761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676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63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764" name="PlaceHolder 3"/>
          <p:cNvSpPr>
            <a:spLocks noGrp="1"/>
          </p:cNvSpPr>
          <p:nvPr>
            <p:ph type="dt" idx="224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65" name="PlaceHolder 4"/>
          <p:cNvSpPr>
            <a:spLocks noGrp="1"/>
          </p:cNvSpPr>
          <p:nvPr>
            <p:ph type="ftr" idx="225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766" name="PlaceHolder 5"/>
          <p:cNvSpPr>
            <a:spLocks noGrp="1"/>
          </p:cNvSpPr>
          <p:nvPr>
            <p:ph type="sldNum" idx="22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A75326B-59CE-434B-92B9-5A3C3F99F2F5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729" r:id="rId4"/>
    <p:sldLayoutId id="2147485730" r:id="rId5"/>
    <p:sldLayoutId id="2147485731" r:id="rId6"/>
    <p:sldLayoutId id="2147485732" r:id="rId7"/>
    <p:sldLayoutId id="2147485733" r:id="rId8"/>
    <p:sldLayoutId id="2147485734" r:id="rId9"/>
    <p:sldLayoutId id="2147485735" r:id="rId10"/>
    <p:sldLayoutId id="2147485736" r:id="rId11"/>
    <p:sldLayoutId id="2147485737" r:id="rId12"/>
    <p:sldLayoutId id="2147485738" r:id="rId13"/>
    <p:sldLayoutId id="2147485739" r:id="rId14"/>
    <p:sldLayoutId id="2147485740" r:id="rId15"/>
  </p:sldLayoutIdLst>
</p:sldMaster>
</file>

<file path=ppt/slideMasters/slideMaster16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0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80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80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0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08" name="PlaceHolder 3"/>
          <p:cNvSpPr>
            <a:spLocks noGrp="1"/>
          </p:cNvSpPr>
          <p:nvPr>
            <p:ph type="sldNum" idx="227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BE37D4E-A12B-4DB1-8492-32F84C0D4278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742" r:id="rId3"/>
    <p:sldLayoutId id="2147485743" r:id="rId4"/>
    <p:sldLayoutId id="2147485744" r:id="rId5"/>
    <p:sldLayoutId id="2147485745" r:id="rId6"/>
    <p:sldLayoutId id="2147485746" r:id="rId7"/>
    <p:sldLayoutId id="2147485747" r:id="rId8"/>
    <p:sldLayoutId id="2147485748" r:id="rId9"/>
    <p:sldLayoutId id="2147485749" r:id="rId10"/>
    <p:sldLayoutId id="2147485750" r:id="rId11"/>
    <p:sldLayoutId id="2147485751" r:id="rId12"/>
    <p:sldLayoutId id="2147485752" r:id="rId13"/>
    <p:sldLayoutId id="2147485753" r:id="rId14"/>
  </p:sldLayoutIdLst>
</p:sldMaster>
</file>

<file path=ppt/slideMasters/slideMaster16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4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84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84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4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50" name="PlaceHolder 3"/>
          <p:cNvSpPr>
            <a:spLocks noGrp="1"/>
          </p:cNvSpPr>
          <p:nvPr>
            <p:ph type="sldNum" idx="22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1684C77-95A0-48FA-B5DD-0D0C8426F82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755" r:id="rId3"/>
    <p:sldLayoutId id="2147485756" r:id="rId4"/>
    <p:sldLayoutId id="2147485757" r:id="rId5"/>
    <p:sldLayoutId id="2147485758" r:id="rId6"/>
    <p:sldLayoutId id="2147485759" r:id="rId7"/>
    <p:sldLayoutId id="2147485760" r:id="rId8"/>
    <p:sldLayoutId id="2147485761" r:id="rId9"/>
    <p:sldLayoutId id="2147485762" r:id="rId10"/>
    <p:sldLayoutId id="2147485763" r:id="rId11"/>
    <p:sldLayoutId id="2147485764" r:id="rId12"/>
    <p:sldLayoutId id="2147485765" r:id="rId13"/>
    <p:sldLayoutId id="2147485766" r:id="rId14"/>
  </p:sldLayoutIdLst>
</p:sldMaster>
</file>

<file path=ppt/slideMasters/slideMaster16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8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88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89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89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892" name="PlaceHolder 3"/>
          <p:cNvSpPr>
            <a:spLocks noGrp="1"/>
          </p:cNvSpPr>
          <p:nvPr>
            <p:ph type="sldNum" idx="22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2AD4520-1D33-43D2-9C81-EDED26B3D127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768" r:id="rId3"/>
    <p:sldLayoutId id="2147485769" r:id="rId4"/>
    <p:sldLayoutId id="2147485770" r:id="rId5"/>
    <p:sldLayoutId id="2147485771" r:id="rId6"/>
    <p:sldLayoutId id="2147485772" r:id="rId7"/>
    <p:sldLayoutId id="2147485773" r:id="rId8"/>
    <p:sldLayoutId id="2147485774" r:id="rId9"/>
    <p:sldLayoutId id="2147485775" r:id="rId10"/>
    <p:sldLayoutId id="2147485776" r:id="rId11"/>
    <p:sldLayoutId id="2147485777" r:id="rId12"/>
    <p:sldLayoutId id="2147485778" r:id="rId13"/>
    <p:sldLayoutId id="2147485779" r:id="rId14"/>
  </p:sldLayoutIdLst>
</p:sldMaster>
</file>

<file path=ppt/slideMasters/slideMaster16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3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693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693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33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34" name="PlaceHolder 3"/>
          <p:cNvSpPr>
            <a:spLocks noGrp="1"/>
          </p:cNvSpPr>
          <p:nvPr>
            <p:ph type="ftr" idx="230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35" name="PlaceHolder 4"/>
          <p:cNvSpPr>
            <a:spLocks noGrp="1"/>
          </p:cNvSpPr>
          <p:nvPr>
            <p:ph type="sldNum" idx="23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DFEACA9-E34B-409A-B6AD-A4AE4F47DB65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781" r:id="rId3"/>
    <p:sldLayoutId id="2147485782" r:id="rId4"/>
    <p:sldLayoutId id="2147485783" r:id="rId5"/>
    <p:sldLayoutId id="2147485784" r:id="rId6"/>
    <p:sldLayoutId id="2147485785" r:id="rId7"/>
    <p:sldLayoutId id="2147485786" r:id="rId8"/>
    <p:sldLayoutId id="2147485787" r:id="rId9"/>
    <p:sldLayoutId id="2147485788" r:id="rId10"/>
    <p:sldLayoutId id="2147485789" r:id="rId11"/>
    <p:sldLayoutId id="2147485790" r:id="rId12"/>
    <p:sldLayoutId id="2147485791" r:id="rId13"/>
    <p:sldLayoutId id="2147485792" r:id="rId14"/>
  </p:sldLayoutIdLst>
</p:sldMaster>
</file>

<file path=ppt/slideMasters/slideMaster16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2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697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7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6975" name="PlaceHolder 3"/>
          <p:cNvSpPr>
            <a:spLocks noGrp="1"/>
          </p:cNvSpPr>
          <p:nvPr>
            <p:ph type="sldNum" idx="23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0D8E0EB-3AA0-4487-BA70-6111BFAEA406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794" r:id="rId2"/>
    <p:sldLayoutId id="2147485795" r:id="rId3"/>
    <p:sldLayoutId id="2147485796" r:id="rId4"/>
    <p:sldLayoutId id="2147485797" r:id="rId5"/>
    <p:sldLayoutId id="2147485798" r:id="rId6"/>
    <p:sldLayoutId id="2147485799" r:id="rId7"/>
    <p:sldLayoutId id="2147485800" r:id="rId8"/>
    <p:sldLayoutId id="2147485801" r:id="rId9"/>
    <p:sldLayoutId id="2147485802" r:id="rId10"/>
    <p:sldLayoutId id="2147485803" r:id="rId11"/>
    <p:sldLayoutId id="2147485804" r:id="rId12"/>
    <p:sldLayoutId id="2147485805" r:id="rId13"/>
  </p:sldLayoutIdLst>
</p:sldMaster>
</file>

<file path=ppt/slideMasters/slideMaster16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1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01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01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1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807" r:id="rId3"/>
    <p:sldLayoutId id="2147485808" r:id="rId4"/>
    <p:sldLayoutId id="2147485809" r:id="rId5"/>
    <p:sldLayoutId id="2147485810" r:id="rId6"/>
    <p:sldLayoutId id="2147485811" r:id="rId7"/>
    <p:sldLayoutId id="2147485812" r:id="rId8"/>
    <p:sldLayoutId id="2147485813" r:id="rId9"/>
    <p:sldLayoutId id="2147485814" r:id="rId10"/>
    <p:sldLayoutId id="2147485815" r:id="rId11"/>
    <p:sldLayoutId id="2147485816" r:id="rId12"/>
    <p:sldLayoutId id="2147485817" r:id="rId13"/>
    <p:sldLayoutId id="2147485818" r:id="rId14"/>
  </p:sldLayoutIdLst>
</p:sldMaster>
</file>

<file path=ppt/slideMasters/slideMaster16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5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05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05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5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058" name="PlaceHolder 3"/>
          <p:cNvSpPr>
            <a:spLocks noGrp="1"/>
          </p:cNvSpPr>
          <p:nvPr>
            <p:ph type="ftr" idx="233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4840" bIns="0" anchor="t">
            <a:noAutofit/>
          </a:bodyPr>
          <a:lstStyle>
            <a:lvl1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  <a:defRPr b="0" i="1" lang="en-GB" sz="900" spc="-1" strike="noStrike">
                <a:solidFill>
                  <a:srgbClr val="002e56"/>
                </a:solidFill>
                <a:latin typeface="Times New Roman"/>
              </a:defRPr>
            </a:lvl1pPr>
          </a:lstStyle>
          <a:p>
            <a: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</a:pPr>
            <a:r>
              <a:rPr b="0" i="1" lang="en-GB" sz="900" spc="-1" strike="noStrike">
                <a:solidFill>
                  <a:srgbClr val="002e56"/>
                </a:solidFill>
                <a:latin typeface="Times New Roman"/>
              </a:rPr>
              <a:t>CONFIDENTIAL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820" r:id="rId3"/>
    <p:sldLayoutId id="2147485821" r:id="rId4"/>
    <p:sldLayoutId id="2147485822" r:id="rId5"/>
    <p:sldLayoutId id="2147485823" r:id="rId6"/>
    <p:sldLayoutId id="2147485824" r:id="rId7"/>
    <p:sldLayoutId id="2147485825" r:id="rId8"/>
    <p:sldLayoutId id="2147485826" r:id="rId9"/>
    <p:sldLayoutId id="2147485827" r:id="rId10"/>
    <p:sldLayoutId id="2147485828" r:id="rId11"/>
    <p:sldLayoutId id="2147485829" r:id="rId12"/>
    <p:sldLayoutId id="2147485830" r:id="rId13"/>
    <p:sldLayoutId id="2147485831" r:id="rId14"/>
  </p:sldLayoutIdLst>
</p:sldMaster>
</file>

<file path=ppt/slideMasters/slideMaster16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9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09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7098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709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0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01" name="PlaceHolder 3"/>
          <p:cNvSpPr>
            <a:spLocks noGrp="1"/>
          </p:cNvSpPr>
          <p:nvPr>
            <p:ph type="dt" idx="234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02" name="PlaceHolder 4"/>
          <p:cNvSpPr>
            <a:spLocks noGrp="1"/>
          </p:cNvSpPr>
          <p:nvPr>
            <p:ph type="ftr" idx="235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03" name="PlaceHolder 5"/>
          <p:cNvSpPr>
            <a:spLocks noGrp="1"/>
          </p:cNvSpPr>
          <p:nvPr>
            <p:ph type="sldNum" idx="23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F035990-1D55-4C9C-8DD3-12BA89FE2E88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833" r:id="rId4"/>
    <p:sldLayoutId id="2147485834" r:id="rId5"/>
    <p:sldLayoutId id="2147485835" r:id="rId6"/>
    <p:sldLayoutId id="2147485836" r:id="rId7"/>
    <p:sldLayoutId id="2147485837" r:id="rId8"/>
    <p:sldLayoutId id="2147485838" r:id="rId9"/>
    <p:sldLayoutId id="2147485839" r:id="rId10"/>
    <p:sldLayoutId id="2147485840" r:id="rId11"/>
    <p:sldLayoutId id="2147485841" r:id="rId12"/>
    <p:sldLayoutId id="2147485842" r:id="rId13"/>
    <p:sldLayoutId id="2147485843" r:id="rId14"/>
    <p:sldLayoutId id="2147485844" r:id="rId15"/>
  </p:sldLayoutIdLst>
</p:sldMaster>
</file>

<file path=ppt/slideMasters/slideMaster17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4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14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14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4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45" name="PlaceHolder 3"/>
          <p:cNvSpPr>
            <a:spLocks noGrp="1"/>
          </p:cNvSpPr>
          <p:nvPr>
            <p:ph type="sldNum" idx="237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8B25A6C-9109-4BA9-9ABD-9FBCD7815E95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846" r:id="rId3"/>
    <p:sldLayoutId id="2147485847" r:id="rId4"/>
    <p:sldLayoutId id="2147485848" r:id="rId5"/>
    <p:sldLayoutId id="2147485849" r:id="rId6"/>
    <p:sldLayoutId id="2147485850" r:id="rId7"/>
    <p:sldLayoutId id="2147485851" r:id="rId8"/>
    <p:sldLayoutId id="2147485852" r:id="rId9"/>
    <p:sldLayoutId id="2147485853" r:id="rId10"/>
    <p:sldLayoutId id="2147485854" r:id="rId11"/>
    <p:sldLayoutId id="2147485855" r:id="rId12"/>
    <p:sldLayoutId id="2147485856" r:id="rId13"/>
    <p:sldLayoutId id="2147485857" r:id="rId14"/>
  </p:sldLayoutIdLst>
</p:sldMaster>
</file>

<file path=ppt/slideMasters/slideMaster17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8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18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18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18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187" name="PlaceHolder 3"/>
          <p:cNvSpPr>
            <a:spLocks noGrp="1"/>
          </p:cNvSpPr>
          <p:nvPr>
            <p:ph type="sldNum" idx="23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1BE8BE4-6981-4341-86CA-6F453FBFCC81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859" r:id="rId3"/>
    <p:sldLayoutId id="2147485860" r:id="rId4"/>
    <p:sldLayoutId id="2147485861" r:id="rId5"/>
    <p:sldLayoutId id="2147485862" r:id="rId6"/>
    <p:sldLayoutId id="2147485863" r:id="rId7"/>
    <p:sldLayoutId id="2147485864" r:id="rId8"/>
    <p:sldLayoutId id="2147485865" r:id="rId9"/>
    <p:sldLayoutId id="2147485866" r:id="rId10"/>
    <p:sldLayoutId id="2147485867" r:id="rId11"/>
    <p:sldLayoutId id="2147485868" r:id="rId12"/>
    <p:sldLayoutId id="2147485869" r:id="rId13"/>
    <p:sldLayoutId id="2147485870" r:id="rId14"/>
  </p:sldLayoutIdLst>
</p:sldMaster>
</file>

<file path=ppt/slideMasters/slideMaster17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2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22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22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2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29" name="PlaceHolder 3"/>
          <p:cNvSpPr>
            <a:spLocks noGrp="1"/>
          </p:cNvSpPr>
          <p:nvPr>
            <p:ph type="sldNum" idx="23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A67EF71-23ED-4904-BAEE-C6F1EB0EC62E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872" r:id="rId3"/>
    <p:sldLayoutId id="2147485873" r:id="rId4"/>
    <p:sldLayoutId id="2147485874" r:id="rId5"/>
    <p:sldLayoutId id="2147485875" r:id="rId6"/>
    <p:sldLayoutId id="2147485876" r:id="rId7"/>
    <p:sldLayoutId id="2147485877" r:id="rId8"/>
    <p:sldLayoutId id="2147485878" r:id="rId9"/>
    <p:sldLayoutId id="2147485879" r:id="rId10"/>
    <p:sldLayoutId id="2147485880" r:id="rId11"/>
    <p:sldLayoutId id="2147485881" r:id="rId12"/>
    <p:sldLayoutId id="2147485882" r:id="rId13"/>
    <p:sldLayoutId id="2147485883" r:id="rId14"/>
  </p:sldLayoutIdLst>
</p:sldMaster>
</file>

<file path=ppt/slideMasters/slideMaster17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6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26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26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7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271" name="PlaceHolder 3"/>
          <p:cNvSpPr>
            <a:spLocks noGrp="1"/>
          </p:cNvSpPr>
          <p:nvPr>
            <p:ph type="ftr" idx="240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272" name="PlaceHolder 4"/>
          <p:cNvSpPr>
            <a:spLocks noGrp="1"/>
          </p:cNvSpPr>
          <p:nvPr>
            <p:ph type="sldNum" idx="24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DB64C0B-1684-43D7-B2BD-71CEEBF8ADF9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885" r:id="rId3"/>
    <p:sldLayoutId id="2147485886" r:id="rId4"/>
    <p:sldLayoutId id="2147485887" r:id="rId5"/>
    <p:sldLayoutId id="2147485888" r:id="rId6"/>
    <p:sldLayoutId id="2147485889" r:id="rId7"/>
    <p:sldLayoutId id="2147485890" r:id="rId8"/>
    <p:sldLayoutId id="2147485891" r:id="rId9"/>
    <p:sldLayoutId id="2147485892" r:id="rId10"/>
    <p:sldLayoutId id="2147485893" r:id="rId11"/>
    <p:sldLayoutId id="2147485894" r:id="rId12"/>
    <p:sldLayoutId id="2147485895" r:id="rId13"/>
    <p:sldLayoutId id="2147485896" r:id="rId14"/>
  </p:sldLayoutIdLst>
</p:sldMaster>
</file>

<file path=ppt/slideMasters/slideMaster17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9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731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1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12" name="PlaceHolder 3"/>
          <p:cNvSpPr>
            <a:spLocks noGrp="1"/>
          </p:cNvSpPr>
          <p:nvPr>
            <p:ph type="sldNum" idx="24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BB0623E-F07E-40E7-AAAF-ADAFF0F81D5D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898" r:id="rId2"/>
    <p:sldLayoutId id="2147485899" r:id="rId3"/>
    <p:sldLayoutId id="2147485900" r:id="rId4"/>
    <p:sldLayoutId id="2147485901" r:id="rId5"/>
    <p:sldLayoutId id="2147485902" r:id="rId6"/>
    <p:sldLayoutId id="2147485903" r:id="rId7"/>
    <p:sldLayoutId id="2147485904" r:id="rId8"/>
    <p:sldLayoutId id="2147485905" r:id="rId9"/>
    <p:sldLayoutId id="2147485906" r:id="rId10"/>
    <p:sldLayoutId id="2147485907" r:id="rId11"/>
    <p:sldLayoutId id="2147485908" r:id="rId12"/>
    <p:sldLayoutId id="2147485909" r:id="rId13"/>
  </p:sldLayoutIdLst>
</p:sldMaster>
</file>

<file path=ppt/slideMasters/slideMaster17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5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35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35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53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911" r:id="rId3"/>
    <p:sldLayoutId id="2147485912" r:id="rId4"/>
    <p:sldLayoutId id="2147485913" r:id="rId5"/>
    <p:sldLayoutId id="2147485914" r:id="rId6"/>
    <p:sldLayoutId id="2147485915" r:id="rId7"/>
    <p:sldLayoutId id="2147485916" r:id="rId8"/>
    <p:sldLayoutId id="2147485917" r:id="rId9"/>
    <p:sldLayoutId id="2147485918" r:id="rId10"/>
    <p:sldLayoutId id="2147485919" r:id="rId11"/>
    <p:sldLayoutId id="2147485920" r:id="rId12"/>
    <p:sldLayoutId id="2147485921" r:id="rId13"/>
    <p:sldLayoutId id="2147485922" r:id="rId14"/>
  </p:sldLayoutIdLst>
</p:sldMaster>
</file>

<file path=ppt/slideMasters/slideMaster17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9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39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7393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739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9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396" name="PlaceHolder 3"/>
          <p:cNvSpPr>
            <a:spLocks noGrp="1"/>
          </p:cNvSpPr>
          <p:nvPr>
            <p:ph type="dt" idx="243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97" name="PlaceHolder 4"/>
          <p:cNvSpPr>
            <a:spLocks noGrp="1"/>
          </p:cNvSpPr>
          <p:nvPr>
            <p:ph type="ftr" idx="244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398" name="PlaceHolder 5"/>
          <p:cNvSpPr>
            <a:spLocks noGrp="1"/>
          </p:cNvSpPr>
          <p:nvPr>
            <p:ph type="sldNum" idx="24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8841DAD-4FD7-4BAA-A649-8E3D17570451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924" r:id="rId4"/>
    <p:sldLayoutId id="2147485925" r:id="rId5"/>
    <p:sldLayoutId id="2147485926" r:id="rId6"/>
    <p:sldLayoutId id="2147485927" r:id="rId7"/>
    <p:sldLayoutId id="2147485928" r:id="rId8"/>
    <p:sldLayoutId id="2147485929" r:id="rId9"/>
    <p:sldLayoutId id="2147485930" r:id="rId10"/>
    <p:sldLayoutId id="2147485931" r:id="rId11"/>
    <p:sldLayoutId id="2147485932" r:id="rId12"/>
    <p:sldLayoutId id="2147485933" r:id="rId13"/>
    <p:sldLayoutId id="2147485934" r:id="rId14"/>
    <p:sldLayoutId id="2147485935" r:id="rId15"/>
  </p:sldLayoutIdLst>
</p:sldMaster>
</file>

<file path=ppt/slideMasters/slideMaster17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3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43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43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3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40" name="PlaceHolder 3"/>
          <p:cNvSpPr>
            <a:spLocks noGrp="1"/>
          </p:cNvSpPr>
          <p:nvPr>
            <p:ph type="sldNum" idx="246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7C24D69-75B8-4BF9-B474-72903925D54A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937" r:id="rId3"/>
    <p:sldLayoutId id="2147485938" r:id="rId4"/>
    <p:sldLayoutId id="2147485939" r:id="rId5"/>
    <p:sldLayoutId id="2147485940" r:id="rId6"/>
    <p:sldLayoutId id="2147485941" r:id="rId7"/>
    <p:sldLayoutId id="2147485942" r:id="rId8"/>
    <p:sldLayoutId id="2147485943" r:id="rId9"/>
    <p:sldLayoutId id="2147485944" r:id="rId10"/>
    <p:sldLayoutId id="2147485945" r:id="rId11"/>
    <p:sldLayoutId id="2147485946" r:id="rId12"/>
    <p:sldLayoutId id="2147485947" r:id="rId13"/>
    <p:sldLayoutId id="2147485948" r:id="rId14"/>
  </p:sldLayoutIdLst>
</p:sldMaster>
</file>

<file path=ppt/slideMasters/slideMaster17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7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47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48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48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482" name="PlaceHolder 3"/>
          <p:cNvSpPr>
            <a:spLocks noGrp="1"/>
          </p:cNvSpPr>
          <p:nvPr>
            <p:ph type="sldNum" idx="24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B1CD732-3C7A-4722-AAE3-330C1F1C22C1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950" r:id="rId3"/>
    <p:sldLayoutId id="2147485951" r:id="rId4"/>
    <p:sldLayoutId id="2147485952" r:id="rId5"/>
    <p:sldLayoutId id="2147485953" r:id="rId6"/>
    <p:sldLayoutId id="2147485954" r:id="rId7"/>
    <p:sldLayoutId id="2147485955" r:id="rId8"/>
    <p:sldLayoutId id="2147485956" r:id="rId9"/>
    <p:sldLayoutId id="2147485957" r:id="rId10"/>
    <p:sldLayoutId id="2147485958" r:id="rId11"/>
    <p:sldLayoutId id="2147485959" r:id="rId12"/>
    <p:sldLayoutId id="2147485960" r:id="rId13"/>
    <p:sldLayoutId id="2147485961" r:id="rId14"/>
  </p:sldLayoutIdLst>
</p:sldMaster>
</file>

<file path=ppt/slideMasters/slideMaster17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2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52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52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23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24" name="PlaceHolder 3"/>
          <p:cNvSpPr>
            <a:spLocks noGrp="1"/>
          </p:cNvSpPr>
          <p:nvPr>
            <p:ph type="sldNum" idx="24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0DA334A-4E87-46F4-B8FB-CF41E88887A4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963" r:id="rId3"/>
    <p:sldLayoutId id="2147485964" r:id="rId4"/>
    <p:sldLayoutId id="2147485965" r:id="rId5"/>
    <p:sldLayoutId id="2147485966" r:id="rId6"/>
    <p:sldLayoutId id="2147485967" r:id="rId7"/>
    <p:sldLayoutId id="2147485968" r:id="rId8"/>
    <p:sldLayoutId id="2147485969" r:id="rId9"/>
    <p:sldLayoutId id="2147485970" r:id="rId10"/>
    <p:sldLayoutId id="2147485971" r:id="rId11"/>
    <p:sldLayoutId id="2147485972" r:id="rId12"/>
    <p:sldLayoutId id="2147485973" r:id="rId13"/>
    <p:sldLayoutId id="2147485974" r:id="rId14"/>
  </p:sldLayoutIdLst>
</p:sldMaster>
</file>

<file path=ppt/slideMasters/slideMaster18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6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56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56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6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566" name="PlaceHolder 3"/>
          <p:cNvSpPr>
            <a:spLocks noGrp="1"/>
          </p:cNvSpPr>
          <p:nvPr>
            <p:ph type="ftr" idx="249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567" name="PlaceHolder 4"/>
          <p:cNvSpPr>
            <a:spLocks noGrp="1"/>
          </p:cNvSpPr>
          <p:nvPr>
            <p:ph type="sldNum" idx="25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9BAC8F6-9271-4DEF-AF04-FEB46E7B3F7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976" r:id="rId3"/>
    <p:sldLayoutId id="2147485977" r:id="rId4"/>
    <p:sldLayoutId id="2147485978" r:id="rId5"/>
    <p:sldLayoutId id="2147485979" r:id="rId6"/>
    <p:sldLayoutId id="2147485980" r:id="rId7"/>
    <p:sldLayoutId id="2147485981" r:id="rId8"/>
    <p:sldLayoutId id="2147485982" r:id="rId9"/>
    <p:sldLayoutId id="2147485983" r:id="rId10"/>
    <p:sldLayoutId id="2147485984" r:id="rId11"/>
    <p:sldLayoutId id="2147485985" r:id="rId12"/>
    <p:sldLayoutId id="2147485986" r:id="rId13"/>
    <p:sldLayoutId id="2147485987" r:id="rId14"/>
  </p:sldLayoutIdLst>
</p:sldMaster>
</file>

<file path=ppt/slideMasters/slideMaster18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4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760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0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07" name="PlaceHolder 3"/>
          <p:cNvSpPr>
            <a:spLocks noGrp="1"/>
          </p:cNvSpPr>
          <p:nvPr>
            <p:ph type="sldNum" idx="25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B92B1B3-E482-477C-80CE-BF601272AB54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5989" r:id="rId2"/>
    <p:sldLayoutId id="2147485990" r:id="rId3"/>
    <p:sldLayoutId id="2147485991" r:id="rId4"/>
    <p:sldLayoutId id="2147485992" r:id="rId5"/>
    <p:sldLayoutId id="2147485993" r:id="rId6"/>
    <p:sldLayoutId id="2147485994" r:id="rId7"/>
    <p:sldLayoutId id="2147485995" r:id="rId8"/>
    <p:sldLayoutId id="2147485996" r:id="rId9"/>
    <p:sldLayoutId id="2147485997" r:id="rId10"/>
    <p:sldLayoutId id="2147485998" r:id="rId11"/>
    <p:sldLayoutId id="2147485999" r:id="rId12"/>
    <p:sldLayoutId id="2147486000" r:id="rId13"/>
  </p:sldLayoutIdLst>
</p:sldMaster>
</file>

<file path=ppt/slideMasters/slideMaster18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4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64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64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4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002" r:id="rId3"/>
    <p:sldLayoutId id="2147486003" r:id="rId4"/>
    <p:sldLayoutId id="2147486004" r:id="rId5"/>
    <p:sldLayoutId id="2147486005" r:id="rId6"/>
    <p:sldLayoutId id="2147486006" r:id="rId7"/>
    <p:sldLayoutId id="2147486007" r:id="rId8"/>
    <p:sldLayoutId id="2147486008" r:id="rId9"/>
    <p:sldLayoutId id="2147486009" r:id="rId10"/>
    <p:sldLayoutId id="2147486010" r:id="rId11"/>
    <p:sldLayoutId id="2147486011" r:id="rId12"/>
    <p:sldLayoutId id="2147486012" r:id="rId13"/>
    <p:sldLayoutId id="2147486013" r:id="rId14"/>
  </p:sldLayoutIdLst>
</p:sldMaster>
</file>

<file path=ppt/slideMasters/slideMaster18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8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68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68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68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690" name="PlaceHolder 3"/>
          <p:cNvSpPr>
            <a:spLocks noGrp="1"/>
          </p:cNvSpPr>
          <p:nvPr>
            <p:ph type="ftr" idx="252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4840" bIns="0" anchor="t">
            <a:noAutofit/>
          </a:bodyPr>
          <a:lstStyle>
            <a:lvl1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  <a:defRPr b="0" i="1" lang="en-GB" sz="900" spc="-1" strike="noStrike">
                <a:solidFill>
                  <a:srgbClr val="002e56"/>
                </a:solidFill>
                <a:latin typeface="Times New Roman"/>
              </a:defRPr>
            </a:lvl1pPr>
          </a:lstStyle>
          <a:p>
            <a: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</a:pPr>
            <a:r>
              <a:rPr b="0" i="1" lang="en-GB" sz="900" spc="-1" strike="noStrike">
                <a:solidFill>
                  <a:srgbClr val="002e56"/>
                </a:solidFill>
                <a:latin typeface="Times New Roman"/>
              </a:rPr>
              <a:t>CONFIDENTIAL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015" r:id="rId3"/>
    <p:sldLayoutId id="2147486016" r:id="rId4"/>
    <p:sldLayoutId id="2147486017" r:id="rId5"/>
    <p:sldLayoutId id="2147486018" r:id="rId6"/>
    <p:sldLayoutId id="2147486019" r:id="rId7"/>
    <p:sldLayoutId id="2147486020" r:id="rId8"/>
    <p:sldLayoutId id="2147486021" r:id="rId9"/>
    <p:sldLayoutId id="2147486022" r:id="rId10"/>
    <p:sldLayoutId id="2147486023" r:id="rId11"/>
    <p:sldLayoutId id="2147486024" r:id="rId12"/>
    <p:sldLayoutId id="2147486025" r:id="rId13"/>
    <p:sldLayoutId id="2147486026" r:id="rId14"/>
  </p:sldLayoutIdLst>
</p:sldMaster>
</file>

<file path=ppt/slideMasters/slideMaster18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2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72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7730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773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3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33" name="PlaceHolder 3"/>
          <p:cNvSpPr>
            <a:spLocks noGrp="1"/>
          </p:cNvSpPr>
          <p:nvPr>
            <p:ph type="dt" idx="253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34" name="PlaceHolder 4"/>
          <p:cNvSpPr>
            <a:spLocks noGrp="1"/>
          </p:cNvSpPr>
          <p:nvPr>
            <p:ph type="ftr" idx="254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35" name="PlaceHolder 5"/>
          <p:cNvSpPr>
            <a:spLocks noGrp="1"/>
          </p:cNvSpPr>
          <p:nvPr>
            <p:ph type="sldNum" idx="25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30D68B8-0B32-42E3-96CB-E86FA87EA919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028" r:id="rId4"/>
    <p:sldLayoutId id="2147486029" r:id="rId5"/>
    <p:sldLayoutId id="2147486030" r:id="rId6"/>
    <p:sldLayoutId id="2147486031" r:id="rId7"/>
    <p:sldLayoutId id="2147486032" r:id="rId8"/>
    <p:sldLayoutId id="2147486033" r:id="rId9"/>
    <p:sldLayoutId id="2147486034" r:id="rId10"/>
    <p:sldLayoutId id="2147486035" r:id="rId11"/>
    <p:sldLayoutId id="2147486036" r:id="rId12"/>
    <p:sldLayoutId id="2147486037" r:id="rId13"/>
    <p:sldLayoutId id="2147486038" r:id="rId14"/>
    <p:sldLayoutId id="2147486039" r:id="rId15"/>
  </p:sldLayoutIdLst>
</p:sldMaster>
</file>

<file path=ppt/slideMasters/slideMaster18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7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77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77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7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777" name="PlaceHolder 3"/>
          <p:cNvSpPr>
            <a:spLocks noGrp="1"/>
          </p:cNvSpPr>
          <p:nvPr>
            <p:ph type="sldNum" idx="256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A95217F-EF21-48D8-BBA1-F38E618FA2F7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041" r:id="rId3"/>
    <p:sldLayoutId id="2147486042" r:id="rId4"/>
    <p:sldLayoutId id="2147486043" r:id="rId5"/>
    <p:sldLayoutId id="2147486044" r:id="rId6"/>
    <p:sldLayoutId id="2147486045" r:id="rId7"/>
    <p:sldLayoutId id="2147486046" r:id="rId8"/>
    <p:sldLayoutId id="2147486047" r:id="rId9"/>
    <p:sldLayoutId id="2147486048" r:id="rId10"/>
    <p:sldLayoutId id="2147486049" r:id="rId11"/>
    <p:sldLayoutId id="2147486050" r:id="rId12"/>
    <p:sldLayoutId id="2147486051" r:id="rId13"/>
    <p:sldLayoutId id="2147486052" r:id="rId14"/>
  </p:sldLayoutIdLst>
</p:sldMaster>
</file>

<file path=ppt/slideMasters/slideMaster18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1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81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81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1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19" name="PlaceHolder 3"/>
          <p:cNvSpPr>
            <a:spLocks noGrp="1"/>
          </p:cNvSpPr>
          <p:nvPr>
            <p:ph type="sldNum" idx="25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DD9EEE3-0AFE-4627-8C59-66EB0236D9D4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054" r:id="rId3"/>
    <p:sldLayoutId id="2147486055" r:id="rId4"/>
    <p:sldLayoutId id="2147486056" r:id="rId5"/>
    <p:sldLayoutId id="2147486057" r:id="rId6"/>
    <p:sldLayoutId id="2147486058" r:id="rId7"/>
    <p:sldLayoutId id="2147486059" r:id="rId8"/>
    <p:sldLayoutId id="2147486060" r:id="rId9"/>
    <p:sldLayoutId id="2147486061" r:id="rId10"/>
    <p:sldLayoutId id="2147486062" r:id="rId11"/>
    <p:sldLayoutId id="2147486063" r:id="rId12"/>
    <p:sldLayoutId id="2147486064" r:id="rId13"/>
    <p:sldLayoutId id="2147486065" r:id="rId14"/>
  </p:sldLayoutIdLst>
</p:sldMaster>
</file>

<file path=ppt/slideMasters/slideMaster18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5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85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85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6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861" name="PlaceHolder 3"/>
          <p:cNvSpPr>
            <a:spLocks noGrp="1"/>
          </p:cNvSpPr>
          <p:nvPr>
            <p:ph type="sldNum" idx="25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535FF74-1AA6-451C-BD34-4DD96BB934B1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067" r:id="rId3"/>
    <p:sldLayoutId id="2147486068" r:id="rId4"/>
    <p:sldLayoutId id="2147486069" r:id="rId5"/>
    <p:sldLayoutId id="2147486070" r:id="rId6"/>
    <p:sldLayoutId id="2147486071" r:id="rId7"/>
    <p:sldLayoutId id="2147486072" r:id="rId8"/>
    <p:sldLayoutId id="2147486073" r:id="rId9"/>
    <p:sldLayoutId id="2147486074" r:id="rId10"/>
    <p:sldLayoutId id="2147486075" r:id="rId11"/>
    <p:sldLayoutId id="2147486076" r:id="rId12"/>
    <p:sldLayoutId id="2147486077" r:id="rId13"/>
    <p:sldLayoutId id="2147486078" r:id="rId14"/>
  </p:sldLayoutIdLst>
</p:sldMaster>
</file>

<file path=ppt/slideMasters/slideMaster18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89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90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90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0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03" name="PlaceHolder 3"/>
          <p:cNvSpPr>
            <a:spLocks noGrp="1"/>
          </p:cNvSpPr>
          <p:nvPr>
            <p:ph type="ftr" idx="259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04" name="PlaceHolder 4"/>
          <p:cNvSpPr>
            <a:spLocks noGrp="1"/>
          </p:cNvSpPr>
          <p:nvPr>
            <p:ph type="sldNum" idx="26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814BC34-3E90-4057-B46E-59796B9CC694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080" r:id="rId3"/>
    <p:sldLayoutId id="2147486081" r:id="rId4"/>
    <p:sldLayoutId id="2147486082" r:id="rId5"/>
    <p:sldLayoutId id="2147486083" r:id="rId6"/>
    <p:sldLayoutId id="2147486084" r:id="rId7"/>
    <p:sldLayoutId id="2147486085" r:id="rId8"/>
    <p:sldLayoutId id="2147486086" r:id="rId9"/>
    <p:sldLayoutId id="2147486087" r:id="rId10"/>
    <p:sldLayoutId id="2147486088" r:id="rId11"/>
    <p:sldLayoutId id="2147486089" r:id="rId12"/>
    <p:sldLayoutId id="2147486090" r:id="rId13"/>
    <p:sldLayoutId id="2147486091" r:id="rId14"/>
  </p:sldLayoutIdLst>
</p:sldMaster>
</file>

<file path=ppt/slideMasters/slideMaster18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1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794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43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7944" name="PlaceHolder 3"/>
          <p:cNvSpPr>
            <a:spLocks noGrp="1"/>
          </p:cNvSpPr>
          <p:nvPr>
            <p:ph type="sldNum" idx="26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611D331-285D-4699-A1A5-EDB694FC8E9A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093" r:id="rId2"/>
    <p:sldLayoutId id="2147486094" r:id="rId3"/>
    <p:sldLayoutId id="2147486095" r:id="rId4"/>
    <p:sldLayoutId id="2147486096" r:id="rId5"/>
    <p:sldLayoutId id="2147486097" r:id="rId6"/>
    <p:sldLayoutId id="2147486098" r:id="rId7"/>
    <p:sldLayoutId id="2147486099" r:id="rId8"/>
    <p:sldLayoutId id="2147486100" r:id="rId9"/>
    <p:sldLayoutId id="2147486101" r:id="rId10"/>
    <p:sldLayoutId id="2147486102" r:id="rId11"/>
    <p:sldLayoutId id="2147486103" r:id="rId12"/>
    <p:sldLayoutId id="2147486104" r:id="rId13"/>
  </p:sldLayoutIdLst>
</p:sldMaster>
</file>

<file path=ppt/slideMasters/slideMaster19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8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798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798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8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106" r:id="rId3"/>
    <p:sldLayoutId id="2147486107" r:id="rId4"/>
    <p:sldLayoutId id="2147486108" r:id="rId5"/>
    <p:sldLayoutId id="2147486109" r:id="rId6"/>
    <p:sldLayoutId id="2147486110" r:id="rId7"/>
    <p:sldLayoutId id="2147486111" r:id="rId8"/>
    <p:sldLayoutId id="2147486112" r:id="rId9"/>
    <p:sldLayoutId id="2147486113" r:id="rId10"/>
    <p:sldLayoutId id="2147486114" r:id="rId11"/>
    <p:sldLayoutId id="2147486115" r:id="rId12"/>
    <p:sldLayoutId id="2147486116" r:id="rId13"/>
    <p:sldLayoutId id="2147486117" r:id="rId14"/>
  </p:sldLayoutIdLst>
</p:sldMaster>
</file>

<file path=ppt/slideMasters/slideMaster19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2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02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8025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802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2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28" name="PlaceHolder 3"/>
          <p:cNvSpPr>
            <a:spLocks noGrp="1"/>
          </p:cNvSpPr>
          <p:nvPr>
            <p:ph type="dt" idx="262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29" name="PlaceHolder 4"/>
          <p:cNvSpPr>
            <a:spLocks noGrp="1"/>
          </p:cNvSpPr>
          <p:nvPr>
            <p:ph type="ftr" idx="263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30" name="PlaceHolder 5"/>
          <p:cNvSpPr>
            <a:spLocks noGrp="1"/>
          </p:cNvSpPr>
          <p:nvPr>
            <p:ph type="sldNum" idx="26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31906D1-3940-40BD-98A8-1DC312B1474F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119" r:id="rId4"/>
    <p:sldLayoutId id="2147486120" r:id="rId5"/>
    <p:sldLayoutId id="2147486121" r:id="rId6"/>
    <p:sldLayoutId id="2147486122" r:id="rId7"/>
    <p:sldLayoutId id="2147486123" r:id="rId8"/>
    <p:sldLayoutId id="2147486124" r:id="rId9"/>
    <p:sldLayoutId id="2147486125" r:id="rId10"/>
    <p:sldLayoutId id="2147486126" r:id="rId11"/>
    <p:sldLayoutId id="2147486127" r:id="rId12"/>
    <p:sldLayoutId id="2147486128" r:id="rId13"/>
    <p:sldLayoutId id="2147486129" r:id="rId14"/>
    <p:sldLayoutId id="2147486130" r:id="rId15"/>
  </p:sldLayoutIdLst>
</p:sldMaster>
</file>

<file path=ppt/slideMasters/slideMaster19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6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06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07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07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072" name="PlaceHolder 3"/>
          <p:cNvSpPr>
            <a:spLocks noGrp="1"/>
          </p:cNvSpPr>
          <p:nvPr>
            <p:ph type="sldNum" idx="265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20B381E-80E5-4552-B9E3-61713C6E0F04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132" r:id="rId3"/>
    <p:sldLayoutId id="2147486133" r:id="rId4"/>
    <p:sldLayoutId id="2147486134" r:id="rId5"/>
    <p:sldLayoutId id="2147486135" r:id="rId6"/>
    <p:sldLayoutId id="2147486136" r:id="rId7"/>
    <p:sldLayoutId id="2147486137" r:id="rId8"/>
    <p:sldLayoutId id="2147486138" r:id="rId9"/>
    <p:sldLayoutId id="2147486139" r:id="rId10"/>
    <p:sldLayoutId id="2147486140" r:id="rId11"/>
    <p:sldLayoutId id="2147486141" r:id="rId12"/>
    <p:sldLayoutId id="2147486142" r:id="rId13"/>
    <p:sldLayoutId id="2147486143" r:id="rId14"/>
  </p:sldLayoutIdLst>
</p:sldMaster>
</file>

<file path=ppt/slideMasters/slideMaster19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1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11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11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13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14" name="PlaceHolder 3"/>
          <p:cNvSpPr>
            <a:spLocks noGrp="1"/>
          </p:cNvSpPr>
          <p:nvPr>
            <p:ph type="sldNum" idx="26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E9FA1DC-B721-42BE-B113-03D56F225371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145" r:id="rId3"/>
    <p:sldLayoutId id="2147486146" r:id="rId4"/>
    <p:sldLayoutId id="2147486147" r:id="rId5"/>
    <p:sldLayoutId id="2147486148" r:id="rId6"/>
    <p:sldLayoutId id="2147486149" r:id="rId7"/>
    <p:sldLayoutId id="2147486150" r:id="rId8"/>
    <p:sldLayoutId id="2147486151" r:id="rId9"/>
    <p:sldLayoutId id="2147486152" r:id="rId10"/>
    <p:sldLayoutId id="2147486153" r:id="rId11"/>
    <p:sldLayoutId id="2147486154" r:id="rId12"/>
    <p:sldLayoutId id="2147486155" r:id="rId13"/>
    <p:sldLayoutId id="2147486156" r:id="rId14"/>
  </p:sldLayoutIdLst>
</p:sldMaster>
</file>

<file path=ppt/slideMasters/slideMaster19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5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15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15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5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56" name="PlaceHolder 3"/>
          <p:cNvSpPr>
            <a:spLocks noGrp="1"/>
          </p:cNvSpPr>
          <p:nvPr>
            <p:ph type="sldNum" idx="26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D45E29D-CC39-46BF-93F4-118ACCECB339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158" r:id="rId3"/>
    <p:sldLayoutId id="2147486159" r:id="rId4"/>
    <p:sldLayoutId id="2147486160" r:id="rId5"/>
    <p:sldLayoutId id="2147486161" r:id="rId6"/>
    <p:sldLayoutId id="2147486162" r:id="rId7"/>
    <p:sldLayoutId id="2147486163" r:id="rId8"/>
    <p:sldLayoutId id="2147486164" r:id="rId9"/>
    <p:sldLayoutId id="2147486165" r:id="rId10"/>
    <p:sldLayoutId id="2147486166" r:id="rId11"/>
    <p:sldLayoutId id="2147486167" r:id="rId12"/>
    <p:sldLayoutId id="2147486168" r:id="rId13"/>
    <p:sldLayoutId id="2147486169" r:id="rId14"/>
  </p:sldLayoutIdLst>
</p:sldMaster>
</file>

<file path=ppt/slideMasters/slideMaster19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9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19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19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9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198" name="PlaceHolder 3"/>
          <p:cNvSpPr>
            <a:spLocks noGrp="1"/>
          </p:cNvSpPr>
          <p:nvPr>
            <p:ph type="ftr" idx="268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99" name="PlaceHolder 4"/>
          <p:cNvSpPr>
            <a:spLocks noGrp="1"/>
          </p:cNvSpPr>
          <p:nvPr>
            <p:ph type="sldNum" idx="26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5F69D3C-E8CB-41F6-9618-3CCC3FB4FA7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171" r:id="rId3"/>
    <p:sldLayoutId id="2147486172" r:id="rId4"/>
    <p:sldLayoutId id="2147486173" r:id="rId5"/>
    <p:sldLayoutId id="2147486174" r:id="rId6"/>
    <p:sldLayoutId id="2147486175" r:id="rId7"/>
    <p:sldLayoutId id="2147486176" r:id="rId8"/>
    <p:sldLayoutId id="2147486177" r:id="rId9"/>
    <p:sldLayoutId id="2147486178" r:id="rId10"/>
    <p:sldLayoutId id="2147486179" r:id="rId11"/>
    <p:sldLayoutId id="2147486180" r:id="rId12"/>
    <p:sldLayoutId id="2147486181" r:id="rId13"/>
    <p:sldLayoutId id="2147486182" r:id="rId14"/>
  </p:sldLayoutIdLst>
</p:sldMaster>
</file>

<file path=ppt/slideMasters/slideMaster19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6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823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3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239" name="PlaceHolder 3"/>
          <p:cNvSpPr>
            <a:spLocks noGrp="1"/>
          </p:cNvSpPr>
          <p:nvPr>
            <p:ph type="sldNum" idx="27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C6A89E9-77AC-454C-B5F7-10C3DC08E18A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184" r:id="rId2"/>
    <p:sldLayoutId id="2147486185" r:id="rId3"/>
    <p:sldLayoutId id="2147486186" r:id="rId4"/>
    <p:sldLayoutId id="2147486187" r:id="rId5"/>
    <p:sldLayoutId id="2147486188" r:id="rId6"/>
    <p:sldLayoutId id="2147486189" r:id="rId7"/>
    <p:sldLayoutId id="2147486190" r:id="rId8"/>
    <p:sldLayoutId id="2147486191" r:id="rId9"/>
    <p:sldLayoutId id="2147486192" r:id="rId10"/>
    <p:sldLayoutId id="2147486193" r:id="rId11"/>
    <p:sldLayoutId id="2147486194" r:id="rId12"/>
    <p:sldLayoutId id="2147486195" r:id="rId13"/>
  </p:sldLayoutIdLst>
</p:sldMaster>
</file>

<file path=ppt/slideMasters/slideMaster19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7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27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27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8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197" r:id="rId3"/>
    <p:sldLayoutId id="2147486198" r:id="rId4"/>
    <p:sldLayoutId id="2147486199" r:id="rId5"/>
    <p:sldLayoutId id="2147486200" r:id="rId6"/>
    <p:sldLayoutId id="2147486201" r:id="rId7"/>
    <p:sldLayoutId id="2147486202" r:id="rId8"/>
    <p:sldLayoutId id="2147486203" r:id="rId9"/>
    <p:sldLayoutId id="2147486204" r:id="rId10"/>
    <p:sldLayoutId id="2147486205" r:id="rId11"/>
    <p:sldLayoutId id="2147486206" r:id="rId12"/>
    <p:sldLayoutId id="2147486207" r:id="rId13"/>
    <p:sldLayoutId id="2147486208" r:id="rId14"/>
  </p:sldLayoutIdLst>
</p:sldMaster>
</file>

<file path=ppt/slideMasters/slideMaster19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1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31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32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2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22" name="PlaceHolder 3"/>
          <p:cNvSpPr>
            <a:spLocks noGrp="1"/>
          </p:cNvSpPr>
          <p:nvPr>
            <p:ph type="ftr" idx="271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4840" bIns="0" anchor="t">
            <a:noAutofit/>
          </a:bodyPr>
          <a:lstStyle>
            <a:lvl1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  <a:defRPr b="0" i="1" lang="en-GB" sz="900" spc="-1" strike="noStrike">
                <a:solidFill>
                  <a:srgbClr val="002e56"/>
                </a:solidFill>
                <a:latin typeface="Times New Roman"/>
              </a:defRPr>
            </a:lvl1pPr>
          </a:lstStyle>
          <a:p>
            <a: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</a:pPr>
            <a:r>
              <a:rPr b="0" i="1" lang="en-GB" sz="900" spc="-1" strike="noStrike">
                <a:solidFill>
                  <a:srgbClr val="002e56"/>
                </a:solidFill>
                <a:latin typeface="Times New Roman"/>
              </a:rPr>
              <a:t>CONFIDENTIAL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210" r:id="rId3"/>
    <p:sldLayoutId id="2147486211" r:id="rId4"/>
    <p:sldLayoutId id="2147486212" r:id="rId5"/>
    <p:sldLayoutId id="2147486213" r:id="rId6"/>
    <p:sldLayoutId id="2147486214" r:id="rId7"/>
    <p:sldLayoutId id="2147486215" r:id="rId8"/>
    <p:sldLayoutId id="2147486216" r:id="rId9"/>
    <p:sldLayoutId id="2147486217" r:id="rId10"/>
    <p:sldLayoutId id="2147486218" r:id="rId11"/>
    <p:sldLayoutId id="2147486219" r:id="rId12"/>
    <p:sldLayoutId id="2147486220" r:id="rId13"/>
    <p:sldLayoutId id="2147486221" r:id="rId14"/>
  </p:sldLayoutIdLst>
</p:sldMaster>
</file>

<file path=ppt/slideMasters/slideMaster19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6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36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8362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836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6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365" name="PlaceHolder 3"/>
          <p:cNvSpPr>
            <a:spLocks noGrp="1"/>
          </p:cNvSpPr>
          <p:nvPr>
            <p:ph type="dt" idx="272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66" name="PlaceHolder 4"/>
          <p:cNvSpPr>
            <a:spLocks noGrp="1"/>
          </p:cNvSpPr>
          <p:nvPr>
            <p:ph type="ftr" idx="273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367" name="PlaceHolder 5"/>
          <p:cNvSpPr>
            <a:spLocks noGrp="1"/>
          </p:cNvSpPr>
          <p:nvPr>
            <p:ph type="sldNum" idx="27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1A74F51-AD41-4C50-9D49-3AC0CCEE2E4E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223" r:id="rId4"/>
    <p:sldLayoutId id="2147486224" r:id="rId5"/>
    <p:sldLayoutId id="2147486225" r:id="rId6"/>
    <p:sldLayoutId id="2147486226" r:id="rId7"/>
    <p:sldLayoutId id="2147486227" r:id="rId8"/>
    <p:sldLayoutId id="2147486228" r:id="rId9"/>
    <p:sldLayoutId id="2147486229" r:id="rId10"/>
    <p:sldLayoutId id="2147486230" r:id="rId11"/>
    <p:sldLayoutId id="2147486231" r:id="rId12"/>
    <p:sldLayoutId id="2147486232" r:id="rId13"/>
    <p:sldLayoutId id="2147486233" r:id="rId14"/>
    <p:sldLayoutId id="2147486234" r:id="rId15"/>
  </p:sldLayoutIdLst>
</p:sldMaster>
</file>

<file path=ppt/slideMasters/slideMaster20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0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40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40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0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09" name="PlaceHolder 3"/>
          <p:cNvSpPr>
            <a:spLocks noGrp="1"/>
          </p:cNvSpPr>
          <p:nvPr>
            <p:ph type="sldNum" idx="275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EF151A5-387D-46F0-B0D7-42B290AE6276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236" r:id="rId3"/>
    <p:sldLayoutId id="2147486237" r:id="rId4"/>
    <p:sldLayoutId id="2147486238" r:id="rId5"/>
    <p:sldLayoutId id="2147486239" r:id="rId6"/>
    <p:sldLayoutId id="2147486240" r:id="rId7"/>
    <p:sldLayoutId id="2147486241" r:id="rId8"/>
    <p:sldLayoutId id="2147486242" r:id="rId9"/>
    <p:sldLayoutId id="2147486243" r:id="rId10"/>
    <p:sldLayoutId id="2147486244" r:id="rId11"/>
    <p:sldLayoutId id="2147486245" r:id="rId12"/>
    <p:sldLayoutId id="2147486246" r:id="rId13"/>
    <p:sldLayoutId id="2147486247" r:id="rId14"/>
  </p:sldLayoutIdLst>
</p:sldMaster>
</file>

<file path=ppt/slideMasters/slideMaster20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4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44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44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5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51" name="PlaceHolder 3"/>
          <p:cNvSpPr>
            <a:spLocks noGrp="1"/>
          </p:cNvSpPr>
          <p:nvPr>
            <p:ph type="sldNum" idx="27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D5C9958-4F13-4B44-8586-879BBB9CCE0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249" r:id="rId3"/>
    <p:sldLayoutId id="2147486250" r:id="rId4"/>
    <p:sldLayoutId id="2147486251" r:id="rId5"/>
    <p:sldLayoutId id="2147486252" r:id="rId6"/>
    <p:sldLayoutId id="2147486253" r:id="rId7"/>
    <p:sldLayoutId id="2147486254" r:id="rId8"/>
    <p:sldLayoutId id="2147486255" r:id="rId9"/>
    <p:sldLayoutId id="2147486256" r:id="rId10"/>
    <p:sldLayoutId id="2147486257" r:id="rId11"/>
    <p:sldLayoutId id="2147486258" r:id="rId12"/>
    <p:sldLayoutId id="2147486259" r:id="rId13"/>
    <p:sldLayoutId id="2147486260" r:id="rId14"/>
  </p:sldLayoutIdLst>
</p:sldMaster>
</file>

<file path=ppt/slideMasters/slideMaster20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8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49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49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49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493" name="PlaceHolder 3"/>
          <p:cNvSpPr>
            <a:spLocks noGrp="1"/>
          </p:cNvSpPr>
          <p:nvPr>
            <p:ph type="sldNum" idx="27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611BB4F-830B-4B63-A94F-DA8CF2EE879A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262" r:id="rId3"/>
    <p:sldLayoutId id="2147486263" r:id="rId4"/>
    <p:sldLayoutId id="2147486264" r:id="rId5"/>
    <p:sldLayoutId id="2147486265" r:id="rId6"/>
    <p:sldLayoutId id="2147486266" r:id="rId7"/>
    <p:sldLayoutId id="2147486267" r:id="rId8"/>
    <p:sldLayoutId id="2147486268" r:id="rId9"/>
    <p:sldLayoutId id="2147486269" r:id="rId10"/>
    <p:sldLayoutId id="2147486270" r:id="rId11"/>
    <p:sldLayoutId id="2147486271" r:id="rId12"/>
    <p:sldLayoutId id="2147486272" r:id="rId13"/>
    <p:sldLayoutId id="2147486273" r:id="rId14"/>
  </p:sldLayoutIdLst>
</p:sldMaster>
</file>

<file path=ppt/slideMasters/slideMaster20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3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53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53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3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35" name="PlaceHolder 3"/>
          <p:cNvSpPr>
            <a:spLocks noGrp="1"/>
          </p:cNvSpPr>
          <p:nvPr>
            <p:ph type="ftr" idx="278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36" name="PlaceHolder 4"/>
          <p:cNvSpPr>
            <a:spLocks noGrp="1"/>
          </p:cNvSpPr>
          <p:nvPr>
            <p:ph type="sldNum" idx="27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4071583-2737-47B3-8DC3-6954AE684BF8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275" r:id="rId3"/>
    <p:sldLayoutId id="2147486276" r:id="rId4"/>
    <p:sldLayoutId id="2147486277" r:id="rId5"/>
    <p:sldLayoutId id="2147486278" r:id="rId6"/>
    <p:sldLayoutId id="2147486279" r:id="rId7"/>
    <p:sldLayoutId id="2147486280" r:id="rId8"/>
    <p:sldLayoutId id="2147486281" r:id="rId9"/>
    <p:sldLayoutId id="2147486282" r:id="rId10"/>
    <p:sldLayoutId id="2147486283" r:id="rId11"/>
    <p:sldLayoutId id="2147486284" r:id="rId12"/>
    <p:sldLayoutId id="2147486285" r:id="rId13"/>
    <p:sldLayoutId id="2147486286" r:id="rId14"/>
  </p:sldLayoutIdLst>
</p:sldMaster>
</file>

<file path=ppt/slideMasters/slideMaster20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3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857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57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576" name="PlaceHolder 3"/>
          <p:cNvSpPr>
            <a:spLocks noGrp="1"/>
          </p:cNvSpPr>
          <p:nvPr>
            <p:ph type="sldNum" idx="280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FB569AD-7531-4545-B6CC-D77DA4344735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288" r:id="rId2"/>
    <p:sldLayoutId id="2147486289" r:id="rId3"/>
    <p:sldLayoutId id="2147486290" r:id="rId4"/>
    <p:sldLayoutId id="2147486291" r:id="rId5"/>
    <p:sldLayoutId id="2147486292" r:id="rId6"/>
    <p:sldLayoutId id="2147486293" r:id="rId7"/>
    <p:sldLayoutId id="2147486294" r:id="rId8"/>
    <p:sldLayoutId id="2147486295" r:id="rId9"/>
    <p:sldLayoutId id="2147486296" r:id="rId10"/>
    <p:sldLayoutId id="2147486297" r:id="rId11"/>
    <p:sldLayoutId id="2147486298" r:id="rId12"/>
    <p:sldLayoutId id="2147486299" r:id="rId13"/>
  </p:sldLayoutIdLst>
</p:sldMaster>
</file>

<file path=ppt/slideMasters/slideMaster20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1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61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61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1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301" r:id="rId3"/>
    <p:sldLayoutId id="2147486302" r:id="rId4"/>
    <p:sldLayoutId id="2147486303" r:id="rId5"/>
    <p:sldLayoutId id="2147486304" r:id="rId6"/>
    <p:sldLayoutId id="2147486305" r:id="rId7"/>
    <p:sldLayoutId id="2147486306" r:id="rId8"/>
    <p:sldLayoutId id="2147486307" r:id="rId9"/>
    <p:sldLayoutId id="2147486308" r:id="rId10"/>
    <p:sldLayoutId id="2147486309" r:id="rId11"/>
    <p:sldLayoutId id="2147486310" r:id="rId12"/>
    <p:sldLayoutId id="2147486311" r:id="rId13"/>
    <p:sldLayoutId id="2147486312" r:id="rId14"/>
  </p:sldLayoutIdLst>
</p:sldMaster>
</file>

<file path=ppt/slideMasters/slideMaster20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5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65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8657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865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5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660" name="PlaceHolder 3"/>
          <p:cNvSpPr>
            <a:spLocks noGrp="1"/>
          </p:cNvSpPr>
          <p:nvPr>
            <p:ph type="dt" idx="281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61" name="PlaceHolder 4"/>
          <p:cNvSpPr>
            <a:spLocks noGrp="1"/>
          </p:cNvSpPr>
          <p:nvPr>
            <p:ph type="ftr" idx="282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62" name="PlaceHolder 5"/>
          <p:cNvSpPr>
            <a:spLocks noGrp="1"/>
          </p:cNvSpPr>
          <p:nvPr>
            <p:ph type="sldNum" idx="28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0E1CC6D-EFD3-4CAD-A53B-B0D57241B72F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314" r:id="rId4"/>
    <p:sldLayoutId id="2147486315" r:id="rId5"/>
    <p:sldLayoutId id="2147486316" r:id="rId6"/>
    <p:sldLayoutId id="2147486317" r:id="rId7"/>
    <p:sldLayoutId id="2147486318" r:id="rId8"/>
    <p:sldLayoutId id="2147486319" r:id="rId9"/>
    <p:sldLayoutId id="2147486320" r:id="rId10"/>
    <p:sldLayoutId id="2147486321" r:id="rId11"/>
    <p:sldLayoutId id="2147486322" r:id="rId12"/>
    <p:sldLayoutId id="2147486323" r:id="rId13"/>
    <p:sldLayoutId id="2147486324" r:id="rId14"/>
    <p:sldLayoutId id="2147486325" r:id="rId15"/>
  </p:sldLayoutIdLst>
</p:sldMaster>
</file>

<file path=ppt/slideMasters/slideMaster20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0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70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70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03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04" name="PlaceHolder 3"/>
          <p:cNvSpPr>
            <a:spLocks noGrp="1"/>
          </p:cNvSpPr>
          <p:nvPr>
            <p:ph type="sldNum" idx="284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72816E7-DE8E-4D36-8400-9F38255FC822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327" r:id="rId3"/>
    <p:sldLayoutId id="2147486328" r:id="rId4"/>
    <p:sldLayoutId id="2147486329" r:id="rId5"/>
    <p:sldLayoutId id="2147486330" r:id="rId6"/>
    <p:sldLayoutId id="2147486331" r:id="rId7"/>
    <p:sldLayoutId id="2147486332" r:id="rId8"/>
    <p:sldLayoutId id="2147486333" r:id="rId9"/>
    <p:sldLayoutId id="2147486334" r:id="rId10"/>
    <p:sldLayoutId id="2147486335" r:id="rId11"/>
    <p:sldLayoutId id="2147486336" r:id="rId12"/>
    <p:sldLayoutId id="2147486337" r:id="rId13"/>
    <p:sldLayoutId id="2147486338" r:id="rId14"/>
  </p:sldLayoutIdLst>
</p:sldMaster>
</file>

<file path=ppt/slideMasters/slideMaster20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4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74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74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4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46" name="PlaceHolder 3"/>
          <p:cNvSpPr>
            <a:spLocks noGrp="1"/>
          </p:cNvSpPr>
          <p:nvPr>
            <p:ph type="sldNum" idx="28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EB4E1C9-7437-4E28-AC7D-24C7E670B77D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340" r:id="rId3"/>
    <p:sldLayoutId id="2147486341" r:id="rId4"/>
    <p:sldLayoutId id="2147486342" r:id="rId5"/>
    <p:sldLayoutId id="2147486343" r:id="rId6"/>
    <p:sldLayoutId id="2147486344" r:id="rId7"/>
    <p:sldLayoutId id="2147486345" r:id="rId8"/>
    <p:sldLayoutId id="2147486346" r:id="rId9"/>
    <p:sldLayoutId id="2147486347" r:id="rId10"/>
    <p:sldLayoutId id="2147486348" r:id="rId11"/>
    <p:sldLayoutId id="2147486349" r:id="rId12"/>
    <p:sldLayoutId id="2147486350" r:id="rId13"/>
    <p:sldLayoutId id="2147486351" r:id="rId14"/>
  </p:sldLayoutIdLst>
</p:sldMaster>
</file>

<file path=ppt/slideMasters/slideMaster20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8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78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78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8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788" name="PlaceHolder 3"/>
          <p:cNvSpPr>
            <a:spLocks noGrp="1"/>
          </p:cNvSpPr>
          <p:nvPr>
            <p:ph type="sldNum" idx="28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118F99C-1D6E-4907-9668-48F1F0850C5D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353" r:id="rId3"/>
    <p:sldLayoutId id="2147486354" r:id="rId4"/>
    <p:sldLayoutId id="2147486355" r:id="rId5"/>
    <p:sldLayoutId id="2147486356" r:id="rId6"/>
    <p:sldLayoutId id="2147486357" r:id="rId7"/>
    <p:sldLayoutId id="2147486358" r:id="rId8"/>
    <p:sldLayoutId id="2147486359" r:id="rId9"/>
    <p:sldLayoutId id="2147486360" r:id="rId10"/>
    <p:sldLayoutId id="2147486361" r:id="rId11"/>
    <p:sldLayoutId id="2147486362" r:id="rId12"/>
    <p:sldLayoutId id="2147486363" r:id="rId13"/>
    <p:sldLayoutId id="2147486364" r:id="rId14"/>
  </p:sldLayoutIdLst>
</p:sldMaster>
</file>

<file path=ppt/slideMasters/slideMaster21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2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82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82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2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30" name="PlaceHolder 3"/>
          <p:cNvSpPr>
            <a:spLocks noGrp="1"/>
          </p:cNvSpPr>
          <p:nvPr>
            <p:ph type="ftr" idx="287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31" name="PlaceHolder 4"/>
          <p:cNvSpPr>
            <a:spLocks noGrp="1"/>
          </p:cNvSpPr>
          <p:nvPr>
            <p:ph type="sldNum" idx="28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4C6D4CD-2A7F-440A-9C2C-8E6A0453D728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366" r:id="rId3"/>
    <p:sldLayoutId id="2147486367" r:id="rId4"/>
    <p:sldLayoutId id="2147486368" r:id="rId5"/>
    <p:sldLayoutId id="2147486369" r:id="rId6"/>
    <p:sldLayoutId id="2147486370" r:id="rId7"/>
    <p:sldLayoutId id="2147486371" r:id="rId8"/>
    <p:sldLayoutId id="2147486372" r:id="rId9"/>
    <p:sldLayoutId id="2147486373" r:id="rId10"/>
    <p:sldLayoutId id="2147486374" r:id="rId11"/>
    <p:sldLayoutId id="2147486375" r:id="rId12"/>
    <p:sldLayoutId id="2147486376" r:id="rId13"/>
    <p:sldLayoutId id="2147486377" r:id="rId14"/>
  </p:sldLayoutIdLst>
</p:sldMaster>
</file>

<file path=ppt/slideMasters/slideMaster21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8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886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7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871" name="PlaceHolder 3"/>
          <p:cNvSpPr>
            <a:spLocks noGrp="1"/>
          </p:cNvSpPr>
          <p:nvPr>
            <p:ph type="sldNum" idx="28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32D479A-552A-4BA9-BFC7-11EDA1E2C730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379" r:id="rId2"/>
    <p:sldLayoutId id="2147486380" r:id="rId3"/>
    <p:sldLayoutId id="2147486381" r:id="rId4"/>
    <p:sldLayoutId id="2147486382" r:id="rId5"/>
    <p:sldLayoutId id="2147486383" r:id="rId6"/>
    <p:sldLayoutId id="2147486384" r:id="rId7"/>
    <p:sldLayoutId id="2147486385" r:id="rId8"/>
    <p:sldLayoutId id="2147486386" r:id="rId9"/>
    <p:sldLayoutId id="2147486387" r:id="rId10"/>
    <p:sldLayoutId id="2147486388" r:id="rId11"/>
    <p:sldLayoutId id="2147486389" r:id="rId12"/>
    <p:sldLayoutId id="2147486390" r:id="rId13"/>
  </p:sldLayoutIdLst>
</p:sldMaster>
</file>

<file path=ppt/slideMasters/slideMaster21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0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91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91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1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392" r:id="rId3"/>
    <p:sldLayoutId id="2147486393" r:id="rId4"/>
    <p:sldLayoutId id="2147486394" r:id="rId5"/>
    <p:sldLayoutId id="2147486395" r:id="rId6"/>
    <p:sldLayoutId id="2147486396" r:id="rId7"/>
    <p:sldLayoutId id="2147486397" r:id="rId8"/>
    <p:sldLayoutId id="2147486398" r:id="rId9"/>
    <p:sldLayoutId id="2147486399" r:id="rId10"/>
    <p:sldLayoutId id="2147486400" r:id="rId11"/>
    <p:sldLayoutId id="2147486401" r:id="rId12"/>
    <p:sldLayoutId id="2147486402" r:id="rId13"/>
    <p:sldLayoutId id="2147486403" r:id="rId14"/>
  </p:sldLayoutIdLst>
</p:sldMaster>
</file>

<file path=ppt/slideMasters/slideMaster21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5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95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8952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895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5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55" name="PlaceHolder 3"/>
          <p:cNvSpPr>
            <a:spLocks noGrp="1"/>
          </p:cNvSpPr>
          <p:nvPr>
            <p:ph type="dt" idx="290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56" name="PlaceHolder 4"/>
          <p:cNvSpPr>
            <a:spLocks noGrp="1"/>
          </p:cNvSpPr>
          <p:nvPr>
            <p:ph type="ftr" idx="291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57" name="PlaceHolder 5"/>
          <p:cNvSpPr>
            <a:spLocks noGrp="1"/>
          </p:cNvSpPr>
          <p:nvPr>
            <p:ph type="sldNum" idx="29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C3101B7-80A7-42F0-BC42-6CB5FD7033AE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405" r:id="rId4"/>
    <p:sldLayoutId id="2147486406" r:id="rId5"/>
    <p:sldLayoutId id="2147486407" r:id="rId6"/>
    <p:sldLayoutId id="2147486408" r:id="rId7"/>
    <p:sldLayoutId id="2147486409" r:id="rId8"/>
    <p:sldLayoutId id="2147486410" r:id="rId9"/>
    <p:sldLayoutId id="2147486411" r:id="rId10"/>
    <p:sldLayoutId id="2147486412" r:id="rId11"/>
    <p:sldLayoutId id="2147486413" r:id="rId12"/>
    <p:sldLayoutId id="2147486414" r:id="rId13"/>
    <p:sldLayoutId id="2147486415" r:id="rId14"/>
    <p:sldLayoutId id="2147486416" r:id="rId15"/>
  </p:sldLayoutIdLst>
</p:sldMaster>
</file>

<file path=ppt/slideMasters/slideMaster21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9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899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899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9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8999" name="PlaceHolder 3"/>
          <p:cNvSpPr>
            <a:spLocks noGrp="1"/>
          </p:cNvSpPr>
          <p:nvPr>
            <p:ph type="sldNum" idx="293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52135B1-EAC0-41E3-BD89-D176121CF18C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418" r:id="rId3"/>
    <p:sldLayoutId id="2147486419" r:id="rId4"/>
    <p:sldLayoutId id="2147486420" r:id="rId5"/>
    <p:sldLayoutId id="2147486421" r:id="rId6"/>
    <p:sldLayoutId id="2147486422" r:id="rId7"/>
    <p:sldLayoutId id="2147486423" r:id="rId8"/>
    <p:sldLayoutId id="2147486424" r:id="rId9"/>
    <p:sldLayoutId id="2147486425" r:id="rId10"/>
    <p:sldLayoutId id="2147486426" r:id="rId11"/>
    <p:sldLayoutId id="2147486427" r:id="rId12"/>
    <p:sldLayoutId id="2147486428" r:id="rId13"/>
    <p:sldLayoutId id="2147486429" r:id="rId14"/>
  </p:sldLayoutIdLst>
</p:sldMaster>
</file>

<file path=ppt/slideMasters/slideMaster21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3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03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03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4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41" name="PlaceHolder 3"/>
          <p:cNvSpPr>
            <a:spLocks noGrp="1"/>
          </p:cNvSpPr>
          <p:nvPr>
            <p:ph type="sldNum" idx="29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0EE83D3-C9B9-4DA9-B5DA-A62AAA80BB13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431" r:id="rId3"/>
    <p:sldLayoutId id="2147486432" r:id="rId4"/>
    <p:sldLayoutId id="2147486433" r:id="rId5"/>
    <p:sldLayoutId id="2147486434" r:id="rId6"/>
    <p:sldLayoutId id="2147486435" r:id="rId7"/>
    <p:sldLayoutId id="2147486436" r:id="rId8"/>
    <p:sldLayoutId id="2147486437" r:id="rId9"/>
    <p:sldLayoutId id="2147486438" r:id="rId10"/>
    <p:sldLayoutId id="2147486439" r:id="rId11"/>
    <p:sldLayoutId id="2147486440" r:id="rId12"/>
    <p:sldLayoutId id="2147486441" r:id="rId13"/>
    <p:sldLayoutId id="2147486442" r:id="rId14"/>
  </p:sldLayoutIdLst>
</p:sldMaster>
</file>

<file path=ppt/slideMasters/slideMaster21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7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08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08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8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083" name="PlaceHolder 3"/>
          <p:cNvSpPr>
            <a:spLocks noGrp="1"/>
          </p:cNvSpPr>
          <p:nvPr>
            <p:ph type="sldNum" idx="29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AA8C9E5-2238-4E29-A776-00852A3DDB36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444" r:id="rId3"/>
    <p:sldLayoutId id="2147486445" r:id="rId4"/>
    <p:sldLayoutId id="2147486446" r:id="rId5"/>
    <p:sldLayoutId id="2147486447" r:id="rId6"/>
    <p:sldLayoutId id="2147486448" r:id="rId7"/>
    <p:sldLayoutId id="2147486449" r:id="rId8"/>
    <p:sldLayoutId id="2147486450" r:id="rId9"/>
    <p:sldLayoutId id="2147486451" r:id="rId10"/>
    <p:sldLayoutId id="2147486452" r:id="rId11"/>
    <p:sldLayoutId id="2147486453" r:id="rId12"/>
    <p:sldLayoutId id="2147486454" r:id="rId13"/>
    <p:sldLayoutId id="2147486455" r:id="rId14"/>
  </p:sldLayoutIdLst>
</p:sldMaster>
</file>

<file path=ppt/slideMasters/slideMaster21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2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12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12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2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25" name="PlaceHolder 3"/>
          <p:cNvSpPr>
            <a:spLocks noGrp="1"/>
          </p:cNvSpPr>
          <p:nvPr>
            <p:ph type="ftr" idx="296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26" name="PlaceHolder 4"/>
          <p:cNvSpPr>
            <a:spLocks noGrp="1"/>
          </p:cNvSpPr>
          <p:nvPr>
            <p:ph type="sldNum" idx="29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9F6BDC1-8ECD-4D6D-ACFC-2B19CDD86FC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457" r:id="rId3"/>
    <p:sldLayoutId id="2147486458" r:id="rId4"/>
    <p:sldLayoutId id="2147486459" r:id="rId5"/>
    <p:sldLayoutId id="2147486460" r:id="rId6"/>
    <p:sldLayoutId id="2147486461" r:id="rId7"/>
    <p:sldLayoutId id="2147486462" r:id="rId8"/>
    <p:sldLayoutId id="2147486463" r:id="rId9"/>
    <p:sldLayoutId id="2147486464" r:id="rId10"/>
    <p:sldLayoutId id="2147486465" r:id="rId11"/>
    <p:sldLayoutId id="2147486466" r:id="rId12"/>
    <p:sldLayoutId id="2147486467" r:id="rId13"/>
    <p:sldLayoutId id="2147486468" r:id="rId14"/>
  </p:sldLayoutIdLst>
</p:sldMaster>
</file>

<file path=ppt/slideMasters/slideMaster21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3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916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6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166" name="PlaceHolder 3"/>
          <p:cNvSpPr>
            <a:spLocks noGrp="1"/>
          </p:cNvSpPr>
          <p:nvPr>
            <p:ph type="sldNum" idx="29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B91DA40-6AC3-4BC0-8ACE-A9DB611B5B3C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470" r:id="rId2"/>
    <p:sldLayoutId id="2147486471" r:id="rId3"/>
    <p:sldLayoutId id="2147486472" r:id="rId4"/>
    <p:sldLayoutId id="2147486473" r:id="rId5"/>
    <p:sldLayoutId id="2147486474" r:id="rId6"/>
    <p:sldLayoutId id="2147486475" r:id="rId7"/>
    <p:sldLayoutId id="2147486476" r:id="rId8"/>
    <p:sldLayoutId id="2147486477" r:id="rId9"/>
    <p:sldLayoutId id="2147486478" r:id="rId10"/>
    <p:sldLayoutId id="2147486479" r:id="rId11"/>
    <p:sldLayoutId id="2147486480" r:id="rId12"/>
    <p:sldLayoutId id="2147486481" r:id="rId13"/>
  </p:sldLayoutIdLst>
</p:sldMaster>
</file>

<file path=ppt/slideMasters/slideMaster21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0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20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20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0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483" r:id="rId3"/>
    <p:sldLayoutId id="2147486484" r:id="rId4"/>
    <p:sldLayoutId id="2147486485" r:id="rId5"/>
    <p:sldLayoutId id="2147486486" r:id="rId6"/>
    <p:sldLayoutId id="2147486487" r:id="rId7"/>
    <p:sldLayoutId id="2147486488" r:id="rId8"/>
    <p:sldLayoutId id="2147486489" r:id="rId9"/>
    <p:sldLayoutId id="2147486490" r:id="rId10"/>
    <p:sldLayoutId id="2147486491" r:id="rId11"/>
    <p:sldLayoutId id="2147486492" r:id="rId12"/>
    <p:sldLayoutId id="2147486493" r:id="rId13"/>
    <p:sldLayoutId id="2147486494" r:id="rId14"/>
  </p:sldLayoutIdLst>
</p:sldMaster>
</file>

<file path=ppt/slideMasters/slideMaster22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4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24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24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4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49" name="PlaceHolder 3"/>
          <p:cNvSpPr>
            <a:spLocks noGrp="1"/>
          </p:cNvSpPr>
          <p:nvPr>
            <p:ph type="ftr" idx="299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4840" bIns="0" anchor="t">
            <a:noAutofit/>
          </a:bodyPr>
          <a:lstStyle>
            <a:lvl1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  <a:defRPr b="0" i="1" lang="en-GB" sz="900" spc="-1" strike="noStrike">
                <a:solidFill>
                  <a:srgbClr val="002e56"/>
                </a:solidFill>
                <a:latin typeface="Times New Roman"/>
              </a:defRPr>
            </a:lvl1pPr>
          </a:lstStyle>
          <a:p>
            <a: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</a:pPr>
            <a:r>
              <a:rPr b="0" i="1" lang="en-GB" sz="900" spc="-1" strike="noStrike">
                <a:solidFill>
                  <a:srgbClr val="002e56"/>
                </a:solidFill>
                <a:latin typeface="Times New Roman"/>
              </a:rPr>
              <a:t>CONFIDENTIAL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496" r:id="rId3"/>
    <p:sldLayoutId id="2147486497" r:id="rId4"/>
    <p:sldLayoutId id="2147486498" r:id="rId5"/>
    <p:sldLayoutId id="2147486499" r:id="rId6"/>
    <p:sldLayoutId id="2147486500" r:id="rId7"/>
    <p:sldLayoutId id="2147486501" r:id="rId8"/>
    <p:sldLayoutId id="2147486502" r:id="rId9"/>
    <p:sldLayoutId id="2147486503" r:id="rId10"/>
    <p:sldLayoutId id="2147486504" r:id="rId11"/>
    <p:sldLayoutId id="2147486505" r:id="rId12"/>
    <p:sldLayoutId id="2147486506" r:id="rId13"/>
    <p:sldLayoutId id="2147486507" r:id="rId14"/>
  </p:sldLayoutIdLst>
</p:sldMaster>
</file>

<file path=ppt/slideMasters/slideMaster22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8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28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9289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929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9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292" name="PlaceHolder 3"/>
          <p:cNvSpPr>
            <a:spLocks noGrp="1"/>
          </p:cNvSpPr>
          <p:nvPr>
            <p:ph type="dt" idx="300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93" name="PlaceHolder 4"/>
          <p:cNvSpPr>
            <a:spLocks noGrp="1"/>
          </p:cNvSpPr>
          <p:nvPr>
            <p:ph type="ftr" idx="301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94" name="PlaceHolder 5"/>
          <p:cNvSpPr>
            <a:spLocks noGrp="1"/>
          </p:cNvSpPr>
          <p:nvPr>
            <p:ph type="sldNum" idx="30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2225328-F920-4286-83C7-8215B82360E1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509" r:id="rId4"/>
    <p:sldLayoutId id="2147486510" r:id="rId5"/>
    <p:sldLayoutId id="2147486511" r:id="rId6"/>
    <p:sldLayoutId id="2147486512" r:id="rId7"/>
    <p:sldLayoutId id="2147486513" r:id="rId8"/>
    <p:sldLayoutId id="2147486514" r:id="rId9"/>
    <p:sldLayoutId id="2147486515" r:id="rId10"/>
    <p:sldLayoutId id="2147486516" r:id="rId11"/>
    <p:sldLayoutId id="2147486517" r:id="rId12"/>
    <p:sldLayoutId id="2147486518" r:id="rId13"/>
    <p:sldLayoutId id="2147486519" r:id="rId14"/>
    <p:sldLayoutId id="2147486520" r:id="rId15"/>
  </p:sldLayoutIdLst>
</p:sldMaster>
</file>

<file path=ppt/slideMasters/slideMaster22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3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33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33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3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36" name="PlaceHolder 3"/>
          <p:cNvSpPr>
            <a:spLocks noGrp="1"/>
          </p:cNvSpPr>
          <p:nvPr>
            <p:ph type="sldNum" idx="303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4F1EE96-4CAA-4B91-9AFF-67D428E539D4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522" r:id="rId3"/>
    <p:sldLayoutId id="2147486523" r:id="rId4"/>
    <p:sldLayoutId id="2147486524" r:id="rId5"/>
    <p:sldLayoutId id="2147486525" r:id="rId6"/>
    <p:sldLayoutId id="2147486526" r:id="rId7"/>
    <p:sldLayoutId id="2147486527" r:id="rId8"/>
    <p:sldLayoutId id="2147486528" r:id="rId9"/>
    <p:sldLayoutId id="2147486529" r:id="rId10"/>
    <p:sldLayoutId id="2147486530" r:id="rId11"/>
    <p:sldLayoutId id="2147486531" r:id="rId12"/>
    <p:sldLayoutId id="2147486532" r:id="rId13"/>
    <p:sldLayoutId id="2147486533" r:id="rId14"/>
  </p:sldLayoutIdLst>
</p:sldMaster>
</file>

<file path=ppt/slideMasters/slideMaster22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7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37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37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37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378" name="PlaceHolder 3"/>
          <p:cNvSpPr>
            <a:spLocks noGrp="1"/>
          </p:cNvSpPr>
          <p:nvPr>
            <p:ph type="sldNum" idx="30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9A65022-7CA5-4F08-8F0C-7DA4D0691B19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535" r:id="rId3"/>
    <p:sldLayoutId id="2147486536" r:id="rId4"/>
    <p:sldLayoutId id="2147486537" r:id="rId5"/>
    <p:sldLayoutId id="2147486538" r:id="rId6"/>
    <p:sldLayoutId id="2147486539" r:id="rId7"/>
    <p:sldLayoutId id="2147486540" r:id="rId8"/>
    <p:sldLayoutId id="2147486541" r:id="rId9"/>
    <p:sldLayoutId id="2147486542" r:id="rId10"/>
    <p:sldLayoutId id="2147486543" r:id="rId11"/>
    <p:sldLayoutId id="2147486544" r:id="rId12"/>
    <p:sldLayoutId id="2147486545" r:id="rId13"/>
    <p:sldLayoutId id="2147486546" r:id="rId14"/>
  </p:sldLayoutIdLst>
</p:sldMaster>
</file>

<file path=ppt/slideMasters/slideMaster22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1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41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41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1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20" name="PlaceHolder 3"/>
          <p:cNvSpPr>
            <a:spLocks noGrp="1"/>
          </p:cNvSpPr>
          <p:nvPr>
            <p:ph type="sldNum" idx="30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CBBBF84-3EA9-4704-9E4F-C87192AC0187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548" r:id="rId3"/>
    <p:sldLayoutId id="2147486549" r:id="rId4"/>
    <p:sldLayoutId id="2147486550" r:id="rId5"/>
    <p:sldLayoutId id="2147486551" r:id="rId6"/>
    <p:sldLayoutId id="2147486552" r:id="rId7"/>
    <p:sldLayoutId id="2147486553" r:id="rId8"/>
    <p:sldLayoutId id="2147486554" r:id="rId9"/>
    <p:sldLayoutId id="2147486555" r:id="rId10"/>
    <p:sldLayoutId id="2147486556" r:id="rId11"/>
    <p:sldLayoutId id="2147486557" r:id="rId12"/>
    <p:sldLayoutId id="2147486558" r:id="rId13"/>
    <p:sldLayoutId id="2147486559" r:id="rId14"/>
  </p:sldLayoutIdLst>
</p:sldMaster>
</file>

<file path=ppt/slideMasters/slideMaster22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5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45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46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6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462" name="PlaceHolder 3"/>
          <p:cNvSpPr>
            <a:spLocks noGrp="1"/>
          </p:cNvSpPr>
          <p:nvPr>
            <p:ph type="ftr" idx="306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63" name="PlaceHolder 4"/>
          <p:cNvSpPr>
            <a:spLocks noGrp="1"/>
          </p:cNvSpPr>
          <p:nvPr>
            <p:ph type="sldNum" idx="30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4E94C77-B639-4A73-888A-E4AC63CBEF6E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561" r:id="rId3"/>
    <p:sldLayoutId id="2147486562" r:id="rId4"/>
    <p:sldLayoutId id="2147486563" r:id="rId5"/>
    <p:sldLayoutId id="2147486564" r:id="rId6"/>
    <p:sldLayoutId id="2147486565" r:id="rId7"/>
    <p:sldLayoutId id="2147486566" r:id="rId8"/>
    <p:sldLayoutId id="2147486567" r:id="rId9"/>
    <p:sldLayoutId id="2147486568" r:id="rId10"/>
    <p:sldLayoutId id="2147486569" r:id="rId11"/>
    <p:sldLayoutId id="2147486570" r:id="rId12"/>
    <p:sldLayoutId id="2147486571" r:id="rId13"/>
    <p:sldLayoutId id="2147486572" r:id="rId14"/>
  </p:sldLayoutIdLst>
</p:sldMaster>
</file>

<file path=ppt/slideMasters/slideMaster22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0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950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0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03" name="PlaceHolder 3"/>
          <p:cNvSpPr>
            <a:spLocks noGrp="1"/>
          </p:cNvSpPr>
          <p:nvPr>
            <p:ph type="sldNum" idx="30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B8A11C2-08B9-4F5E-BDBB-F99693A9F3D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574" r:id="rId2"/>
    <p:sldLayoutId id="2147486575" r:id="rId3"/>
    <p:sldLayoutId id="2147486576" r:id="rId4"/>
    <p:sldLayoutId id="2147486577" r:id="rId5"/>
    <p:sldLayoutId id="2147486578" r:id="rId6"/>
    <p:sldLayoutId id="2147486579" r:id="rId7"/>
    <p:sldLayoutId id="2147486580" r:id="rId8"/>
    <p:sldLayoutId id="2147486581" r:id="rId9"/>
    <p:sldLayoutId id="2147486582" r:id="rId10"/>
    <p:sldLayoutId id="2147486583" r:id="rId11"/>
    <p:sldLayoutId id="2147486584" r:id="rId12"/>
    <p:sldLayoutId id="2147486585" r:id="rId13"/>
  </p:sldLayoutIdLst>
</p:sldMaster>
</file>

<file path=ppt/slideMasters/slideMaster22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4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54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54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4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587" r:id="rId3"/>
    <p:sldLayoutId id="2147486588" r:id="rId4"/>
    <p:sldLayoutId id="2147486589" r:id="rId5"/>
    <p:sldLayoutId id="2147486590" r:id="rId6"/>
    <p:sldLayoutId id="2147486591" r:id="rId7"/>
    <p:sldLayoutId id="2147486592" r:id="rId8"/>
    <p:sldLayoutId id="2147486593" r:id="rId9"/>
    <p:sldLayoutId id="2147486594" r:id="rId10"/>
    <p:sldLayoutId id="2147486595" r:id="rId11"/>
    <p:sldLayoutId id="2147486596" r:id="rId12"/>
    <p:sldLayoutId id="2147486597" r:id="rId13"/>
    <p:sldLayoutId id="2147486598" r:id="rId14"/>
  </p:sldLayoutIdLst>
</p:sldMaster>
</file>

<file path=ppt/slideMasters/slideMaster22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8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58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9584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958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8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587" name="PlaceHolder 3"/>
          <p:cNvSpPr>
            <a:spLocks noGrp="1"/>
          </p:cNvSpPr>
          <p:nvPr>
            <p:ph type="dt" idx="309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88" name="PlaceHolder 4"/>
          <p:cNvSpPr>
            <a:spLocks noGrp="1"/>
          </p:cNvSpPr>
          <p:nvPr>
            <p:ph type="ftr" idx="31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89" name="PlaceHolder 5"/>
          <p:cNvSpPr>
            <a:spLocks noGrp="1"/>
          </p:cNvSpPr>
          <p:nvPr>
            <p:ph type="sldNum" idx="31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CE83F42-12FD-4F24-96A0-50BAE93AD911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600" r:id="rId4"/>
    <p:sldLayoutId id="2147486601" r:id="rId5"/>
    <p:sldLayoutId id="2147486602" r:id="rId6"/>
    <p:sldLayoutId id="2147486603" r:id="rId7"/>
    <p:sldLayoutId id="2147486604" r:id="rId8"/>
    <p:sldLayoutId id="2147486605" r:id="rId9"/>
    <p:sldLayoutId id="2147486606" r:id="rId10"/>
    <p:sldLayoutId id="2147486607" r:id="rId11"/>
    <p:sldLayoutId id="2147486608" r:id="rId12"/>
    <p:sldLayoutId id="2147486609" r:id="rId13"/>
    <p:sldLayoutId id="2147486610" r:id="rId14"/>
    <p:sldLayoutId id="2147486611" r:id="rId15"/>
  </p:sldLayoutIdLst>
</p:sldMaster>
</file>

<file path=ppt/slideMasters/slideMaster22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2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62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62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3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31" name="PlaceHolder 3"/>
          <p:cNvSpPr>
            <a:spLocks noGrp="1"/>
          </p:cNvSpPr>
          <p:nvPr>
            <p:ph type="sldNum" idx="312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69F6C73-1C70-43F3-8E76-FABAABB924FF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613" r:id="rId3"/>
    <p:sldLayoutId id="2147486614" r:id="rId4"/>
    <p:sldLayoutId id="2147486615" r:id="rId5"/>
    <p:sldLayoutId id="2147486616" r:id="rId6"/>
    <p:sldLayoutId id="2147486617" r:id="rId7"/>
    <p:sldLayoutId id="2147486618" r:id="rId8"/>
    <p:sldLayoutId id="2147486619" r:id="rId9"/>
    <p:sldLayoutId id="2147486620" r:id="rId10"/>
    <p:sldLayoutId id="2147486621" r:id="rId11"/>
    <p:sldLayoutId id="2147486622" r:id="rId12"/>
    <p:sldLayoutId id="2147486623" r:id="rId13"/>
    <p:sldLayoutId id="2147486624" r:id="rId14"/>
  </p:sldLayoutIdLst>
</p:sldMaster>
</file>

<file path=ppt/slideMasters/slideMaster23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6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67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67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7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673" name="PlaceHolder 3"/>
          <p:cNvSpPr>
            <a:spLocks noGrp="1"/>
          </p:cNvSpPr>
          <p:nvPr>
            <p:ph type="sldNum" idx="31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ED5B787-1798-4092-A643-EBC31BCAEF8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626" r:id="rId3"/>
    <p:sldLayoutId id="2147486627" r:id="rId4"/>
    <p:sldLayoutId id="2147486628" r:id="rId5"/>
    <p:sldLayoutId id="2147486629" r:id="rId6"/>
    <p:sldLayoutId id="2147486630" r:id="rId7"/>
    <p:sldLayoutId id="2147486631" r:id="rId8"/>
    <p:sldLayoutId id="2147486632" r:id="rId9"/>
    <p:sldLayoutId id="2147486633" r:id="rId10"/>
    <p:sldLayoutId id="2147486634" r:id="rId11"/>
    <p:sldLayoutId id="2147486635" r:id="rId12"/>
    <p:sldLayoutId id="2147486636" r:id="rId13"/>
    <p:sldLayoutId id="2147486637" r:id="rId14"/>
  </p:sldLayoutIdLst>
</p:sldMaster>
</file>

<file path=ppt/slideMasters/slideMaster23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1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71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71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1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15" name="PlaceHolder 3"/>
          <p:cNvSpPr>
            <a:spLocks noGrp="1"/>
          </p:cNvSpPr>
          <p:nvPr>
            <p:ph type="sldNum" idx="31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8EFDD99-7DBC-491A-8AC0-E1992040F881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639" r:id="rId3"/>
    <p:sldLayoutId id="2147486640" r:id="rId4"/>
    <p:sldLayoutId id="2147486641" r:id="rId5"/>
    <p:sldLayoutId id="2147486642" r:id="rId6"/>
    <p:sldLayoutId id="2147486643" r:id="rId7"/>
    <p:sldLayoutId id="2147486644" r:id="rId8"/>
    <p:sldLayoutId id="2147486645" r:id="rId9"/>
    <p:sldLayoutId id="2147486646" r:id="rId10"/>
    <p:sldLayoutId id="2147486647" r:id="rId11"/>
    <p:sldLayoutId id="2147486648" r:id="rId12"/>
    <p:sldLayoutId id="2147486649" r:id="rId13"/>
    <p:sldLayoutId id="2147486650" r:id="rId14"/>
  </p:sldLayoutIdLst>
</p:sldMaster>
</file>

<file path=ppt/slideMasters/slideMaster23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5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75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75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5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57" name="PlaceHolder 3"/>
          <p:cNvSpPr>
            <a:spLocks noGrp="1"/>
          </p:cNvSpPr>
          <p:nvPr>
            <p:ph type="ftr" idx="315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58" name="PlaceHolder 4"/>
          <p:cNvSpPr>
            <a:spLocks noGrp="1"/>
          </p:cNvSpPr>
          <p:nvPr>
            <p:ph type="sldNum" idx="31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A47D9B4-95DB-4A2B-8AE3-7603B7949520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652" r:id="rId3"/>
    <p:sldLayoutId id="2147486653" r:id="rId4"/>
    <p:sldLayoutId id="2147486654" r:id="rId5"/>
    <p:sldLayoutId id="2147486655" r:id="rId6"/>
    <p:sldLayoutId id="2147486656" r:id="rId7"/>
    <p:sldLayoutId id="2147486657" r:id="rId8"/>
    <p:sldLayoutId id="2147486658" r:id="rId9"/>
    <p:sldLayoutId id="2147486659" r:id="rId10"/>
    <p:sldLayoutId id="2147486660" r:id="rId11"/>
    <p:sldLayoutId id="2147486661" r:id="rId12"/>
    <p:sldLayoutId id="2147486662" r:id="rId13"/>
    <p:sldLayoutId id="2147486663" r:id="rId14"/>
  </p:sldLayoutIdLst>
</p:sldMaster>
</file>

<file path=ppt/slideMasters/slideMaster23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5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979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79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798" name="PlaceHolder 3"/>
          <p:cNvSpPr>
            <a:spLocks noGrp="1"/>
          </p:cNvSpPr>
          <p:nvPr>
            <p:ph type="sldNum" idx="31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C677475-3217-4B52-89D1-D1204A80F6B3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665" r:id="rId2"/>
    <p:sldLayoutId id="2147486666" r:id="rId3"/>
    <p:sldLayoutId id="2147486667" r:id="rId4"/>
    <p:sldLayoutId id="2147486668" r:id="rId5"/>
    <p:sldLayoutId id="2147486669" r:id="rId6"/>
    <p:sldLayoutId id="2147486670" r:id="rId7"/>
    <p:sldLayoutId id="2147486671" r:id="rId8"/>
    <p:sldLayoutId id="2147486672" r:id="rId9"/>
    <p:sldLayoutId id="2147486673" r:id="rId10"/>
    <p:sldLayoutId id="2147486674" r:id="rId11"/>
    <p:sldLayoutId id="2147486675" r:id="rId12"/>
    <p:sldLayoutId id="2147486676" r:id="rId13"/>
  </p:sldLayoutIdLst>
</p:sldMaster>
</file>

<file path=ppt/slideMasters/slideMaster23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3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83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83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3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678" r:id="rId3"/>
    <p:sldLayoutId id="2147486679" r:id="rId4"/>
    <p:sldLayoutId id="2147486680" r:id="rId5"/>
    <p:sldLayoutId id="2147486681" r:id="rId6"/>
    <p:sldLayoutId id="2147486682" r:id="rId7"/>
    <p:sldLayoutId id="2147486683" r:id="rId8"/>
    <p:sldLayoutId id="2147486684" r:id="rId9"/>
    <p:sldLayoutId id="2147486685" r:id="rId10"/>
    <p:sldLayoutId id="2147486686" r:id="rId11"/>
    <p:sldLayoutId id="2147486687" r:id="rId12"/>
    <p:sldLayoutId id="2147486688" r:id="rId13"/>
    <p:sldLayoutId id="2147486689" r:id="rId14"/>
  </p:sldLayoutIdLst>
</p:sldMaster>
</file>

<file path=ppt/slideMasters/slideMaster23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7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87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987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8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881" name="PlaceHolder 3"/>
          <p:cNvSpPr>
            <a:spLocks noGrp="1"/>
          </p:cNvSpPr>
          <p:nvPr>
            <p:ph type="ftr" idx="318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4840" bIns="0" anchor="t">
            <a:noAutofit/>
          </a:bodyPr>
          <a:lstStyle>
            <a:lvl1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  <a:defRPr b="0" i="1" lang="en-GB" sz="900" spc="-1" strike="noStrike">
                <a:solidFill>
                  <a:srgbClr val="002e56"/>
                </a:solidFill>
                <a:latin typeface="Times New Roman"/>
              </a:defRPr>
            </a:lvl1pPr>
          </a:lstStyle>
          <a:p>
            <a: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</a:pPr>
            <a:r>
              <a:rPr b="0" i="1" lang="en-GB" sz="900" spc="-1" strike="noStrike">
                <a:solidFill>
                  <a:srgbClr val="002e56"/>
                </a:solidFill>
                <a:latin typeface="Times New Roman"/>
              </a:rPr>
              <a:t>CONFIDENTIAL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691" r:id="rId3"/>
    <p:sldLayoutId id="2147486692" r:id="rId4"/>
    <p:sldLayoutId id="2147486693" r:id="rId5"/>
    <p:sldLayoutId id="2147486694" r:id="rId6"/>
    <p:sldLayoutId id="2147486695" r:id="rId7"/>
    <p:sldLayoutId id="2147486696" r:id="rId8"/>
    <p:sldLayoutId id="2147486697" r:id="rId9"/>
    <p:sldLayoutId id="2147486698" r:id="rId10"/>
    <p:sldLayoutId id="2147486699" r:id="rId11"/>
    <p:sldLayoutId id="2147486700" r:id="rId12"/>
    <p:sldLayoutId id="2147486701" r:id="rId13"/>
    <p:sldLayoutId id="2147486702" r:id="rId14"/>
  </p:sldLayoutIdLst>
</p:sldMaster>
</file>

<file path=ppt/slideMasters/slideMaster23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8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19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92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pic>
        <p:nvPicPr>
          <p:cNvPr id="9921" name="Picture 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992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23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24" name="PlaceHolder 3"/>
          <p:cNvSpPr>
            <a:spLocks noGrp="1"/>
          </p:cNvSpPr>
          <p:nvPr>
            <p:ph type="dt" idx="319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25" name="PlaceHolder 4"/>
          <p:cNvSpPr>
            <a:spLocks noGrp="1"/>
          </p:cNvSpPr>
          <p:nvPr>
            <p:ph type="ftr" idx="32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7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26" name="PlaceHolder 5"/>
          <p:cNvSpPr>
            <a:spLocks noGrp="1"/>
          </p:cNvSpPr>
          <p:nvPr>
            <p:ph type="sldNum" idx="32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C3FE427-63DB-4C13-9C0E-7914822E19B7}" type="slidenum">
              <a:rPr b="0" lang="en-US" sz="7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704" r:id="rId4"/>
    <p:sldLayoutId id="2147486705" r:id="rId5"/>
    <p:sldLayoutId id="2147486706" r:id="rId6"/>
    <p:sldLayoutId id="2147486707" r:id="rId7"/>
    <p:sldLayoutId id="2147486708" r:id="rId8"/>
    <p:sldLayoutId id="2147486709" r:id="rId9"/>
    <p:sldLayoutId id="2147486710" r:id="rId10"/>
    <p:sldLayoutId id="2147486711" r:id="rId11"/>
    <p:sldLayoutId id="2147486712" r:id="rId12"/>
    <p:sldLayoutId id="2147486713" r:id="rId13"/>
    <p:sldLayoutId id="2147486714" r:id="rId14"/>
    <p:sldLayoutId id="2147486715" r:id="rId15"/>
  </p:sldLayoutIdLst>
</p:sldMaster>
</file>

<file path=ppt/slideMasters/slideMaster23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3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64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996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sp>
        <p:nvSpPr>
          <p:cNvPr id="996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6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9968" name="PlaceHolder 3"/>
          <p:cNvSpPr>
            <a:spLocks noGrp="1"/>
          </p:cNvSpPr>
          <p:nvPr>
            <p:ph type="sldNum" idx="322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98332B9-074E-40C0-BE9C-248778322454}" type="slidenum">
              <a:rPr b="0" lang="en-US" sz="7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7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717" r:id="rId3"/>
    <p:sldLayoutId id="2147486718" r:id="rId4"/>
    <p:sldLayoutId id="2147486719" r:id="rId5"/>
    <p:sldLayoutId id="2147486720" r:id="rId6"/>
    <p:sldLayoutId id="2147486721" r:id="rId7"/>
    <p:sldLayoutId id="2147486722" r:id="rId8"/>
    <p:sldLayoutId id="2147486723" r:id="rId9"/>
    <p:sldLayoutId id="2147486724" r:id="rId10"/>
    <p:sldLayoutId id="2147486725" r:id="rId11"/>
    <p:sldLayoutId id="2147486726" r:id="rId12"/>
    <p:sldLayoutId id="2147486727" r:id="rId13"/>
    <p:sldLayoutId id="2147486728" r:id="rId14"/>
  </p:sldLayoutIdLst>
</p:sldMaster>
</file>

<file path=ppt/slideMasters/slideMaster23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5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06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00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sp>
        <p:nvSpPr>
          <p:cNvPr id="1000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0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10" name="PlaceHolder 3"/>
          <p:cNvSpPr>
            <a:spLocks noGrp="1"/>
          </p:cNvSpPr>
          <p:nvPr>
            <p:ph type="sldNum" idx="32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AE252B1-CB55-4A4A-AD38-151B4734B507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730" r:id="rId3"/>
    <p:sldLayoutId id="2147486731" r:id="rId4"/>
    <p:sldLayoutId id="2147486732" r:id="rId5"/>
    <p:sldLayoutId id="2147486733" r:id="rId6"/>
    <p:sldLayoutId id="2147486734" r:id="rId7"/>
    <p:sldLayoutId id="2147486735" r:id="rId8"/>
    <p:sldLayoutId id="2147486736" r:id="rId9"/>
    <p:sldLayoutId id="2147486737" r:id="rId10"/>
    <p:sldLayoutId id="2147486738" r:id="rId11"/>
    <p:sldLayoutId id="2147486739" r:id="rId12"/>
    <p:sldLayoutId id="2147486740" r:id="rId13"/>
    <p:sldLayoutId id="2147486741" r:id="rId14"/>
  </p:sldLayoutIdLst>
</p:sldMaster>
</file>

<file path=ppt/slideMasters/slideMaster23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7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48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04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sp>
        <p:nvSpPr>
          <p:cNvPr id="1005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5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52" name="PlaceHolder 3"/>
          <p:cNvSpPr>
            <a:spLocks noGrp="1"/>
          </p:cNvSpPr>
          <p:nvPr>
            <p:ph type="sldNum" idx="32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DD064E6-B74B-4BE4-B1BF-9CAF4B88A58B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743" r:id="rId3"/>
    <p:sldLayoutId id="2147486744" r:id="rId4"/>
    <p:sldLayoutId id="2147486745" r:id="rId5"/>
    <p:sldLayoutId id="2147486746" r:id="rId6"/>
    <p:sldLayoutId id="2147486747" r:id="rId7"/>
    <p:sldLayoutId id="2147486748" r:id="rId8"/>
    <p:sldLayoutId id="2147486749" r:id="rId9"/>
    <p:sldLayoutId id="2147486750" r:id="rId10"/>
    <p:sldLayoutId id="2147486751" r:id="rId11"/>
    <p:sldLayoutId id="2147486752" r:id="rId12"/>
    <p:sldLayoutId id="2147486753" r:id="rId13"/>
    <p:sldLayoutId id="2147486754" r:id="rId14"/>
  </p:sldLayoutIdLst>
</p:sldMaster>
</file>

<file path=ppt/slideMasters/slideMaster24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9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90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09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sp>
        <p:nvSpPr>
          <p:cNvPr id="1009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93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094" name="PlaceHolder 3"/>
          <p:cNvSpPr>
            <a:spLocks noGrp="1"/>
          </p:cNvSpPr>
          <p:nvPr>
            <p:ph type="ftr" idx="325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0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095" name="PlaceHolder 4"/>
          <p:cNvSpPr>
            <a:spLocks noGrp="1"/>
          </p:cNvSpPr>
          <p:nvPr>
            <p:ph type="sldNum" idx="32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CE2086C-F0BA-47C8-A00D-57DBDA6B2BF1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756" r:id="rId3"/>
    <p:sldLayoutId id="2147486757" r:id="rId4"/>
    <p:sldLayoutId id="2147486758" r:id="rId5"/>
    <p:sldLayoutId id="2147486759" r:id="rId6"/>
    <p:sldLayoutId id="2147486760" r:id="rId7"/>
    <p:sldLayoutId id="2147486761" r:id="rId8"/>
    <p:sldLayoutId id="2147486762" r:id="rId9"/>
    <p:sldLayoutId id="2147486763" r:id="rId10"/>
    <p:sldLayoutId id="2147486764" r:id="rId11"/>
    <p:sldLayoutId id="2147486765" r:id="rId12"/>
    <p:sldLayoutId id="2147486766" r:id="rId13"/>
    <p:sldLayoutId id="2147486767" r:id="rId14"/>
  </p:sldLayoutIdLst>
</p:sldMaster>
</file>

<file path=ppt/slideMasters/slideMaster24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2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1013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3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135" name="PlaceHolder 3"/>
          <p:cNvSpPr>
            <a:spLocks noGrp="1"/>
          </p:cNvSpPr>
          <p:nvPr>
            <p:ph type="sldNum" idx="32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9B9F48A-2145-4365-BAF1-9E85C7ECBC45}" type="slidenum"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7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7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769" r:id="rId2"/>
    <p:sldLayoutId id="2147486770" r:id="rId3"/>
    <p:sldLayoutId id="2147486771" r:id="rId4"/>
    <p:sldLayoutId id="2147486772" r:id="rId5"/>
    <p:sldLayoutId id="2147486773" r:id="rId6"/>
    <p:sldLayoutId id="2147486774" r:id="rId7"/>
    <p:sldLayoutId id="2147486775" r:id="rId8"/>
    <p:sldLayoutId id="2147486776" r:id="rId9"/>
    <p:sldLayoutId id="2147486777" r:id="rId10"/>
    <p:sldLayoutId id="2147486778" r:id="rId11"/>
    <p:sldLayoutId id="2147486779" r:id="rId12"/>
    <p:sldLayoutId id="2147486780" r:id="rId13"/>
  </p:sldLayoutIdLst>
</p:sldMaster>
</file>

<file path=ppt/slideMasters/slideMaster24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2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73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174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sp>
        <p:nvSpPr>
          <p:cNvPr id="10175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76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782" r:id="rId3"/>
    <p:sldLayoutId id="2147486783" r:id="rId4"/>
    <p:sldLayoutId id="2147486784" r:id="rId5"/>
    <p:sldLayoutId id="2147486785" r:id="rId6"/>
    <p:sldLayoutId id="2147486786" r:id="rId7"/>
    <p:sldLayoutId id="2147486787" r:id="rId8"/>
    <p:sldLayoutId id="2147486788" r:id="rId9"/>
    <p:sldLayoutId id="2147486789" r:id="rId10"/>
    <p:sldLayoutId id="2147486790" r:id="rId11"/>
    <p:sldLayoutId id="2147486791" r:id="rId12"/>
    <p:sldLayoutId id="2147486792" r:id="rId13"/>
    <p:sldLayoutId id="2147486793" r:id="rId14"/>
  </p:sldLayoutIdLst>
</p:sldMaster>
</file>

<file path=ppt/slideMasters/slideMaster24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13" name="Picture 24" descr="layout1"/>
          <p:cNvPicPr/>
          <p:nvPr/>
        </p:nvPicPr>
        <p:blipFill>
          <a:blip r:embed="rId2"/>
          <a:stretch/>
        </p:blipFill>
        <p:spPr>
          <a:xfrm>
            <a:off x="0" y="0"/>
            <a:ext cx="15840000" cy="7543800"/>
          </a:xfrm>
          <a:prstGeom prst="rect">
            <a:avLst/>
          </a:prstGeom>
          <a:ln w="0">
            <a:noFill/>
          </a:ln>
        </p:spPr>
      </p:pic>
      <p:sp>
        <p:nvSpPr>
          <p:cNvPr id="10214" name="Rectangle 2"/>
          <p:cNvSpPr/>
          <p:nvPr/>
        </p:nvSpPr>
        <p:spPr>
          <a:xfrm>
            <a:off x="1044720" y="3664080"/>
            <a:ext cx="13679280" cy="1203120"/>
          </a:xfrm>
          <a:prstGeom prst="rect">
            <a:avLst/>
          </a:prstGeom>
          <a:solidFill>
            <a:srgbClr val="00206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0215" name="Line 20"/>
          <p:cNvSpPr/>
          <p:nvPr/>
        </p:nvSpPr>
        <p:spPr>
          <a:xfrm>
            <a:off x="2319480" y="4257720"/>
            <a:ext cx="11269440" cy="1440"/>
          </a:xfrm>
          <a:prstGeom prst="line">
            <a:avLst/>
          </a:prstGeom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</p:sp>
      <p:pic>
        <p:nvPicPr>
          <p:cNvPr id="10216" name="Picture 22" descr=""/>
          <p:cNvPicPr/>
          <p:nvPr/>
        </p:nvPicPr>
        <p:blipFill>
          <a:blip r:embed="rId3"/>
          <a:stretch/>
        </p:blipFill>
        <p:spPr>
          <a:xfrm>
            <a:off x="5919840" y="905040"/>
            <a:ext cx="3965400" cy="2160360"/>
          </a:xfrm>
          <a:prstGeom prst="rect">
            <a:avLst/>
          </a:prstGeom>
          <a:ln w="0">
            <a:noFill/>
          </a:ln>
        </p:spPr>
      </p:pic>
      <p:sp>
        <p:nvSpPr>
          <p:cNvPr id="10217" name="Rectangle 19"/>
          <p:cNvSpPr/>
          <p:nvPr/>
        </p:nvSpPr>
        <p:spPr>
          <a:xfrm>
            <a:off x="2143080" y="3936240"/>
            <a:ext cx="11482560" cy="2898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algn="ctr">
              <a:tabLst>
                <a:tab algn="l" pos="0"/>
                <a:tab algn="l" pos="885960"/>
                <a:tab algn="l" pos="1771560"/>
                <a:tab algn="l" pos="2657520"/>
                <a:tab algn="l" pos="3543480"/>
                <a:tab algn="l" pos="4429080"/>
                <a:tab algn="l" pos="5315040"/>
                <a:tab algn="l" pos="6200640"/>
                <a:tab algn="l" pos="7086600"/>
                <a:tab algn="l" pos="7972560"/>
                <a:tab algn="l" pos="8858160"/>
                <a:tab algn="l" pos="9744120"/>
                <a:tab algn="l" pos="10630080"/>
              </a:tabLst>
            </a:pPr>
            <a:r>
              <a:rPr b="1" lang="en-GB" sz="1900" spc="-1" strike="noStrike">
                <a:solidFill>
                  <a:srgbClr val="ffffff"/>
                </a:solidFill>
                <a:latin typeface="Arial"/>
              </a:rPr>
              <a:t>Refining and Marketing</a:t>
            </a:r>
            <a:endParaRPr b="0" lang="en-US" sz="1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1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1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795" r:id="rId4"/>
    <p:sldLayoutId id="2147486796" r:id="rId5"/>
    <p:sldLayoutId id="2147486797" r:id="rId6"/>
    <p:sldLayoutId id="2147486798" r:id="rId7"/>
    <p:sldLayoutId id="2147486799" r:id="rId8"/>
    <p:sldLayoutId id="2147486800" r:id="rId9"/>
    <p:sldLayoutId id="2147486801" r:id="rId10"/>
    <p:sldLayoutId id="2147486802" r:id="rId11"/>
    <p:sldLayoutId id="2147486803" r:id="rId12"/>
    <p:sldLayoutId id="2147486804" r:id="rId13"/>
    <p:sldLayoutId id="2147486805" r:id="rId14"/>
    <p:sldLayoutId id="2147486806" r:id="rId15"/>
  </p:sldLayoutIdLst>
</p:sldMaster>
</file>

<file path=ppt/slideMasters/slideMaster24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6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57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25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sp>
        <p:nvSpPr>
          <p:cNvPr id="1025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6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808" r:id="rId3"/>
    <p:sldLayoutId id="2147486809" r:id="rId4"/>
    <p:sldLayoutId id="2147486810" r:id="rId5"/>
    <p:sldLayoutId id="2147486811" r:id="rId6"/>
    <p:sldLayoutId id="2147486812" r:id="rId7"/>
    <p:sldLayoutId id="2147486813" r:id="rId8"/>
    <p:sldLayoutId id="2147486814" r:id="rId9"/>
    <p:sldLayoutId id="2147486815" r:id="rId10"/>
    <p:sldLayoutId id="2147486816" r:id="rId11"/>
    <p:sldLayoutId id="2147486817" r:id="rId12"/>
    <p:sldLayoutId id="2147486818" r:id="rId13"/>
    <p:sldLayoutId id="2147486819" r:id="rId14"/>
  </p:sldLayoutIdLst>
</p:sldMaster>
</file>

<file path=ppt/slideMasters/slideMaster24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7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98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29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sp>
        <p:nvSpPr>
          <p:cNvPr id="1030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0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821" r:id="rId3"/>
    <p:sldLayoutId id="2147486822" r:id="rId4"/>
    <p:sldLayoutId id="2147486823" r:id="rId5"/>
    <p:sldLayoutId id="2147486824" r:id="rId6"/>
    <p:sldLayoutId id="2147486825" r:id="rId7"/>
    <p:sldLayoutId id="2147486826" r:id="rId8"/>
    <p:sldLayoutId id="2147486827" r:id="rId9"/>
    <p:sldLayoutId id="2147486828" r:id="rId10"/>
    <p:sldLayoutId id="2147486829" r:id="rId11"/>
    <p:sldLayoutId id="2147486830" r:id="rId12"/>
    <p:sldLayoutId id="2147486831" r:id="rId13"/>
    <p:sldLayoutId id="2147486832" r:id="rId14"/>
  </p:sldLayoutIdLst>
</p:sldMaster>
</file>

<file path=ppt/slideMasters/slideMaster24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8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39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34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sp>
        <p:nvSpPr>
          <p:cNvPr id="1034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4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343" name="PlaceHolder 3"/>
          <p:cNvSpPr>
            <a:spLocks noGrp="1"/>
          </p:cNvSpPr>
          <p:nvPr>
            <p:ph type="ftr" idx="328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7360" bIns="0" anchor="t">
            <a:noAutofit/>
          </a:bodyPr>
          <a:lstStyle>
            <a:lvl1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  <a:defRPr b="0" i="1" lang="en-GB" sz="900" spc="-1" strike="noStrike">
                <a:latin typeface="Times New Roman"/>
              </a:defRPr>
            </a:lvl1pPr>
          </a:lstStyle>
          <a:p>
            <a: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</a:pPr>
            <a:r>
              <a:rPr b="0" i="1" lang="en-GB" sz="900" spc="-1" strike="noStrike">
                <a:latin typeface="Times New Roman"/>
              </a:rPr>
              <a:t>CONFIDENTIAL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834" r:id="rId3"/>
    <p:sldLayoutId id="2147486835" r:id="rId4"/>
    <p:sldLayoutId id="2147486836" r:id="rId5"/>
    <p:sldLayoutId id="2147486837" r:id="rId6"/>
    <p:sldLayoutId id="2147486838" r:id="rId7"/>
    <p:sldLayoutId id="2147486839" r:id="rId8"/>
    <p:sldLayoutId id="2147486840" r:id="rId9"/>
    <p:sldLayoutId id="2147486841" r:id="rId10"/>
    <p:sldLayoutId id="2147486842" r:id="rId11"/>
    <p:sldLayoutId id="2147486843" r:id="rId12"/>
    <p:sldLayoutId id="2147486844" r:id="rId13"/>
    <p:sldLayoutId id="2147486845" r:id="rId14"/>
  </p:sldLayoutIdLst>
</p:sldMaster>
</file>

<file path=ppt/slideMasters/slideMaster24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blipFill rotWithShape="0">
          <a:blip r:embed="rId2"/>
          <a:stretch/>
        </a:blip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0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81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382" name="Picture 2" descr="C:\Users\shweta.ram\Desktop\Picture1.jpg"/>
          <p:cNvPicPr/>
          <p:nvPr/>
        </p:nvPicPr>
        <p:blipFill>
          <a:blip r:embed="rId3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sp>
        <p:nvSpPr>
          <p:cNvPr id="10383" name="Straight Connector 1"/>
          <p:cNvSpPr/>
          <p:nvPr/>
        </p:nvSpPr>
        <p:spPr>
          <a:xfrm>
            <a:off x="396720" y="838080"/>
            <a:ext cx="13643280" cy="0"/>
          </a:xfrm>
          <a:prstGeom prst="line">
            <a:avLst/>
          </a:prstGeom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pic>
        <p:nvPicPr>
          <p:cNvPr id="10384" name="Picture 2" descr="Image result for reliance logo"/>
          <p:cNvPicPr/>
          <p:nvPr/>
        </p:nvPicPr>
        <p:blipFill>
          <a:blip r:embed="rId4"/>
          <a:stretch/>
        </p:blipFill>
        <p:spPr>
          <a:xfrm>
            <a:off x="12965040" y="200160"/>
            <a:ext cx="714600" cy="442800"/>
          </a:xfrm>
          <a:prstGeom prst="rect">
            <a:avLst/>
          </a:prstGeom>
          <a:ln w="0">
            <a:noFill/>
          </a:ln>
        </p:spPr>
      </p:pic>
      <p:sp>
        <p:nvSpPr>
          <p:cNvPr id="10385" name="Slide Number Placeholder 5"/>
          <p:cNvSpPr/>
          <p:nvPr/>
        </p:nvSpPr>
        <p:spPr>
          <a:xfrm>
            <a:off x="11160000" y="6589800"/>
            <a:ext cx="324036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68760" rIns="68760" tIns="34200" bIns="34200" anchor="ctr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685800"/>
                <a:tab algn="l" pos="1371600"/>
                <a:tab algn="l" pos="2057400"/>
                <a:tab algn="l" pos="2743200"/>
                <a:tab algn="l" pos="3429000"/>
                <a:tab algn="l" pos="4114800"/>
                <a:tab algn="l" pos="4800600"/>
                <a:tab algn="l" pos="5486400"/>
                <a:tab algn="l" pos="6172200"/>
                <a:tab algn="l" pos="6858000"/>
                <a:tab algn="l" pos="7543800"/>
                <a:tab algn="l" pos="8229600"/>
                <a:tab algn="l" pos="8915400"/>
                <a:tab algn="l" pos="9601200"/>
                <a:tab algn="l" pos="10287000"/>
              </a:tabLst>
            </a:pPr>
            <a:fld id="{8F5845E8-5CA3-486C-BC00-7558ED4378BA}" type="slidenum">
              <a:rPr b="0" lang="en-IN" sz="900" spc="-1" strike="noStrike">
                <a:solidFill>
                  <a:srgbClr val="000000"/>
                </a:solidFill>
                <a:latin typeface="Calibri"/>
              </a:rPr>
              <a:t>&lt;number&gt;</a:t>
            </a:fld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8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8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847" r:id="rId5"/>
    <p:sldLayoutId id="2147486848" r:id="rId6"/>
    <p:sldLayoutId id="2147486849" r:id="rId7"/>
    <p:sldLayoutId id="2147486850" r:id="rId8"/>
    <p:sldLayoutId id="2147486851" r:id="rId9"/>
    <p:sldLayoutId id="2147486852" r:id="rId10"/>
    <p:sldLayoutId id="2147486853" r:id="rId11"/>
    <p:sldLayoutId id="2147486854" r:id="rId12"/>
    <p:sldLayoutId id="2147486855" r:id="rId13"/>
    <p:sldLayoutId id="2147486856" r:id="rId14"/>
    <p:sldLayoutId id="2147486857" r:id="rId15"/>
    <p:sldLayoutId id="2147486858" r:id="rId16"/>
  </p:sldLayoutIdLst>
</p:sldMaster>
</file>

<file path=ppt/slideMasters/slideMaster24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4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25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42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sp>
        <p:nvSpPr>
          <p:cNvPr id="1042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2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29" name="PlaceHolder 3"/>
          <p:cNvSpPr>
            <a:spLocks noGrp="1"/>
          </p:cNvSpPr>
          <p:nvPr>
            <p:ph type="ftr" idx="329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4840" bIns="0" anchor="t">
            <a:noAutofit/>
          </a:bodyPr>
          <a:lstStyle>
            <a:lvl1pPr algn="ctr">
              <a:tabLst>
                <a:tab algn="l" pos="0"/>
                <a:tab algn="l" pos="501480"/>
                <a:tab algn="l" pos="1003320"/>
                <a:tab algn="l" pos="1504800"/>
                <a:tab algn="l" pos="2006640"/>
                <a:tab algn="l" pos="2508120"/>
                <a:tab algn="l" pos="3009960"/>
                <a:tab algn="l" pos="3511440"/>
                <a:tab algn="l" pos="4013280"/>
                <a:tab algn="l" pos="4514760"/>
                <a:tab algn="l" pos="5016600"/>
                <a:tab algn="l" pos="5518080"/>
                <a:tab algn="l" pos="6019920"/>
                <a:tab algn="l" pos="6521400"/>
                <a:tab algn="l" pos="7023240"/>
                <a:tab algn="l" pos="7524720"/>
                <a:tab algn="l" pos="8026560"/>
                <a:tab algn="l" pos="8528040"/>
                <a:tab algn="l" pos="9029880"/>
                <a:tab algn="l" pos="9531360"/>
                <a:tab algn="l" pos="10032840"/>
              </a:tabLst>
              <a:defRPr b="0" i="1" lang="en-GB" sz="500" spc="-1" strike="noStrike">
                <a:solidFill>
                  <a:srgbClr val="002e56"/>
                </a:solidFill>
                <a:latin typeface="Times New Roman"/>
              </a:defRPr>
            </a:lvl1pPr>
          </a:lstStyle>
          <a:p>
            <a:pPr algn="ctr">
              <a:tabLst>
                <a:tab algn="l" pos="0"/>
                <a:tab algn="l" pos="501480"/>
                <a:tab algn="l" pos="1003320"/>
                <a:tab algn="l" pos="1504800"/>
                <a:tab algn="l" pos="2006640"/>
                <a:tab algn="l" pos="2508120"/>
                <a:tab algn="l" pos="3009960"/>
                <a:tab algn="l" pos="3511440"/>
                <a:tab algn="l" pos="4013280"/>
                <a:tab algn="l" pos="4514760"/>
                <a:tab algn="l" pos="5016600"/>
                <a:tab algn="l" pos="5518080"/>
                <a:tab algn="l" pos="6019920"/>
                <a:tab algn="l" pos="6521400"/>
                <a:tab algn="l" pos="7023240"/>
                <a:tab algn="l" pos="7524720"/>
                <a:tab algn="l" pos="8026560"/>
                <a:tab algn="l" pos="8528040"/>
                <a:tab algn="l" pos="9029880"/>
                <a:tab algn="l" pos="9531360"/>
                <a:tab algn="l" pos="10032840"/>
              </a:tabLst>
            </a:pPr>
            <a:r>
              <a:rPr b="0" i="1" lang="en-GB" sz="500" spc="-1" strike="noStrike">
                <a:solidFill>
                  <a:srgbClr val="002e56"/>
                </a:solidFill>
                <a:latin typeface="Times New Roman"/>
              </a:rPr>
              <a:t>CONFIDENTIAL</a:t>
            </a:r>
            <a:endParaRPr b="0" lang="en-US" sz="5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860" r:id="rId3"/>
    <p:sldLayoutId id="2147486861" r:id="rId4"/>
    <p:sldLayoutId id="2147486862" r:id="rId5"/>
    <p:sldLayoutId id="2147486863" r:id="rId6"/>
    <p:sldLayoutId id="2147486864" r:id="rId7"/>
    <p:sldLayoutId id="2147486865" r:id="rId8"/>
    <p:sldLayoutId id="2147486866" r:id="rId9"/>
    <p:sldLayoutId id="2147486867" r:id="rId10"/>
    <p:sldLayoutId id="2147486868" r:id="rId11"/>
    <p:sldLayoutId id="2147486869" r:id="rId12"/>
    <p:sldLayoutId id="2147486870" r:id="rId13"/>
    <p:sldLayoutId id="2147486871" r:id="rId14"/>
  </p:sldLayoutIdLst>
</p:sldMaster>
</file>

<file path=ppt/slideMasters/slideMaster24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6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67" name="AcnFootnote_ID_9" hidden="1"/>
          <p:cNvSpPr/>
          <p:nvPr/>
        </p:nvSpPr>
        <p:spPr>
          <a:xfrm>
            <a:off x="227160" y="6323760"/>
            <a:ext cx="12461760" cy="269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455760" indent="-45576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  <a:p>
            <a:pPr marL="455760" indent="-455760">
              <a:spcBef>
                <a:spcPts val="2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46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544680" y="235080"/>
            <a:ext cx="13855680" cy="582480"/>
          </a:xfrm>
          <a:prstGeom prst="rect">
            <a:avLst/>
          </a:prstGeom>
          <a:ln w="0">
            <a:noFill/>
          </a:ln>
        </p:spPr>
      </p:pic>
      <p:pic>
        <p:nvPicPr>
          <p:cNvPr id="10469" name="Picture 1" descr=""/>
          <p:cNvPicPr/>
          <p:nvPr/>
        </p:nvPicPr>
        <p:blipFill>
          <a:blip r:embed="rId3"/>
          <a:srcRect l="33703" t="23780" r="14249" b="10645"/>
          <a:stretch/>
        </p:blipFill>
        <p:spPr>
          <a:xfrm>
            <a:off x="0" y="0"/>
            <a:ext cx="14400360" cy="6862680"/>
          </a:xfrm>
          <a:prstGeom prst="rect">
            <a:avLst/>
          </a:prstGeom>
          <a:ln w="0">
            <a:noFill/>
          </a:ln>
        </p:spPr>
      </p:pic>
      <p:sp>
        <p:nvSpPr>
          <p:cNvPr id="1047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47600" indent="-14760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1" marL="487440" indent="-24120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2" marL="727200" indent="-1414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3" marL="1015920" indent="-191880">
              <a:spcBef>
                <a:spcPts val="400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4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5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  <a:p>
            <a:pPr lvl="6" marL="1252440" indent="-139680">
              <a:spcBef>
                <a:spcPts val="400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6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7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27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27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472" name="PlaceHolder 3"/>
          <p:cNvSpPr>
            <a:spLocks noGrp="1"/>
          </p:cNvSpPr>
          <p:nvPr>
            <p:ph type="ftr" idx="330"/>
          </p:nvPr>
        </p:nvSpPr>
        <p:spPr>
          <a:xfrm>
            <a:off x="4919400" y="6476760"/>
            <a:ext cx="4560840" cy="2444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500" spc="-1" strike="noStrike">
                <a:solidFill>
                  <a:srgbClr val="000000"/>
                </a:solidFill>
                <a:latin typeface="Helvetica Neue Light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5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873" r:id="rId4"/>
    <p:sldLayoutId id="2147486874" r:id="rId5"/>
    <p:sldLayoutId id="2147486875" r:id="rId6"/>
    <p:sldLayoutId id="2147486876" r:id="rId7"/>
    <p:sldLayoutId id="2147486877" r:id="rId8"/>
    <p:sldLayoutId id="2147486878" r:id="rId9"/>
    <p:sldLayoutId id="2147486879" r:id="rId10"/>
    <p:sldLayoutId id="2147486880" r:id="rId11"/>
    <p:sldLayoutId id="2147486881" r:id="rId12"/>
    <p:sldLayoutId id="2147486882" r:id="rId13"/>
    <p:sldLayoutId id="2147486883" r:id="rId14"/>
    <p:sldLayoutId id="2147486884" r:id="rId15"/>
  </p:sldLayoutIdLst>
</p:sldMaster>
</file>

<file path=ppt/slideMasters/slideMaster25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1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51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10512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1051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1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15" name="PlaceHolder 3"/>
          <p:cNvSpPr>
            <a:spLocks noGrp="1"/>
          </p:cNvSpPr>
          <p:nvPr>
            <p:ph type="dt" idx="331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16" name="PlaceHolder 4"/>
          <p:cNvSpPr>
            <a:spLocks noGrp="1"/>
          </p:cNvSpPr>
          <p:nvPr>
            <p:ph type="ftr" idx="332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17" name="PlaceHolder 5"/>
          <p:cNvSpPr>
            <a:spLocks noGrp="1"/>
          </p:cNvSpPr>
          <p:nvPr>
            <p:ph type="sldNum" idx="33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EB1B60F-2B45-42A4-A342-928315CC0F46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886" r:id="rId4"/>
    <p:sldLayoutId id="2147486887" r:id="rId5"/>
    <p:sldLayoutId id="2147486888" r:id="rId6"/>
    <p:sldLayoutId id="2147486889" r:id="rId7"/>
    <p:sldLayoutId id="2147486890" r:id="rId8"/>
    <p:sldLayoutId id="2147486891" r:id="rId9"/>
    <p:sldLayoutId id="2147486892" r:id="rId10"/>
    <p:sldLayoutId id="2147486893" r:id="rId11"/>
    <p:sldLayoutId id="2147486894" r:id="rId12"/>
    <p:sldLayoutId id="2147486895" r:id="rId13"/>
    <p:sldLayoutId id="2147486896" r:id="rId14"/>
    <p:sldLayoutId id="2147486897" r:id="rId15"/>
  </p:sldLayoutIdLst>
</p:sldMaster>
</file>

<file path=ppt/slideMasters/slideMaster25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5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55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055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5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559" name="PlaceHolder 3"/>
          <p:cNvSpPr>
            <a:spLocks noGrp="1"/>
          </p:cNvSpPr>
          <p:nvPr>
            <p:ph type="sldNum" idx="334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6069406-CBB5-4094-9A65-51873CC87072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899" r:id="rId3"/>
    <p:sldLayoutId id="2147486900" r:id="rId4"/>
    <p:sldLayoutId id="2147486901" r:id="rId5"/>
    <p:sldLayoutId id="2147486902" r:id="rId6"/>
    <p:sldLayoutId id="2147486903" r:id="rId7"/>
    <p:sldLayoutId id="2147486904" r:id="rId8"/>
    <p:sldLayoutId id="2147486905" r:id="rId9"/>
    <p:sldLayoutId id="2147486906" r:id="rId10"/>
    <p:sldLayoutId id="2147486907" r:id="rId11"/>
    <p:sldLayoutId id="2147486908" r:id="rId12"/>
    <p:sldLayoutId id="2147486909" r:id="rId13"/>
    <p:sldLayoutId id="2147486910" r:id="rId14"/>
  </p:sldLayoutIdLst>
</p:sldMaster>
</file>

<file path=ppt/slideMasters/slideMaster25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59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59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059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0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01" name="PlaceHolder 3"/>
          <p:cNvSpPr>
            <a:spLocks noGrp="1"/>
          </p:cNvSpPr>
          <p:nvPr>
            <p:ph type="sldNum" idx="33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E94785D-79D5-40DE-8D12-46C75492F14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912" r:id="rId3"/>
    <p:sldLayoutId id="2147486913" r:id="rId4"/>
    <p:sldLayoutId id="2147486914" r:id="rId5"/>
    <p:sldLayoutId id="2147486915" r:id="rId6"/>
    <p:sldLayoutId id="2147486916" r:id="rId7"/>
    <p:sldLayoutId id="2147486917" r:id="rId8"/>
    <p:sldLayoutId id="2147486918" r:id="rId9"/>
    <p:sldLayoutId id="2147486919" r:id="rId10"/>
    <p:sldLayoutId id="2147486920" r:id="rId11"/>
    <p:sldLayoutId id="2147486921" r:id="rId12"/>
    <p:sldLayoutId id="2147486922" r:id="rId13"/>
    <p:sldLayoutId id="2147486923" r:id="rId14"/>
  </p:sldLayoutIdLst>
</p:sldMaster>
</file>

<file path=ppt/slideMasters/slideMaster25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3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64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064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4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43" name="PlaceHolder 3"/>
          <p:cNvSpPr>
            <a:spLocks noGrp="1"/>
          </p:cNvSpPr>
          <p:nvPr>
            <p:ph type="sldNum" idx="33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84532CE-0841-4091-A0C7-AEA073672A18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925" r:id="rId3"/>
    <p:sldLayoutId id="2147486926" r:id="rId4"/>
    <p:sldLayoutId id="2147486927" r:id="rId5"/>
    <p:sldLayoutId id="2147486928" r:id="rId6"/>
    <p:sldLayoutId id="2147486929" r:id="rId7"/>
    <p:sldLayoutId id="2147486930" r:id="rId8"/>
    <p:sldLayoutId id="2147486931" r:id="rId9"/>
    <p:sldLayoutId id="2147486932" r:id="rId10"/>
    <p:sldLayoutId id="2147486933" r:id="rId11"/>
    <p:sldLayoutId id="2147486934" r:id="rId12"/>
    <p:sldLayoutId id="2147486935" r:id="rId13"/>
    <p:sldLayoutId id="2147486936" r:id="rId14"/>
  </p:sldLayoutIdLst>
</p:sldMaster>
</file>

<file path=ppt/slideMasters/slideMaster25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8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8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68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068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8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685" name="PlaceHolder 3"/>
          <p:cNvSpPr>
            <a:spLocks noGrp="1"/>
          </p:cNvSpPr>
          <p:nvPr>
            <p:ph type="ftr" idx="337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86" name="PlaceHolder 4"/>
          <p:cNvSpPr>
            <a:spLocks noGrp="1"/>
          </p:cNvSpPr>
          <p:nvPr>
            <p:ph type="sldNum" idx="33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A45F261-39E6-479F-9308-3987C3CF4BF6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938" r:id="rId3"/>
    <p:sldLayoutId id="2147486939" r:id="rId4"/>
    <p:sldLayoutId id="2147486940" r:id="rId5"/>
    <p:sldLayoutId id="2147486941" r:id="rId6"/>
    <p:sldLayoutId id="2147486942" r:id="rId7"/>
    <p:sldLayoutId id="2147486943" r:id="rId8"/>
    <p:sldLayoutId id="2147486944" r:id="rId9"/>
    <p:sldLayoutId id="2147486945" r:id="rId10"/>
    <p:sldLayoutId id="2147486946" r:id="rId11"/>
    <p:sldLayoutId id="2147486947" r:id="rId12"/>
    <p:sldLayoutId id="2147486948" r:id="rId13"/>
    <p:sldLayoutId id="2147486949" r:id="rId14"/>
  </p:sldLayoutIdLst>
</p:sldMaster>
</file>

<file path=ppt/slideMasters/slideMaster25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3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1072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2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726" name="PlaceHolder 3"/>
          <p:cNvSpPr>
            <a:spLocks noGrp="1"/>
          </p:cNvSpPr>
          <p:nvPr>
            <p:ph type="sldNum" idx="339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0368A5F-9425-417A-BBAD-3A7B466AFBEF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951" r:id="rId2"/>
    <p:sldLayoutId id="2147486952" r:id="rId3"/>
    <p:sldLayoutId id="2147486953" r:id="rId4"/>
    <p:sldLayoutId id="2147486954" r:id="rId5"/>
    <p:sldLayoutId id="2147486955" r:id="rId6"/>
    <p:sldLayoutId id="2147486956" r:id="rId7"/>
    <p:sldLayoutId id="2147486957" r:id="rId8"/>
    <p:sldLayoutId id="2147486958" r:id="rId9"/>
    <p:sldLayoutId id="2147486959" r:id="rId10"/>
    <p:sldLayoutId id="2147486960" r:id="rId11"/>
    <p:sldLayoutId id="2147486961" r:id="rId12"/>
    <p:sldLayoutId id="2147486962" r:id="rId13"/>
  </p:sldLayoutIdLst>
</p:sldMaster>
</file>

<file path=ppt/slideMasters/slideMaster25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6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76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076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6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964" r:id="rId3"/>
    <p:sldLayoutId id="2147486965" r:id="rId4"/>
    <p:sldLayoutId id="2147486966" r:id="rId5"/>
    <p:sldLayoutId id="2147486967" r:id="rId6"/>
    <p:sldLayoutId id="2147486968" r:id="rId7"/>
    <p:sldLayoutId id="2147486969" r:id="rId8"/>
    <p:sldLayoutId id="2147486970" r:id="rId9"/>
    <p:sldLayoutId id="2147486971" r:id="rId10"/>
    <p:sldLayoutId id="2147486972" r:id="rId11"/>
    <p:sldLayoutId id="2147486973" r:id="rId12"/>
    <p:sldLayoutId id="2147486974" r:id="rId13"/>
    <p:sldLayoutId id="2147486975" r:id="rId14"/>
  </p:sldLayoutIdLst>
</p:sldMaster>
</file>

<file path=ppt/slideMasters/slideMaster25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0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0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80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10807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1080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0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10" name="PlaceHolder 3"/>
          <p:cNvSpPr>
            <a:spLocks noGrp="1"/>
          </p:cNvSpPr>
          <p:nvPr>
            <p:ph type="dt" idx="340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11" name="PlaceHolder 4"/>
          <p:cNvSpPr>
            <a:spLocks noGrp="1"/>
          </p:cNvSpPr>
          <p:nvPr>
            <p:ph type="ftr" idx="341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12" name="PlaceHolder 5"/>
          <p:cNvSpPr>
            <a:spLocks noGrp="1"/>
          </p:cNvSpPr>
          <p:nvPr>
            <p:ph type="sldNum" idx="342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84E7266-8C3C-4D5E-8A3B-96DF98372854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977" r:id="rId4"/>
    <p:sldLayoutId id="2147486978" r:id="rId5"/>
    <p:sldLayoutId id="2147486979" r:id="rId6"/>
    <p:sldLayoutId id="2147486980" r:id="rId7"/>
    <p:sldLayoutId id="2147486981" r:id="rId8"/>
    <p:sldLayoutId id="2147486982" r:id="rId9"/>
    <p:sldLayoutId id="2147486983" r:id="rId10"/>
    <p:sldLayoutId id="2147486984" r:id="rId11"/>
    <p:sldLayoutId id="2147486985" r:id="rId12"/>
    <p:sldLayoutId id="2147486986" r:id="rId13"/>
    <p:sldLayoutId id="2147486987" r:id="rId14"/>
    <p:sldLayoutId id="2147486988" r:id="rId15"/>
  </p:sldLayoutIdLst>
</p:sldMaster>
</file>

<file path=ppt/slideMasters/slideMaster25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5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85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0852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53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54" name="PlaceHolder 3"/>
          <p:cNvSpPr>
            <a:spLocks noGrp="1"/>
          </p:cNvSpPr>
          <p:nvPr>
            <p:ph type="sldNum" idx="343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89F55BF-0127-474E-8829-CE83CE0E059B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6990" r:id="rId3"/>
    <p:sldLayoutId id="2147486991" r:id="rId4"/>
    <p:sldLayoutId id="2147486992" r:id="rId5"/>
    <p:sldLayoutId id="2147486993" r:id="rId6"/>
    <p:sldLayoutId id="2147486994" r:id="rId7"/>
    <p:sldLayoutId id="2147486995" r:id="rId8"/>
    <p:sldLayoutId id="2147486996" r:id="rId9"/>
    <p:sldLayoutId id="2147486997" r:id="rId10"/>
    <p:sldLayoutId id="2147486998" r:id="rId11"/>
    <p:sldLayoutId id="2147486999" r:id="rId12"/>
    <p:sldLayoutId id="2147487000" r:id="rId13"/>
    <p:sldLayoutId id="2147487001" r:id="rId14"/>
  </p:sldLayoutIdLst>
</p:sldMaster>
</file>

<file path=ppt/slideMasters/slideMaster25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9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89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089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9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896" name="PlaceHolder 3"/>
          <p:cNvSpPr>
            <a:spLocks noGrp="1"/>
          </p:cNvSpPr>
          <p:nvPr>
            <p:ph type="sldNum" idx="34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DEFBEA3-014E-4705-89D5-9D5269E88DEB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003" r:id="rId3"/>
    <p:sldLayoutId id="2147487004" r:id="rId4"/>
    <p:sldLayoutId id="2147487005" r:id="rId5"/>
    <p:sldLayoutId id="2147487006" r:id="rId6"/>
    <p:sldLayoutId id="2147487007" r:id="rId7"/>
    <p:sldLayoutId id="2147487008" r:id="rId8"/>
    <p:sldLayoutId id="2147487009" r:id="rId9"/>
    <p:sldLayoutId id="2147487010" r:id="rId10"/>
    <p:sldLayoutId id="2147487011" r:id="rId11"/>
    <p:sldLayoutId id="2147487012" r:id="rId12"/>
    <p:sldLayoutId id="2147487013" r:id="rId13"/>
    <p:sldLayoutId id="2147487014" r:id="rId14"/>
  </p:sldLayoutIdLst>
</p:sldMaster>
</file>

<file path=ppt/slideMasters/slideMaster26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3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93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093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3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38" name="PlaceHolder 3"/>
          <p:cNvSpPr>
            <a:spLocks noGrp="1"/>
          </p:cNvSpPr>
          <p:nvPr>
            <p:ph type="sldNum" idx="345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47122E2-F4BE-49BA-A8C3-0E9AF186EAAE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016" r:id="rId3"/>
    <p:sldLayoutId id="2147487017" r:id="rId4"/>
    <p:sldLayoutId id="2147487018" r:id="rId5"/>
    <p:sldLayoutId id="2147487019" r:id="rId6"/>
    <p:sldLayoutId id="2147487020" r:id="rId7"/>
    <p:sldLayoutId id="2147487021" r:id="rId8"/>
    <p:sldLayoutId id="2147487022" r:id="rId9"/>
    <p:sldLayoutId id="2147487023" r:id="rId10"/>
    <p:sldLayoutId id="2147487024" r:id="rId11"/>
    <p:sldLayoutId id="2147487025" r:id="rId12"/>
    <p:sldLayoutId id="2147487026" r:id="rId13"/>
    <p:sldLayoutId id="2147487027" r:id="rId14"/>
  </p:sldLayoutIdLst>
</p:sldMaster>
</file>

<file path=ppt/slideMasters/slideMaster26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7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097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097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7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0980" name="PlaceHolder 3"/>
          <p:cNvSpPr>
            <a:spLocks noGrp="1"/>
          </p:cNvSpPr>
          <p:nvPr>
            <p:ph type="ftr" idx="346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81" name="PlaceHolder 4"/>
          <p:cNvSpPr>
            <a:spLocks noGrp="1"/>
          </p:cNvSpPr>
          <p:nvPr>
            <p:ph type="sldNum" idx="34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DC1CCB1-E1FF-416A-B173-86B11468BE98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029" r:id="rId3"/>
    <p:sldLayoutId id="2147487030" r:id="rId4"/>
    <p:sldLayoutId id="2147487031" r:id="rId5"/>
    <p:sldLayoutId id="2147487032" r:id="rId6"/>
    <p:sldLayoutId id="2147487033" r:id="rId7"/>
    <p:sldLayoutId id="2147487034" r:id="rId8"/>
    <p:sldLayoutId id="2147487035" r:id="rId9"/>
    <p:sldLayoutId id="2147487036" r:id="rId10"/>
    <p:sldLayoutId id="2147487037" r:id="rId11"/>
    <p:sldLayoutId id="2147487038" r:id="rId12"/>
    <p:sldLayoutId id="2147487039" r:id="rId13"/>
    <p:sldLayoutId id="2147487040" r:id="rId14"/>
  </p:sldLayoutIdLst>
</p:sldMaster>
</file>

<file path=ppt/slideMasters/slideMaster26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8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1101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2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021" name="PlaceHolder 3"/>
          <p:cNvSpPr>
            <a:spLocks noGrp="1"/>
          </p:cNvSpPr>
          <p:nvPr>
            <p:ph type="sldNum" idx="348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9212CF6-7ED5-4DCC-A7C2-69A5A4F9656E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042" r:id="rId2"/>
    <p:sldLayoutId id="2147487043" r:id="rId3"/>
    <p:sldLayoutId id="2147487044" r:id="rId4"/>
    <p:sldLayoutId id="2147487045" r:id="rId5"/>
    <p:sldLayoutId id="2147487046" r:id="rId6"/>
    <p:sldLayoutId id="2147487047" r:id="rId7"/>
    <p:sldLayoutId id="2147487048" r:id="rId8"/>
    <p:sldLayoutId id="2147487049" r:id="rId9"/>
    <p:sldLayoutId id="2147487050" r:id="rId10"/>
    <p:sldLayoutId id="2147487051" r:id="rId11"/>
    <p:sldLayoutId id="2147487052" r:id="rId12"/>
    <p:sldLayoutId id="2147487053" r:id="rId13"/>
  </p:sldLayoutIdLst>
</p:sldMaster>
</file>

<file path=ppt/slideMasters/slideMaster26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5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06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06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6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055" r:id="rId3"/>
    <p:sldLayoutId id="2147487056" r:id="rId4"/>
    <p:sldLayoutId id="2147487057" r:id="rId5"/>
    <p:sldLayoutId id="2147487058" r:id="rId6"/>
    <p:sldLayoutId id="2147487059" r:id="rId7"/>
    <p:sldLayoutId id="2147487060" r:id="rId8"/>
    <p:sldLayoutId id="2147487061" r:id="rId9"/>
    <p:sldLayoutId id="2147487062" r:id="rId10"/>
    <p:sldLayoutId id="2147487063" r:id="rId11"/>
    <p:sldLayoutId id="2147487064" r:id="rId12"/>
    <p:sldLayoutId id="2147487065" r:id="rId13"/>
    <p:sldLayoutId id="2147487066" r:id="rId14"/>
  </p:sldLayoutIdLst>
</p:sldMaster>
</file>

<file path=ppt/slideMasters/slideMaster26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0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101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11102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1110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0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05" name="PlaceHolder 3"/>
          <p:cNvSpPr>
            <a:spLocks noGrp="1"/>
          </p:cNvSpPr>
          <p:nvPr>
            <p:ph type="dt" idx="349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06" name="PlaceHolder 4"/>
          <p:cNvSpPr>
            <a:spLocks noGrp="1"/>
          </p:cNvSpPr>
          <p:nvPr>
            <p:ph type="ftr" idx="35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07" name="PlaceHolder 5"/>
          <p:cNvSpPr>
            <a:spLocks noGrp="1"/>
          </p:cNvSpPr>
          <p:nvPr>
            <p:ph type="sldNum" idx="35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8FD7359-2A17-4A76-924A-F03BB273EFFD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068" r:id="rId4"/>
    <p:sldLayoutId id="2147487069" r:id="rId5"/>
    <p:sldLayoutId id="2147487070" r:id="rId6"/>
    <p:sldLayoutId id="2147487071" r:id="rId7"/>
    <p:sldLayoutId id="2147487072" r:id="rId8"/>
    <p:sldLayoutId id="2147487073" r:id="rId9"/>
    <p:sldLayoutId id="2147487074" r:id="rId10"/>
    <p:sldLayoutId id="2147487075" r:id="rId11"/>
    <p:sldLayoutId id="2147487076" r:id="rId12"/>
    <p:sldLayoutId id="2147487077" r:id="rId13"/>
    <p:sldLayoutId id="2147487078" r:id="rId14"/>
    <p:sldLayoutId id="2147487079" r:id="rId15"/>
  </p:sldLayoutIdLst>
</p:sldMaster>
</file>

<file path=ppt/slideMasters/slideMaster26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4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4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14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14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4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49" name="PlaceHolder 3"/>
          <p:cNvSpPr>
            <a:spLocks noGrp="1"/>
          </p:cNvSpPr>
          <p:nvPr>
            <p:ph type="sldNum" idx="352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AD53677-348B-4AE2-BF70-3F887546F78A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081" r:id="rId3"/>
    <p:sldLayoutId id="2147487082" r:id="rId4"/>
    <p:sldLayoutId id="2147487083" r:id="rId5"/>
    <p:sldLayoutId id="2147487084" r:id="rId6"/>
    <p:sldLayoutId id="2147487085" r:id="rId7"/>
    <p:sldLayoutId id="2147487086" r:id="rId8"/>
    <p:sldLayoutId id="2147487087" r:id="rId9"/>
    <p:sldLayoutId id="2147487088" r:id="rId10"/>
    <p:sldLayoutId id="2147487089" r:id="rId11"/>
    <p:sldLayoutId id="2147487090" r:id="rId12"/>
    <p:sldLayoutId id="2147487091" r:id="rId13"/>
    <p:sldLayoutId id="2147487092" r:id="rId14"/>
  </p:sldLayoutIdLst>
</p:sldMaster>
</file>

<file path=ppt/slideMasters/slideMaster26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8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8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18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189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90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191" name="PlaceHolder 3"/>
          <p:cNvSpPr>
            <a:spLocks noGrp="1"/>
          </p:cNvSpPr>
          <p:nvPr>
            <p:ph type="sldNum" idx="35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2C99D09-F6B4-406C-A949-61E587D5657D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094" r:id="rId3"/>
    <p:sldLayoutId id="2147487095" r:id="rId4"/>
    <p:sldLayoutId id="2147487096" r:id="rId5"/>
    <p:sldLayoutId id="2147487097" r:id="rId6"/>
    <p:sldLayoutId id="2147487098" r:id="rId7"/>
    <p:sldLayoutId id="2147487099" r:id="rId8"/>
    <p:sldLayoutId id="2147487100" r:id="rId9"/>
    <p:sldLayoutId id="2147487101" r:id="rId10"/>
    <p:sldLayoutId id="2147487102" r:id="rId11"/>
    <p:sldLayoutId id="2147487103" r:id="rId12"/>
    <p:sldLayoutId id="2147487104" r:id="rId13"/>
    <p:sldLayoutId id="2147487105" r:id="rId14"/>
  </p:sldLayoutIdLst>
</p:sldMaster>
</file>

<file path=ppt/slideMasters/slideMaster26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29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230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23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3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33" name="PlaceHolder 3"/>
          <p:cNvSpPr>
            <a:spLocks noGrp="1"/>
          </p:cNvSpPr>
          <p:nvPr>
            <p:ph type="sldNum" idx="35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357C2CA-31F8-47D6-9C13-DA93745843B5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107" r:id="rId3"/>
    <p:sldLayoutId id="2147487108" r:id="rId4"/>
    <p:sldLayoutId id="2147487109" r:id="rId5"/>
    <p:sldLayoutId id="2147487110" r:id="rId6"/>
    <p:sldLayoutId id="2147487111" r:id="rId7"/>
    <p:sldLayoutId id="2147487112" r:id="rId8"/>
    <p:sldLayoutId id="2147487113" r:id="rId9"/>
    <p:sldLayoutId id="2147487114" r:id="rId10"/>
    <p:sldLayoutId id="2147487115" r:id="rId11"/>
    <p:sldLayoutId id="2147487116" r:id="rId12"/>
    <p:sldLayoutId id="2147487117" r:id="rId13"/>
    <p:sldLayoutId id="2147487118" r:id="rId14"/>
  </p:sldLayoutIdLst>
</p:sldMaster>
</file>

<file path=ppt/slideMasters/slideMaster26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7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27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27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7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275" name="PlaceHolder 3"/>
          <p:cNvSpPr>
            <a:spLocks noGrp="1"/>
          </p:cNvSpPr>
          <p:nvPr>
            <p:ph type="ftr" idx="355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276" name="PlaceHolder 4"/>
          <p:cNvSpPr>
            <a:spLocks noGrp="1"/>
          </p:cNvSpPr>
          <p:nvPr>
            <p:ph type="sldNum" idx="35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0907DFA-B931-4AAE-9E47-35B0A0DEB7EA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120" r:id="rId3"/>
    <p:sldLayoutId id="2147487121" r:id="rId4"/>
    <p:sldLayoutId id="2147487122" r:id="rId5"/>
    <p:sldLayoutId id="2147487123" r:id="rId6"/>
    <p:sldLayoutId id="2147487124" r:id="rId7"/>
    <p:sldLayoutId id="2147487125" r:id="rId8"/>
    <p:sldLayoutId id="2147487126" r:id="rId9"/>
    <p:sldLayoutId id="2147487127" r:id="rId10"/>
    <p:sldLayoutId id="2147487128" r:id="rId11"/>
    <p:sldLayoutId id="2147487129" r:id="rId12"/>
    <p:sldLayoutId id="2147487130" r:id="rId13"/>
    <p:sldLayoutId id="2147487131" r:id="rId14"/>
  </p:sldLayoutIdLst>
</p:sldMaster>
</file>

<file path=ppt/slideMasters/slideMaster26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3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1131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1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16" name="PlaceHolder 3"/>
          <p:cNvSpPr>
            <a:spLocks noGrp="1"/>
          </p:cNvSpPr>
          <p:nvPr>
            <p:ph type="sldNum" idx="35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F8E4F0F-8EDD-4D90-AEC5-31ABEBF2768E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133" r:id="rId2"/>
    <p:sldLayoutId id="2147487134" r:id="rId3"/>
    <p:sldLayoutId id="2147487135" r:id="rId4"/>
    <p:sldLayoutId id="2147487136" r:id="rId5"/>
    <p:sldLayoutId id="2147487137" r:id="rId6"/>
    <p:sldLayoutId id="2147487138" r:id="rId7"/>
    <p:sldLayoutId id="2147487139" r:id="rId8"/>
    <p:sldLayoutId id="2147487140" r:id="rId9"/>
    <p:sldLayoutId id="2147487141" r:id="rId10"/>
    <p:sldLayoutId id="2147487142" r:id="rId11"/>
    <p:sldLayoutId id="2147487143" r:id="rId12"/>
    <p:sldLayoutId id="2147487144" r:id="rId13"/>
  </p:sldLayoutIdLst>
</p:sldMaster>
</file>

<file path=ppt/slideMasters/slideMaster27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5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35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35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5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146" r:id="rId3"/>
    <p:sldLayoutId id="2147487147" r:id="rId4"/>
    <p:sldLayoutId id="2147487148" r:id="rId5"/>
    <p:sldLayoutId id="2147487149" r:id="rId6"/>
    <p:sldLayoutId id="2147487150" r:id="rId7"/>
    <p:sldLayoutId id="2147487151" r:id="rId8"/>
    <p:sldLayoutId id="2147487152" r:id="rId9"/>
    <p:sldLayoutId id="2147487153" r:id="rId10"/>
    <p:sldLayoutId id="2147487154" r:id="rId11"/>
    <p:sldLayoutId id="2147487155" r:id="rId12"/>
    <p:sldLayoutId id="2147487156" r:id="rId13"/>
    <p:sldLayoutId id="2147487157" r:id="rId14"/>
  </p:sldLayoutIdLst>
</p:sldMaster>
</file>

<file path=ppt/slideMasters/slideMaster27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9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396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397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398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399" name="PlaceHolder 3"/>
          <p:cNvSpPr>
            <a:spLocks noGrp="1"/>
          </p:cNvSpPr>
          <p:nvPr>
            <p:ph type="ftr" idx="358"/>
          </p:nvPr>
        </p:nvSpPr>
        <p:spPr>
          <a:xfrm>
            <a:off x="4902120" y="6373800"/>
            <a:ext cx="4595760" cy="334800"/>
          </a:xfrm>
          <a:prstGeom prst="rect">
            <a:avLst/>
          </a:prstGeom>
          <a:noFill/>
          <a:ln w="0">
            <a:noFill/>
          </a:ln>
        </p:spPr>
        <p:txBody>
          <a:bodyPr lIns="0" rIns="0" tIns="24840" bIns="0" anchor="t">
            <a:noAutofit/>
          </a:bodyPr>
          <a:lstStyle>
            <a:lvl1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  <a:defRPr b="0" i="1" lang="en-GB" sz="900" spc="-1" strike="noStrike">
                <a:solidFill>
                  <a:srgbClr val="002e56"/>
                </a:solidFill>
                <a:latin typeface="Times New Roman"/>
              </a:defRPr>
            </a:lvl1pPr>
          </a:lstStyle>
          <a:p>
            <a:pPr algn="ctr">
              <a:tabLst>
                <a:tab algn="l" pos="0"/>
                <a:tab algn="l" pos="790560"/>
                <a:tab algn="l" pos="1581120"/>
                <a:tab algn="l" pos="2371680"/>
                <a:tab algn="l" pos="3162240"/>
                <a:tab algn="l" pos="3952800"/>
                <a:tab algn="l" pos="4743360"/>
                <a:tab algn="l" pos="5533920"/>
                <a:tab algn="l" pos="6324480"/>
                <a:tab algn="l" pos="7115040"/>
                <a:tab algn="l" pos="7905600"/>
                <a:tab algn="l" pos="8696160"/>
                <a:tab algn="l" pos="9487080"/>
                <a:tab algn="l" pos="10277640"/>
              </a:tabLst>
            </a:pPr>
            <a:r>
              <a:rPr b="0" i="1" lang="en-GB" sz="900" spc="-1" strike="noStrike">
                <a:solidFill>
                  <a:srgbClr val="002e56"/>
                </a:solidFill>
                <a:latin typeface="Times New Roman"/>
              </a:rPr>
              <a:t>CONFIDENTIAL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159" r:id="rId3"/>
    <p:sldLayoutId id="2147487160" r:id="rId4"/>
    <p:sldLayoutId id="2147487161" r:id="rId5"/>
    <p:sldLayoutId id="2147487162" r:id="rId6"/>
    <p:sldLayoutId id="2147487163" r:id="rId7"/>
    <p:sldLayoutId id="2147487164" r:id="rId8"/>
    <p:sldLayoutId id="2147487165" r:id="rId9"/>
    <p:sldLayoutId id="2147487166" r:id="rId10"/>
    <p:sldLayoutId id="2147487167" r:id="rId11"/>
    <p:sldLayoutId id="2147487168" r:id="rId12"/>
    <p:sldLayoutId id="2147487169" r:id="rId13"/>
    <p:sldLayoutId id="2147487170" r:id="rId14"/>
  </p:sldLayoutIdLst>
</p:sldMaster>
</file>

<file path=ppt/slideMasters/slideMaster27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3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3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438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pic>
        <p:nvPicPr>
          <p:cNvPr id="11439" name="Picture 11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  <p:sp>
        <p:nvSpPr>
          <p:cNvPr id="1144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4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42" name="PlaceHolder 3"/>
          <p:cNvSpPr>
            <a:spLocks noGrp="1"/>
          </p:cNvSpPr>
          <p:nvPr>
            <p:ph type="dt" idx="359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8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43" name="PlaceHolder 4"/>
          <p:cNvSpPr>
            <a:spLocks noGrp="1"/>
          </p:cNvSpPr>
          <p:nvPr>
            <p:ph type="ftr" idx="360"/>
          </p:nvPr>
        </p:nvSpPr>
        <p:spPr>
          <a:xfrm>
            <a:off x="227160" y="6324480"/>
            <a:ext cx="7070400" cy="45720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b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44" name="PlaceHolder 5"/>
          <p:cNvSpPr>
            <a:spLocks noGrp="1"/>
          </p:cNvSpPr>
          <p:nvPr>
            <p:ph type="sldNum" idx="361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E6BD884-715A-4911-913F-B7210973B5C1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172" r:id="rId4"/>
    <p:sldLayoutId id="2147487173" r:id="rId5"/>
    <p:sldLayoutId id="2147487174" r:id="rId6"/>
    <p:sldLayoutId id="2147487175" r:id="rId7"/>
    <p:sldLayoutId id="2147487176" r:id="rId8"/>
    <p:sldLayoutId id="2147487177" r:id="rId9"/>
    <p:sldLayoutId id="2147487178" r:id="rId10"/>
    <p:sldLayoutId id="2147487179" r:id="rId11"/>
    <p:sldLayoutId id="2147487180" r:id="rId12"/>
    <p:sldLayoutId id="2147487181" r:id="rId13"/>
    <p:sldLayoutId id="2147487182" r:id="rId14"/>
    <p:sldLayoutId id="2147487183" r:id="rId15"/>
  </p:sldLayoutIdLst>
</p:sldMaster>
</file>

<file path=ppt/slideMasters/slideMaster27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8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48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48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48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486" name="PlaceHolder 3"/>
          <p:cNvSpPr>
            <a:spLocks noGrp="1"/>
          </p:cNvSpPr>
          <p:nvPr>
            <p:ph type="sldNum" idx="362"/>
          </p:nvPr>
        </p:nvSpPr>
        <p:spPr>
          <a:xfrm>
            <a:off x="11159640" y="635652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898989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D7EB47B-8E8C-462E-8EAC-D703C22C9A24}" type="slidenum"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898989"/>
                </a:solidFill>
                <a:latin typeface="Times New Roman"/>
              </a:rPr>
              <a:t> of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185" r:id="rId3"/>
    <p:sldLayoutId id="2147487186" r:id="rId4"/>
    <p:sldLayoutId id="2147487187" r:id="rId5"/>
    <p:sldLayoutId id="2147487188" r:id="rId6"/>
    <p:sldLayoutId id="2147487189" r:id="rId7"/>
    <p:sldLayoutId id="2147487190" r:id="rId8"/>
    <p:sldLayoutId id="2147487191" r:id="rId9"/>
    <p:sldLayoutId id="2147487192" r:id="rId10"/>
    <p:sldLayoutId id="2147487193" r:id="rId11"/>
    <p:sldLayoutId id="2147487194" r:id="rId12"/>
    <p:sldLayoutId id="2147487195" r:id="rId13"/>
    <p:sldLayoutId id="2147487196" r:id="rId14"/>
  </p:sldLayoutIdLst>
</p:sldMaster>
</file>

<file path=ppt/slideMasters/slideMaster27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23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24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525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526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27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28" name="PlaceHolder 3"/>
          <p:cNvSpPr>
            <a:spLocks noGrp="1"/>
          </p:cNvSpPr>
          <p:nvPr>
            <p:ph type="sldNum" idx="363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BDE87B7-2BC1-4AF5-9CF2-BA0402A7BBDD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198" r:id="rId3"/>
    <p:sldLayoutId id="2147487199" r:id="rId4"/>
    <p:sldLayoutId id="2147487200" r:id="rId5"/>
    <p:sldLayoutId id="2147487201" r:id="rId6"/>
    <p:sldLayoutId id="2147487202" r:id="rId7"/>
    <p:sldLayoutId id="2147487203" r:id="rId8"/>
    <p:sldLayoutId id="2147487204" r:id="rId9"/>
    <p:sldLayoutId id="2147487205" r:id="rId10"/>
    <p:sldLayoutId id="2147487206" r:id="rId11"/>
    <p:sldLayoutId id="2147487207" r:id="rId12"/>
    <p:sldLayoutId id="2147487208" r:id="rId13"/>
    <p:sldLayoutId id="2147487209" r:id="rId14"/>
  </p:sldLayoutIdLst>
</p:sldMaster>
</file>

<file path=ppt/slideMasters/slideMaster27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65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66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567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568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69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570" name="PlaceHolder 3"/>
          <p:cNvSpPr>
            <a:spLocks noGrp="1"/>
          </p:cNvSpPr>
          <p:nvPr>
            <p:ph type="sldNum" idx="364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AEC6679-5FFE-4C58-BD3A-AB323CF19B41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211" r:id="rId3"/>
    <p:sldLayoutId id="2147487212" r:id="rId4"/>
    <p:sldLayoutId id="2147487213" r:id="rId5"/>
    <p:sldLayoutId id="2147487214" r:id="rId6"/>
    <p:sldLayoutId id="2147487215" r:id="rId7"/>
    <p:sldLayoutId id="2147487216" r:id="rId8"/>
    <p:sldLayoutId id="2147487217" r:id="rId9"/>
    <p:sldLayoutId id="2147487218" r:id="rId10"/>
    <p:sldLayoutId id="2147487219" r:id="rId11"/>
    <p:sldLayoutId id="2147487220" r:id="rId12"/>
    <p:sldLayoutId id="2147487221" r:id="rId13"/>
    <p:sldLayoutId id="2147487222" r:id="rId14"/>
  </p:sldLayoutIdLst>
</p:sldMaster>
</file>

<file path=ppt/slideMasters/slideMaster27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7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08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609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610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11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12" name="PlaceHolder 3"/>
          <p:cNvSpPr>
            <a:spLocks noGrp="1"/>
          </p:cNvSpPr>
          <p:nvPr>
            <p:ph type="ftr" idx="365"/>
          </p:nvPr>
        </p:nvSpPr>
        <p:spPr>
          <a:xfrm>
            <a:off x="4770360" y="6521400"/>
            <a:ext cx="4859280" cy="2001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1100" spc="-1" strike="noStrike">
                <a:solidFill>
                  <a:srgbClr val="898989"/>
                </a:solidFill>
                <a:latin typeface="Arial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13" name="PlaceHolder 4"/>
          <p:cNvSpPr>
            <a:spLocks noGrp="1"/>
          </p:cNvSpPr>
          <p:nvPr>
            <p:ph type="sldNum" idx="366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C2F3A729-7E88-4CAE-BD0E-B7E2D53403F3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224" r:id="rId3"/>
    <p:sldLayoutId id="2147487225" r:id="rId4"/>
    <p:sldLayoutId id="2147487226" r:id="rId5"/>
    <p:sldLayoutId id="2147487227" r:id="rId6"/>
    <p:sldLayoutId id="2147487228" r:id="rId7"/>
    <p:sldLayoutId id="2147487229" r:id="rId8"/>
    <p:sldLayoutId id="2147487230" r:id="rId9"/>
    <p:sldLayoutId id="2147487231" r:id="rId10"/>
    <p:sldLayoutId id="2147487232" r:id="rId11"/>
    <p:sldLayoutId id="2147487233" r:id="rId12"/>
    <p:sldLayoutId id="2147487234" r:id="rId13"/>
    <p:sldLayoutId id="2147487235" r:id="rId14"/>
  </p:sldLayoutIdLst>
</p:sldMaster>
</file>

<file path=ppt/slideMasters/slideMaster27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0" name="Straight Connector 1"/>
          <p:cNvSpPr/>
          <p:nvPr/>
        </p:nvSpPr>
        <p:spPr>
          <a:xfrm>
            <a:off x="133200" y="738360"/>
            <a:ext cx="14133600" cy="0"/>
          </a:xfrm>
          <a:prstGeom prst="line">
            <a:avLst/>
          </a:prstGeom>
          <a:ln w="25560">
            <a:solidFill>
              <a:srgbClr val="6184b9"/>
            </a:solidFill>
            <a:miter/>
            <a:headEnd len="med" type="oval" w="med"/>
          </a:ln>
        </p:spPr>
        <p:style>
          <a:lnRef idx="0"/>
          <a:fillRef idx="0"/>
          <a:effectRef idx="0"/>
          <a:fontRef idx="minor"/>
        </p:style>
      </p:sp>
      <p:sp>
        <p:nvSpPr>
          <p:cNvPr id="11651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52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  <p:sp>
        <p:nvSpPr>
          <p:cNvPr id="11653" name="PlaceHolder 3"/>
          <p:cNvSpPr>
            <a:spLocks noGrp="1"/>
          </p:cNvSpPr>
          <p:nvPr>
            <p:ph type="sldNum" idx="367"/>
          </p:nvPr>
        </p:nvSpPr>
        <p:spPr>
          <a:xfrm>
            <a:off x="11447640" y="6503760"/>
            <a:ext cx="2666880" cy="2696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lstStyle>
            <a:lvl1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900" spc="-1" strike="noStrike">
                <a:solidFill>
                  <a:srgbClr val="000000"/>
                </a:solidFill>
                <a:latin typeface="Times New Roman"/>
              </a:defRPr>
            </a:lvl1pPr>
          </a:lstStyle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8670243-45D1-40FF-A44F-0C0BCAF363C4}" type="slidenum"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&lt;number&gt;</a:t>
            </a:fld>
            <a:r>
              <a:rPr b="0" lang="en-US" sz="900" spc="-1" strike="noStrike">
                <a:solidFill>
                  <a:srgbClr val="000000"/>
                </a:solidFill>
                <a:latin typeface="Times New Roman"/>
              </a:rPr>
              <a:t> of  53</a:t>
            </a:r>
            <a:endParaRPr b="0" lang="en-US" sz="9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237" r:id="rId2"/>
    <p:sldLayoutId id="2147487238" r:id="rId3"/>
    <p:sldLayoutId id="2147487239" r:id="rId4"/>
    <p:sldLayoutId id="2147487240" r:id="rId5"/>
    <p:sldLayoutId id="2147487241" r:id="rId6"/>
    <p:sldLayoutId id="2147487242" r:id="rId7"/>
    <p:sldLayoutId id="2147487243" r:id="rId8"/>
    <p:sldLayoutId id="2147487244" r:id="rId9"/>
    <p:sldLayoutId id="2147487245" r:id="rId10"/>
    <p:sldLayoutId id="2147487246" r:id="rId11"/>
    <p:sldLayoutId id="2147487247" r:id="rId12"/>
    <p:sldLayoutId id="2147487248" r:id="rId13"/>
  </p:sldLayoutIdLst>
</p:sldMaster>
</file>

<file path=ppt/slideMasters/slideMaster27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90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9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692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693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94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250" r:id="rId3"/>
    <p:sldLayoutId id="2147487251" r:id="rId4"/>
    <p:sldLayoutId id="2147487252" r:id="rId5"/>
    <p:sldLayoutId id="2147487253" r:id="rId6"/>
    <p:sldLayoutId id="2147487254" r:id="rId7"/>
    <p:sldLayoutId id="2147487255" r:id="rId8"/>
    <p:sldLayoutId id="2147487256" r:id="rId9"/>
    <p:sldLayoutId id="2147487257" r:id="rId10"/>
    <p:sldLayoutId id="2147487258" r:id="rId11"/>
    <p:sldLayoutId id="2147487259" r:id="rId12"/>
    <p:sldLayoutId id="2147487260" r:id="rId13"/>
    <p:sldLayoutId id="2147487261" r:id="rId14"/>
  </p:sldLayoutIdLst>
</p:sldMaster>
</file>

<file path=ppt/slideMasters/slideMaster27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31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32" name="AcnFootnote_ID_9" hidden="1"/>
          <p:cNvSpPr/>
          <p:nvPr/>
        </p:nvSpPr>
        <p:spPr>
          <a:xfrm>
            <a:off x="227160" y="6256440"/>
            <a:ext cx="12461760" cy="336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spAutoFit/>
          </a:bodyPr>
          <a:p>
            <a:pPr marL="538200" indent="-538200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*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Footnote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  <a:p>
            <a:pPr marL="538200" indent="-538200">
              <a:spcBef>
                <a:spcPts val="249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Source: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	</a:t>
            </a:r>
            <a:r>
              <a:rPr b="0" lang="en-US" sz="1000" spc="-1" strike="noStrike">
                <a:solidFill>
                  <a:srgbClr val="000000"/>
                </a:solidFill>
                <a:latin typeface="Arial"/>
              </a:rPr>
              <a:t>Source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733" name="Picture 2" descr="C:\Users\shweta.ram\Desktop\Picture1.jpg"/>
          <p:cNvPicPr/>
          <p:nvPr/>
        </p:nvPicPr>
        <p:blipFill>
          <a:blip r:embed="rId2"/>
          <a:stretch/>
        </p:blipFill>
        <p:spPr>
          <a:xfrm>
            <a:off x="369720" y="326880"/>
            <a:ext cx="13856040" cy="582840"/>
          </a:xfrm>
          <a:prstGeom prst="rect">
            <a:avLst/>
          </a:prstGeom>
          <a:ln w="0">
            <a:noFill/>
          </a:ln>
        </p:spPr>
      </p:pic>
      <p:sp>
        <p:nvSpPr>
          <p:cNvPr id="11734" name="PlaceHolder 1"/>
          <p:cNvSpPr>
            <a:spLocks noGrp="1"/>
          </p:cNvSpPr>
          <p:nvPr>
            <p:ph type="body"/>
          </p:nvPr>
        </p:nvSpPr>
        <p:spPr>
          <a:xfrm>
            <a:off x="226800" y="1260000"/>
            <a:ext cx="13899960" cy="506412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t">
            <a:normAutofit/>
          </a:bodyPr>
          <a:p>
            <a:pPr marL="176040" indent="-17604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1" marL="576360" indent="-28584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2" marL="858960" indent="-1684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3" marL="1200240" indent="-227160">
              <a:spcBef>
                <a:spcPts val="499"/>
              </a:spcBef>
              <a:buClr>
                <a:srgbClr val="000000"/>
              </a:buClr>
              <a:buFont typeface="Arial"/>
              <a:buChar char="–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1481040" indent="-166680">
              <a:spcBef>
                <a:spcPts val="499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35" name="PlaceHolder 2"/>
          <p:cNvSpPr>
            <a:spLocks noGrp="1"/>
          </p:cNvSpPr>
          <p:nvPr>
            <p:ph type="title"/>
          </p:nvPr>
        </p:nvSpPr>
        <p:spPr>
          <a:xfrm>
            <a:off x="227160" y="-360"/>
            <a:ext cx="12461760" cy="114300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r>
              <a:rPr b="1" lang="en-US" sz="3200" spc="-1" strike="noStrike">
                <a:solidFill>
                  <a:srgbClr val="6688bb"/>
                </a:solidFill>
                <a:latin typeface="Arial"/>
              </a:rPr>
              <a:t>Click to edit the title text format</a:t>
            </a:r>
            <a:endParaRPr b="1" lang="en-US" sz="32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263" r:id="rId3"/>
    <p:sldLayoutId id="2147487264" r:id="rId4"/>
    <p:sldLayoutId id="2147487265" r:id="rId5"/>
    <p:sldLayoutId id="2147487266" r:id="rId6"/>
    <p:sldLayoutId id="2147487267" r:id="rId7"/>
    <p:sldLayoutId id="2147487268" r:id="rId8"/>
    <p:sldLayoutId id="2147487269" r:id="rId9"/>
    <p:sldLayoutId id="2147487270" r:id="rId10"/>
    <p:sldLayoutId id="2147487271" r:id="rId11"/>
    <p:sldLayoutId id="2147487272" r:id="rId12"/>
    <p:sldLayoutId id="2147487273" r:id="rId13"/>
    <p:sldLayoutId id="2147487274" r:id="rId14"/>
  </p:sldLayoutIdLst>
</p:sldMaster>
</file>

<file path=ppt/slideMasters/slideMaster28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72" name="Picture 6" descr=""/>
          <p:cNvPicPr/>
          <p:nvPr/>
        </p:nvPicPr>
        <p:blipFill>
          <a:blip r:embed="rId2"/>
          <a:srcRect l="33703" t="23780" r="14249" b="10645"/>
          <a:stretch/>
        </p:blipFill>
        <p:spPr>
          <a:xfrm>
            <a:off x="0" y="0"/>
            <a:ext cx="14400360" cy="6862680"/>
          </a:xfrm>
          <a:prstGeom prst="rect">
            <a:avLst/>
          </a:prstGeom>
          <a:ln w="0">
            <a:noFill/>
          </a:ln>
        </p:spPr>
      </p:pic>
      <p:sp>
        <p:nvSpPr>
          <p:cNvPr id="11773" name="PlaceHolder 1"/>
          <p:cNvSpPr>
            <a:spLocks noGrp="1"/>
          </p:cNvSpPr>
          <p:nvPr>
            <p:ph type="title"/>
          </p:nvPr>
        </p:nvSpPr>
        <p:spPr>
          <a:xfrm>
            <a:off x="990360" y="365040"/>
            <a:ext cx="12418920" cy="132552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4400" spc="-1" strike="noStrike">
                <a:solidFill>
                  <a:srgbClr val="000000"/>
                </a:solidFill>
                <a:latin typeface="Calibri Light"/>
              </a:rPr>
              <a:t>Click to edit the title text format</a:t>
            </a:r>
            <a:endParaRPr b="0" lang="en-US" sz="4400" spc="-1" strike="noStrike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11774" name="PlaceHolder 2"/>
          <p:cNvSpPr>
            <a:spLocks noGrp="1"/>
          </p:cNvSpPr>
          <p:nvPr>
            <p:ph type="body"/>
          </p:nvPr>
        </p:nvSpPr>
        <p:spPr>
          <a:xfrm>
            <a:off x="990360" y="1825200"/>
            <a:ext cx="12418920" cy="435132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rmAutofit/>
          </a:bodyPr>
          <a:p>
            <a:pPr marL="2286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Click to edit the outline text format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1" marL="6858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Second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2" marL="11430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Third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3" marL="16002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Fourth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4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Fifth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5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Sixth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6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Seventh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1775" name="PlaceHolder 3"/>
          <p:cNvSpPr>
            <a:spLocks noGrp="1"/>
          </p:cNvSpPr>
          <p:nvPr>
            <p:ph type="ftr" idx="368"/>
          </p:nvPr>
        </p:nvSpPr>
        <p:spPr>
          <a:xfrm>
            <a:off x="4919400" y="6476760"/>
            <a:ext cx="4560840" cy="2444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898989"/>
                </a:solidFill>
                <a:latin typeface="Helvetica Neue Light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7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276" r:id="rId3"/>
    <p:sldLayoutId id="2147487277" r:id="rId4"/>
    <p:sldLayoutId id="2147487278" r:id="rId5"/>
    <p:sldLayoutId id="2147487279" r:id="rId6"/>
    <p:sldLayoutId id="2147487280" r:id="rId7"/>
    <p:sldLayoutId id="2147487281" r:id="rId8"/>
    <p:sldLayoutId id="2147487282" r:id="rId9"/>
    <p:sldLayoutId id="2147487283" r:id="rId10"/>
    <p:sldLayoutId id="2147487284" r:id="rId11"/>
    <p:sldLayoutId id="2147487285" r:id="rId12"/>
    <p:sldLayoutId id="2147487286" r:id="rId13"/>
    <p:sldLayoutId id="2147487287" r:id="rId14"/>
  </p:sldLayoutIdLst>
</p:sldMaster>
</file>

<file path=ppt/slideMasters/slideMaster28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12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1813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14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15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1816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1817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18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19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20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21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22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23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24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DA8B7B9-B369-4AA0-AC1C-9FA7CD27602A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825" name="Picture 2" descr="http://www.lonestargroup.com/data_images/New_2015/plant.jpg"/>
          <p:cNvPicPr/>
          <p:nvPr/>
        </p:nvPicPr>
        <p:blipFill>
          <a:blip r:embed="rId4"/>
          <a:stretch/>
        </p:blipFill>
        <p:spPr>
          <a:xfrm>
            <a:off x="1440" y="0"/>
            <a:ext cx="14397120" cy="6858000"/>
          </a:xfrm>
          <a:prstGeom prst="rect">
            <a:avLst/>
          </a:prstGeom>
          <a:ln w="0">
            <a:noFill/>
          </a:ln>
        </p:spPr>
      </p:pic>
      <p:sp>
        <p:nvSpPr>
          <p:cNvPr id="11826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27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28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1829" name="Picture 5" descr=""/>
          <p:cNvPicPr/>
          <p:nvPr/>
        </p:nvPicPr>
        <p:blipFill>
          <a:blip r:embed="rId5"/>
          <a:stretch/>
        </p:blipFill>
        <p:spPr>
          <a:xfrm>
            <a:off x="-12600" y="0"/>
            <a:ext cx="14411160" cy="7358040"/>
          </a:xfrm>
          <a:prstGeom prst="rect">
            <a:avLst/>
          </a:prstGeom>
          <a:ln w="0">
            <a:noFill/>
          </a:ln>
        </p:spPr>
      </p:pic>
      <p:sp>
        <p:nvSpPr>
          <p:cNvPr id="11830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289" r:id="rId6"/>
    <p:sldLayoutId id="2147487290" r:id="rId7"/>
    <p:sldLayoutId id="2147487291" r:id="rId8"/>
    <p:sldLayoutId id="2147487292" r:id="rId9"/>
    <p:sldLayoutId id="2147487293" r:id="rId10"/>
    <p:sldLayoutId id="2147487294" r:id="rId11"/>
    <p:sldLayoutId id="2147487295" r:id="rId12"/>
    <p:sldLayoutId id="2147487296" r:id="rId13"/>
    <p:sldLayoutId id="2147487297" r:id="rId14"/>
    <p:sldLayoutId id="2147487298" r:id="rId15"/>
    <p:sldLayoutId id="2147487299" r:id="rId16"/>
    <p:sldLayoutId id="2147487300" r:id="rId17"/>
  </p:sldLayoutIdLst>
</p:sldMaster>
</file>

<file path=ppt/slideMasters/slideMaster28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67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1868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69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70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1871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1872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73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74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75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76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77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78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79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9E985F5-6B53-401E-8461-A0CC465B8806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880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81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882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1883" name="Picture 18" descr=""/>
          <p:cNvPicPr/>
          <p:nvPr/>
        </p:nvPicPr>
        <p:blipFill>
          <a:blip r:embed="rId4"/>
          <a:srcRect l="0" t="19246" r="0" b="12325"/>
          <a:stretch/>
        </p:blipFill>
        <p:spPr>
          <a:xfrm>
            <a:off x="0" y="0"/>
            <a:ext cx="14389200" cy="6113520"/>
          </a:xfrm>
          <a:prstGeom prst="rect">
            <a:avLst/>
          </a:prstGeom>
          <a:ln w="0">
            <a:noFill/>
          </a:ln>
        </p:spPr>
      </p:pic>
      <p:sp>
        <p:nvSpPr>
          <p:cNvPr id="11884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302" r:id="rId5"/>
    <p:sldLayoutId id="2147487303" r:id="rId6"/>
    <p:sldLayoutId id="2147487304" r:id="rId7"/>
    <p:sldLayoutId id="2147487305" r:id="rId8"/>
    <p:sldLayoutId id="2147487306" r:id="rId9"/>
    <p:sldLayoutId id="2147487307" r:id="rId10"/>
    <p:sldLayoutId id="2147487308" r:id="rId11"/>
    <p:sldLayoutId id="2147487309" r:id="rId12"/>
    <p:sldLayoutId id="2147487310" r:id="rId13"/>
    <p:sldLayoutId id="2147487311" r:id="rId14"/>
    <p:sldLayoutId id="2147487312" r:id="rId15"/>
    <p:sldLayoutId id="2147487313" r:id="rId16"/>
  </p:sldLayoutIdLst>
</p:sldMaster>
</file>

<file path=ppt/slideMasters/slideMaster28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21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1922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23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24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1925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1926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27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28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29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30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31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32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33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B4F0B31-8762-4493-98D3-5701324EB719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34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35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36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1937" name="Picture 18" descr=""/>
          <p:cNvPicPr/>
          <p:nvPr/>
        </p:nvPicPr>
        <p:blipFill>
          <a:blip r:embed="rId4"/>
          <a:srcRect l="0" t="14230" r="0" b="0"/>
          <a:stretch/>
        </p:blipFill>
        <p:spPr>
          <a:xfrm>
            <a:off x="0" y="-85680"/>
            <a:ext cx="14400360" cy="6602400"/>
          </a:xfrm>
          <a:prstGeom prst="rect">
            <a:avLst/>
          </a:prstGeom>
          <a:ln w="0">
            <a:noFill/>
          </a:ln>
        </p:spPr>
      </p:pic>
      <p:sp>
        <p:nvSpPr>
          <p:cNvPr id="11938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315" r:id="rId5"/>
    <p:sldLayoutId id="2147487316" r:id="rId6"/>
    <p:sldLayoutId id="2147487317" r:id="rId7"/>
    <p:sldLayoutId id="2147487318" r:id="rId8"/>
    <p:sldLayoutId id="2147487319" r:id="rId9"/>
    <p:sldLayoutId id="2147487320" r:id="rId10"/>
    <p:sldLayoutId id="2147487321" r:id="rId11"/>
    <p:sldLayoutId id="2147487322" r:id="rId12"/>
    <p:sldLayoutId id="2147487323" r:id="rId13"/>
    <p:sldLayoutId id="2147487324" r:id="rId14"/>
    <p:sldLayoutId id="2147487325" r:id="rId15"/>
    <p:sldLayoutId id="2147487326" r:id="rId16"/>
  </p:sldLayoutIdLst>
</p:sldMaster>
</file>

<file path=ppt/slideMasters/slideMaster28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5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1976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77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78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1979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1980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81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82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83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84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85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86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87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F9A169F-1B41-4AF5-9E10-AA673F39717D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988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89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1990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1991" name="Rectangle 4"/>
          <p:cNvGrpSpPr/>
          <p:nvPr/>
        </p:nvGrpSpPr>
        <p:grpSpPr>
          <a:xfrm>
            <a:off x="0" y="5334120"/>
            <a:ext cx="14398560" cy="1523880"/>
            <a:chOff x="0" y="5334120"/>
            <a:chExt cx="14398560" cy="1523880"/>
          </a:xfrm>
        </p:grpSpPr>
        <p:pic>
          <p:nvPicPr>
            <p:cNvPr id="11992" name="Rectangle 4" descr=""/>
            <p:cNvPicPr/>
            <p:nvPr/>
          </p:nvPicPr>
          <p:blipFill>
            <a:blip r:embed="rId4"/>
            <a:stretch/>
          </p:blipFill>
          <p:spPr>
            <a:xfrm>
              <a:off x="0" y="5334120"/>
              <a:ext cx="14398560" cy="152388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1993" name=""/>
            <p:cNvSpPr/>
            <p:nvPr/>
          </p:nvSpPr>
          <p:spPr>
            <a:xfrm>
              <a:off x="1440" y="5334120"/>
              <a:ext cx="14397120" cy="1523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sp>
        <p:nvSpPr>
          <p:cNvPr id="11994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328" r:id="rId5"/>
    <p:sldLayoutId id="2147487329" r:id="rId6"/>
    <p:sldLayoutId id="2147487330" r:id="rId7"/>
    <p:sldLayoutId id="2147487331" r:id="rId8"/>
    <p:sldLayoutId id="2147487332" r:id="rId9"/>
    <p:sldLayoutId id="2147487333" r:id="rId10"/>
    <p:sldLayoutId id="2147487334" r:id="rId11"/>
    <p:sldLayoutId id="2147487335" r:id="rId12"/>
    <p:sldLayoutId id="2147487336" r:id="rId13"/>
    <p:sldLayoutId id="2147487337" r:id="rId14"/>
    <p:sldLayoutId id="2147487338" r:id="rId15"/>
    <p:sldLayoutId id="2147487339" r:id="rId16"/>
  </p:sldLayoutIdLst>
</p:sldMaster>
</file>

<file path=ppt/slideMasters/slideMaster28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31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032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33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34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035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036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37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38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39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40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41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42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43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8FDDFE0-062C-48EA-99E8-9927F593AA77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44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45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46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47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341" r:id="rId4"/>
    <p:sldLayoutId id="2147487342" r:id="rId5"/>
    <p:sldLayoutId id="2147487343" r:id="rId6"/>
    <p:sldLayoutId id="2147487344" r:id="rId7"/>
    <p:sldLayoutId id="2147487345" r:id="rId8"/>
    <p:sldLayoutId id="2147487346" r:id="rId9"/>
    <p:sldLayoutId id="2147487347" r:id="rId10"/>
    <p:sldLayoutId id="2147487348" r:id="rId11"/>
    <p:sldLayoutId id="2147487349" r:id="rId12"/>
    <p:sldLayoutId id="2147487350" r:id="rId13"/>
    <p:sldLayoutId id="2147487351" r:id="rId14"/>
    <p:sldLayoutId id="2147487352" r:id="rId15"/>
  </p:sldLayoutIdLst>
</p:sldMaster>
</file>

<file path=ppt/slideMasters/slideMaster28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84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085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86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87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088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089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90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91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92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93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94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95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96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65E2B22-845F-477B-9B2D-57E802C47076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097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98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099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2100" name="Rectangle 4"/>
          <p:cNvGrpSpPr/>
          <p:nvPr/>
        </p:nvGrpSpPr>
        <p:grpSpPr>
          <a:xfrm>
            <a:off x="0" y="5334120"/>
            <a:ext cx="14398560" cy="1523880"/>
            <a:chOff x="0" y="5334120"/>
            <a:chExt cx="14398560" cy="1523880"/>
          </a:xfrm>
        </p:grpSpPr>
        <p:pic>
          <p:nvPicPr>
            <p:cNvPr id="12101" name="Rectangle 4" descr=""/>
            <p:cNvPicPr/>
            <p:nvPr/>
          </p:nvPicPr>
          <p:blipFill>
            <a:blip r:embed="rId4"/>
            <a:stretch/>
          </p:blipFill>
          <p:spPr>
            <a:xfrm>
              <a:off x="0" y="5334120"/>
              <a:ext cx="14398560" cy="152388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2102" name=""/>
            <p:cNvSpPr/>
            <p:nvPr/>
          </p:nvSpPr>
          <p:spPr>
            <a:xfrm>
              <a:off x="1440" y="5334120"/>
              <a:ext cx="14397120" cy="1523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sp>
        <p:nvSpPr>
          <p:cNvPr id="12103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354" r:id="rId5"/>
    <p:sldLayoutId id="2147487355" r:id="rId6"/>
    <p:sldLayoutId id="2147487356" r:id="rId7"/>
    <p:sldLayoutId id="2147487357" r:id="rId8"/>
    <p:sldLayoutId id="2147487358" r:id="rId9"/>
    <p:sldLayoutId id="2147487359" r:id="rId10"/>
    <p:sldLayoutId id="2147487360" r:id="rId11"/>
    <p:sldLayoutId id="2147487361" r:id="rId12"/>
    <p:sldLayoutId id="2147487362" r:id="rId13"/>
    <p:sldLayoutId id="2147487363" r:id="rId14"/>
    <p:sldLayoutId id="2147487364" r:id="rId15"/>
    <p:sldLayoutId id="2147487365" r:id="rId16"/>
  </p:sldLayoutIdLst>
</p:sldMaster>
</file>

<file path=ppt/slideMasters/slideMaster28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40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141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42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43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144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145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46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47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48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49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50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51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52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0776D9FF-A72A-46AF-8887-30AE12287768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53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54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55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56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367" r:id="rId4"/>
    <p:sldLayoutId id="2147487368" r:id="rId5"/>
    <p:sldLayoutId id="2147487369" r:id="rId6"/>
    <p:sldLayoutId id="2147487370" r:id="rId7"/>
    <p:sldLayoutId id="2147487371" r:id="rId8"/>
    <p:sldLayoutId id="2147487372" r:id="rId9"/>
    <p:sldLayoutId id="2147487373" r:id="rId10"/>
    <p:sldLayoutId id="2147487374" r:id="rId11"/>
    <p:sldLayoutId id="2147487375" r:id="rId12"/>
    <p:sldLayoutId id="2147487376" r:id="rId13"/>
    <p:sldLayoutId id="2147487377" r:id="rId14"/>
    <p:sldLayoutId id="2147487378" r:id="rId15"/>
  </p:sldLayoutIdLst>
</p:sldMaster>
</file>

<file path=ppt/slideMasters/slideMaster28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93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194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95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196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197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198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199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00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01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02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03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04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05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CC085BC-EAB0-46DF-9377-2DEBBBE54054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06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207" name="PlaceHolder 2"/>
          <p:cNvSpPr>
            <a:spLocks noGrp="1"/>
          </p:cNvSpPr>
          <p:nvPr>
            <p:ph type="dt" idx="369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2400" spc="-1" strike="noStrike">
                <a:latin typeface="Times New Roman"/>
              </a:defRPr>
            </a:lvl1pPr>
          </a:lstStyle>
          <a:p>
            <a: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91F959E-39D0-49C3-B989-3A859505F10D}" type="datetime">
              <a:rPr b="0" lang="en-IN" sz="2400" spc="-1" strike="noStrike">
                <a:latin typeface="Times New Roman"/>
              </a:rPr>
              <a:t>09/09/26</a:t>
            </a:fld>
            <a:endParaRPr b="0" lang="en-US" sz="2400" spc="-1" strike="noStrike">
              <a:latin typeface="Times New Roman"/>
            </a:endParaRPr>
          </a:p>
        </p:txBody>
      </p:sp>
      <p:sp>
        <p:nvSpPr>
          <p:cNvPr id="12208" name="PlaceHolder 3"/>
          <p:cNvSpPr>
            <a:spLocks noGrp="1"/>
          </p:cNvSpPr>
          <p:nvPr>
            <p:ph type="ftr" idx="370"/>
          </p:nvPr>
        </p:nvSpPr>
        <p:spPr>
          <a:xfrm>
            <a:off x="4770360" y="6356520"/>
            <a:ext cx="485928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defRPr b="0" lang="en-US" sz="18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09" name="PlaceHolder 4"/>
          <p:cNvSpPr>
            <a:spLocks noGrp="1"/>
          </p:cNvSpPr>
          <p:nvPr>
            <p:ph type="sldNum" idx="371"/>
          </p:nvPr>
        </p:nvSpPr>
        <p:spPr>
          <a:xfrm>
            <a:off x="11159640" y="649296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2400" spc="-1" strike="noStrike">
                <a:latin typeface="Times New Roman"/>
              </a:defRPr>
            </a:lvl1pPr>
          </a:lstStyle>
          <a:p>
            <a: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7CFBE72-19C3-4256-BB9C-13AD54AE604B}" type="slidenum">
              <a:rPr b="0" lang="en-IN" sz="2400" spc="-1" strike="noStrike">
                <a:latin typeface="Times New Roman"/>
              </a:rPr>
              <a:t>&lt;number&gt;</a:t>
            </a:fld>
            <a:endParaRPr b="0" lang="en-US" sz="24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380" r:id="rId4"/>
    <p:sldLayoutId id="2147487381" r:id="rId5"/>
    <p:sldLayoutId id="2147487382" r:id="rId6"/>
    <p:sldLayoutId id="2147487383" r:id="rId7"/>
    <p:sldLayoutId id="2147487384" r:id="rId8"/>
    <p:sldLayoutId id="2147487385" r:id="rId9"/>
    <p:sldLayoutId id="2147487386" r:id="rId10"/>
    <p:sldLayoutId id="2147487387" r:id="rId11"/>
    <p:sldLayoutId id="2147487388" r:id="rId12"/>
    <p:sldLayoutId id="2147487389" r:id="rId13"/>
    <p:sldLayoutId id="2147487390" r:id="rId14"/>
    <p:sldLayoutId id="2147487391" r:id="rId15"/>
  </p:sldLayoutIdLst>
</p:sldMaster>
</file>

<file path=ppt/slideMasters/slideMaster28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46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247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48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49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250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251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52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53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54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55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56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57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258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425DC8B-80C0-47EA-832D-DA2ED29277FB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59" name="TextBox 1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1C9B624-34F2-4DD9-9F7D-58E764EEA0BB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60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393" r:id="rId4"/>
    <p:sldLayoutId id="2147487394" r:id="rId5"/>
    <p:sldLayoutId id="2147487395" r:id="rId6"/>
    <p:sldLayoutId id="2147487396" r:id="rId7"/>
    <p:sldLayoutId id="2147487397" r:id="rId8"/>
    <p:sldLayoutId id="2147487398" r:id="rId9"/>
    <p:sldLayoutId id="2147487399" r:id="rId10"/>
    <p:sldLayoutId id="2147487400" r:id="rId11"/>
    <p:sldLayoutId id="2147487401" r:id="rId12"/>
    <p:sldLayoutId id="2147487402" r:id="rId13"/>
    <p:sldLayoutId id="2147487403" r:id="rId14"/>
    <p:sldLayoutId id="2147487404" r:id="rId15"/>
  </p:sldLayoutIdLst>
</p:sldMaster>
</file>

<file path=ppt/slideMasters/slideMaster29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7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298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299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00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301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302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03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04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05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06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07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08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09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2B64388F-03D2-42F8-AF21-CB8C7783C1ED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10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311" name="PlaceHolder 2"/>
          <p:cNvSpPr>
            <a:spLocks noGrp="1"/>
          </p:cNvSpPr>
          <p:nvPr>
            <p:ph type="dt" idx="372"/>
          </p:nvPr>
        </p:nvSpPr>
        <p:spPr>
          <a:xfrm>
            <a:off x="-360" y="-360"/>
            <a:ext cx="360" cy="3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93600" bIns="93600" anchor="t">
            <a:noAutofit/>
          </a:bodyPr>
          <a:lstStyle>
            <a:lvl1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2400" spc="-1" strike="noStrike">
                <a:latin typeface="Times New Roman"/>
              </a:defRPr>
            </a:lvl1pPr>
          </a:lstStyle>
          <a:p>
            <a: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01D14ED-A80A-4D35-9A57-02D9E55B59E3}" type="datetime">
              <a:rPr b="0" lang="en-IN" sz="2400" spc="-1" strike="noStrike">
                <a:latin typeface="Times New Roman"/>
              </a:rPr>
              <a:t>09/09/26</a:t>
            </a:fld>
            <a:endParaRPr b="0" lang="en-US" sz="2400" spc="-1" strike="noStrike">
              <a:latin typeface="Times New Roman"/>
            </a:endParaRPr>
          </a:p>
        </p:txBody>
      </p:sp>
      <p:sp>
        <p:nvSpPr>
          <p:cNvPr id="12312" name="PlaceHolder 3"/>
          <p:cNvSpPr>
            <a:spLocks noGrp="1"/>
          </p:cNvSpPr>
          <p:nvPr>
            <p:ph type="ftr" idx="373"/>
          </p:nvPr>
        </p:nvSpPr>
        <p:spPr>
          <a:xfrm>
            <a:off x="-360" y="-360"/>
            <a:ext cx="360" cy="3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93600" bIns="93600" anchor="t">
            <a:noAutofit/>
          </a:bodyPr>
          <a:lstStyle>
            <a:lvl1pPr>
              <a:defRPr b="0" lang="en-US" sz="18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13" name="PlaceHolder 4"/>
          <p:cNvSpPr>
            <a:spLocks noGrp="1"/>
          </p:cNvSpPr>
          <p:nvPr>
            <p:ph type="sldNum" idx="374"/>
          </p:nvPr>
        </p:nvSpPr>
        <p:spPr>
          <a:xfrm>
            <a:off x="11159640" y="650088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2400" spc="-1" strike="noStrike">
                <a:latin typeface="Times New Roman"/>
              </a:defRPr>
            </a:lvl1pPr>
          </a:lstStyle>
          <a:p>
            <a: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9A312A8-C864-4FC5-920A-B57F06E40A8A}" type="slidenum">
              <a:rPr b="0" lang="en-IN" sz="2400" spc="-1" strike="noStrike">
                <a:latin typeface="Times New Roman"/>
              </a:rPr>
              <a:t>&lt;number&gt;</a:t>
            </a:fld>
            <a:endParaRPr b="0" lang="en-US" sz="24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406" r:id="rId4"/>
    <p:sldLayoutId id="2147487407" r:id="rId5"/>
    <p:sldLayoutId id="2147487408" r:id="rId6"/>
    <p:sldLayoutId id="2147487409" r:id="rId7"/>
    <p:sldLayoutId id="2147487410" r:id="rId8"/>
    <p:sldLayoutId id="2147487411" r:id="rId9"/>
    <p:sldLayoutId id="2147487412" r:id="rId10"/>
    <p:sldLayoutId id="2147487413" r:id="rId11"/>
    <p:sldLayoutId id="2147487414" r:id="rId12"/>
    <p:sldLayoutId id="2147487415" r:id="rId13"/>
    <p:sldLayoutId id="2147487416" r:id="rId14"/>
    <p:sldLayoutId id="2147487417" r:id="rId15"/>
  </p:sldLayoutIdLst>
</p:sldMaster>
</file>

<file path=ppt/slideMasters/slideMaster29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50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351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52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53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354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355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356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57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58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59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60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61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362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4E70176-55F6-4C16-BF70-E771D8BAC0F0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2363" name="Picture 2" descr=""/>
          <p:cNvPicPr/>
          <p:nvPr/>
        </p:nvPicPr>
        <p:blipFill>
          <a:blip r:embed="rId4"/>
          <a:srcRect l="33703" t="23780" r="14249" b="10645"/>
          <a:stretch/>
        </p:blipFill>
        <p:spPr>
          <a:xfrm>
            <a:off x="0" y="0"/>
            <a:ext cx="14400360" cy="6862680"/>
          </a:xfrm>
          <a:prstGeom prst="rect">
            <a:avLst/>
          </a:prstGeom>
          <a:ln w="0">
            <a:noFill/>
          </a:ln>
        </p:spPr>
      </p:pic>
      <p:sp>
        <p:nvSpPr>
          <p:cNvPr id="12364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365" name="PlaceHolder 2"/>
          <p:cNvSpPr>
            <a:spLocks noGrp="1"/>
          </p:cNvSpPr>
          <p:nvPr>
            <p:ph type="ftr" idx="375"/>
          </p:nvPr>
        </p:nvSpPr>
        <p:spPr>
          <a:xfrm>
            <a:off x="4919400" y="6476760"/>
            <a:ext cx="4560840" cy="2444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Helvetica Neue Light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7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419" r:id="rId5"/>
    <p:sldLayoutId id="2147487420" r:id="rId6"/>
    <p:sldLayoutId id="2147487421" r:id="rId7"/>
    <p:sldLayoutId id="2147487422" r:id="rId8"/>
    <p:sldLayoutId id="2147487423" r:id="rId9"/>
    <p:sldLayoutId id="2147487424" r:id="rId10"/>
    <p:sldLayoutId id="2147487425" r:id="rId11"/>
    <p:sldLayoutId id="2147487426" r:id="rId12"/>
    <p:sldLayoutId id="2147487427" r:id="rId13"/>
    <p:sldLayoutId id="2147487428" r:id="rId14"/>
    <p:sldLayoutId id="2147487429" r:id="rId15"/>
    <p:sldLayoutId id="2147487430" r:id="rId16"/>
  </p:sldLayoutIdLst>
</p:sldMaster>
</file>

<file path=ppt/slideMasters/slideMaster29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02" name="Picture 6" descr=""/>
          <p:cNvPicPr/>
          <p:nvPr/>
        </p:nvPicPr>
        <p:blipFill>
          <a:blip r:embed="rId2"/>
          <a:srcRect l="33703" t="23780" r="14249" b="10645"/>
          <a:stretch/>
        </p:blipFill>
        <p:spPr>
          <a:xfrm>
            <a:off x="0" y="0"/>
            <a:ext cx="14400360" cy="6862680"/>
          </a:xfrm>
          <a:prstGeom prst="rect">
            <a:avLst/>
          </a:prstGeom>
          <a:ln w="0">
            <a:noFill/>
          </a:ln>
        </p:spPr>
      </p:pic>
      <p:sp>
        <p:nvSpPr>
          <p:cNvPr id="12403" name="PlaceHolder 1"/>
          <p:cNvSpPr>
            <a:spLocks noGrp="1"/>
          </p:cNvSpPr>
          <p:nvPr>
            <p:ph type="title"/>
          </p:nvPr>
        </p:nvSpPr>
        <p:spPr>
          <a:xfrm>
            <a:off x="990360" y="365040"/>
            <a:ext cx="12418920" cy="132552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4400" spc="-1" strike="noStrike">
                <a:solidFill>
                  <a:srgbClr val="000000"/>
                </a:solidFill>
                <a:latin typeface="Calibri Light"/>
              </a:rPr>
              <a:t>Click to edit the title text format</a:t>
            </a:r>
            <a:endParaRPr b="0" lang="en-US" sz="4400" spc="-1" strike="noStrike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12404" name="PlaceHolder 2"/>
          <p:cNvSpPr>
            <a:spLocks noGrp="1"/>
          </p:cNvSpPr>
          <p:nvPr>
            <p:ph type="body"/>
          </p:nvPr>
        </p:nvSpPr>
        <p:spPr>
          <a:xfrm>
            <a:off x="990360" y="1825200"/>
            <a:ext cx="12418920" cy="435132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rmAutofit/>
          </a:bodyPr>
          <a:p>
            <a:pPr marL="2286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Click to edit the outline text format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1" marL="6858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Second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2" marL="11430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Third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3" marL="16002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Fourth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4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Fifth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5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Sixth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  <a:p>
            <a:pPr lvl="6" marL="2057400" indent="-228600">
              <a:lnSpc>
                <a:spcPct val="90000"/>
              </a:lnSpc>
              <a:spcBef>
                <a:spcPts val="1001"/>
              </a:spcBef>
              <a:buClr>
                <a:srgbClr val="000000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800" spc="-1" strike="noStrike">
                <a:solidFill>
                  <a:srgbClr val="000000"/>
                </a:solidFill>
                <a:latin typeface="Calibri"/>
              </a:rPr>
              <a:t>Seventh Outline Level</a:t>
            </a:r>
            <a:endParaRPr b="0" lang="en-US" sz="2800" spc="-1" strike="noStrike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2405" name="PlaceHolder 3"/>
          <p:cNvSpPr>
            <a:spLocks noGrp="1"/>
          </p:cNvSpPr>
          <p:nvPr>
            <p:ph type="ftr" idx="376"/>
          </p:nvPr>
        </p:nvSpPr>
        <p:spPr>
          <a:xfrm>
            <a:off x="4919400" y="6476760"/>
            <a:ext cx="4560840" cy="2444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ctr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898989"/>
                </a:solidFill>
                <a:latin typeface="Helvetica Neue Light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7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432" r:id="rId3"/>
    <p:sldLayoutId id="2147487433" r:id="rId4"/>
    <p:sldLayoutId id="2147487434" r:id="rId5"/>
    <p:sldLayoutId id="2147487435" r:id="rId6"/>
    <p:sldLayoutId id="2147487436" r:id="rId7"/>
    <p:sldLayoutId id="2147487437" r:id="rId8"/>
    <p:sldLayoutId id="2147487438" r:id="rId9"/>
    <p:sldLayoutId id="2147487439" r:id="rId10"/>
    <p:sldLayoutId id="2147487440" r:id="rId11"/>
    <p:sldLayoutId id="2147487441" r:id="rId12"/>
    <p:sldLayoutId id="2147487442" r:id="rId13"/>
    <p:sldLayoutId id="2147487443" r:id="rId14"/>
  </p:sldLayoutIdLst>
</p:sldMaster>
</file>

<file path=ppt/slideMasters/slideMaster29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42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443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44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445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446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447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48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449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450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451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452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453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454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81ED30C-929E-4A49-8D19-D5A170E8CB45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2455" name="Picture 2" descr="http://www.lonestargroup.com/data_images/New_2015/plant.jpg"/>
          <p:cNvPicPr/>
          <p:nvPr/>
        </p:nvPicPr>
        <p:blipFill>
          <a:blip r:embed="rId4"/>
          <a:stretch/>
        </p:blipFill>
        <p:spPr>
          <a:xfrm>
            <a:off x="1440" y="0"/>
            <a:ext cx="14397120" cy="6858000"/>
          </a:xfrm>
          <a:prstGeom prst="rect">
            <a:avLst/>
          </a:prstGeom>
          <a:ln w="0">
            <a:noFill/>
          </a:ln>
        </p:spPr>
      </p:pic>
      <p:sp>
        <p:nvSpPr>
          <p:cNvPr id="12456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457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458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459" name="Picture 5" descr=""/>
          <p:cNvPicPr/>
          <p:nvPr/>
        </p:nvPicPr>
        <p:blipFill>
          <a:blip r:embed="rId5"/>
          <a:stretch/>
        </p:blipFill>
        <p:spPr>
          <a:xfrm>
            <a:off x="-12600" y="0"/>
            <a:ext cx="14411160" cy="7358040"/>
          </a:xfrm>
          <a:prstGeom prst="rect">
            <a:avLst/>
          </a:prstGeom>
          <a:ln w="0">
            <a:noFill/>
          </a:ln>
        </p:spPr>
      </p:pic>
      <p:sp>
        <p:nvSpPr>
          <p:cNvPr id="12460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445" r:id="rId6"/>
    <p:sldLayoutId id="2147487446" r:id="rId7"/>
    <p:sldLayoutId id="2147487447" r:id="rId8"/>
    <p:sldLayoutId id="2147487448" r:id="rId9"/>
    <p:sldLayoutId id="2147487449" r:id="rId10"/>
    <p:sldLayoutId id="2147487450" r:id="rId11"/>
    <p:sldLayoutId id="2147487451" r:id="rId12"/>
    <p:sldLayoutId id="2147487452" r:id="rId13"/>
    <p:sldLayoutId id="2147487453" r:id="rId14"/>
    <p:sldLayoutId id="2147487454" r:id="rId15"/>
    <p:sldLayoutId id="2147487455" r:id="rId16"/>
    <p:sldLayoutId id="2147487456" r:id="rId17"/>
  </p:sldLayoutIdLst>
</p:sldMaster>
</file>

<file path=ppt/slideMasters/slideMaster294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97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498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499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00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501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502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03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04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05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06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07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08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09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80E381F2-5329-4913-8015-36F5F55D9EA5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10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11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12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513" name="Picture 18" descr=""/>
          <p:cNvPicPr/>
          <p:nvPr/>
        </p:nvPicPr>
        <p:blipFill>
          <a:blip r:embed="rId4"/>
          <a:srcRect l="0" t="19246" r="0" b="12325"/>
          <a:stretch/>
        </p:blipFill>
        <p:spPr>
          <a:xfrm>
            <a:off x="0" y="0"/>
            <a:ext cx="14389200" cy="6113520"/>
          </a:xfrm>
          <a:prstGeom prst="rect">
            <a:avLst/>
          </a:prstGeom>
          <a:ln w="0">
            <a:noFill/>
          </a:ln>
        </p:spPr>
      </p:pic>
      <p:sp>
        <p:nvSpPr>
          <p:cNvPr id="12514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458" r:id="rId5"/>
    <p:sldLayoutId id="2147487459" r:id="rId6"/>
    <p:sldLayoutId id="2147487460" r:id="rId7"/>
    <p:sldLayoutId id="2147487461" r:id="rId8"/>
    <p:sldLayoutId id="2147487462" r:id="rId9"/>
    <p:sldLayoutId id="2147487463" r:id="rId10"/>
    <p:sldLayoutId id="2147487464" r:id="rId11"/>
    <p:sldLayoutId id="2147487465" r:id="rId12"/>
    <p:sldLayoutId id="2147487466" r:id="rId13"/>
    <p:sldLayoutId id="2147487467" r:id="rId14"/>
    <p:sldLayoutId id="2147487468" r:id="rId15"/>
    <p:sldLayoutId id="2147487469" r:id="rId16"/>
  </p:sldLayoutIdLst>
</p:sldMaster>
</file>

<file path=ppt/slideMasters/slideMaster295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51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552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53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54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555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556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57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58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59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60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61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62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63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E97ED93-2820-4B90-8AFC-658B2EDC7F4A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564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65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566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567" name="Picture 18" descr=""/>
          <p:cNvPicPr/>
          <p:nvPr/>
        </p:nvPicPr>
        <p:blipFill>
          <a:blip r:embed="rId4"/>
          <a:srcRect l="0" t="14230" r="0" b="0"/>
          <a:stretch/>
        </p:blipFill>
        <p:spPr>
          <a:xfrm>
            <a:off x="0" y="-85680"/>
            <a:ext cx="14400360" cy="6602400"/>
          </a:xfrm>
          <a:prstGeom prst="rect">
            <a:avLst/>
          </a:prstGeom>
          <a:ln w="0">
            <a:noFill/>
          </a:ln>
        </p:spPr>
      </p:pic>
      <p:sp>
        <p:nvSpPr>
          <p:cNvPr id="12568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471" r:id="rId5"/>
    <p:sldLayoutId id="2147487472" r:id="rId6"/>
    <p:sldLayoutId id="2147487473" r:id="rId7"/>
    <p:sldLayoutId id="2147487474" r:id="rId8"/>
    <p:sldLayoutId id="2147487475" r:id="rId9"/>
    <p:sldLayoutId id="2147487476" r:id="rId10"/>
    <p:sldLayoutId id="2147487477" r:id="rId11"/>
    <p:sldLayoutId id="2147487478" r:id="rId12"/>
    <p:sldLayoutId id="2147487479" r:id="rId13"/>
    <p:sldLayoutId id="2147487480" r:id="rId14"/>
    <p:sldLayoutId id="2147487481" r:id="rId15"/>
    <p:sldLayoutId id="2147487482" r:id="rId16"/>
  </p:sldLayoutIdLst>
</p:sldMaster>
</file>

<file path=ppt/slideMasters/slideMaster296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05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606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07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08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609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610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11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12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13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14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15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16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17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34E1AF3-9F62-4EDC-B7F4-7192A9E41C72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18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19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20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2621" name="Rectangle 4"/>
          <p:cNvGrpSpPr/>
          <p:nvPr/>
        </p:nvGrpSpPr>
        <p:grpSpPr>
          <a:xfrm>
            <a:off x="0" y="5334120"/>
            <a:ext cx="14398560" cy="1523880"/>
            <a:chOff x="0" y="5334120"/>
            <a:chExt cx="14398560" cy="1523880"/>
          </a:xfrm>
        </p:grpSpPr>
        <p:pic>
          <p:nvPicPr>
            <p:cNvPr id="12622" name="Rectangle 4" descr=""/>
            <p:cNvPicPr/>
            <p:nvPr/>
          </p:nvPicPr>
          <p:blipFill>
            <a:blip r:embed="rId4"/>
            <a:stretch/>
          </p:blipFill>
          <p:spPr>
            <a:xfrm>
              <a:off x="0" y="5334120"/>
              <a:ext cx="14398560" cy="152388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2623" name=""/>
            <p:cNvSpPr/>
            <p:nvPr/>
          </p:nvSpPr>
          <p:spPr>
            <a:xfrm>
              <a:off x="1440" y="5334120"/>
              <a:ext cx="14397120" cy="1523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sp>
        <p:nvSpPr>
          <p:cNvPr id="12624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484" r:id="rId5"/>
    <p:sldLayoutId id="2147487485" r:id="rId6"/>
    <p:sldLayoutId id="2147487486" r:id="rId7"/>
    <p:sldLayoutId id="2147487487" r:id="rId8"/>
    <p:sldLayoutId id="2147487488" r:id="rId9"/>
    <p:sldLayoutId id="2147487489" r:id="rId10"/>
    <p:sldLayoutId id="2147487490" r:id="rId11"/>
    <p:sldLayoutId id="2147487491" r:id="rId12"/>
    <p:sldLayoutId id="2147487492" r:id="rId13"/>
    <p:sldLayoutId id="2147487493" r:id="rId14"/>
    <p:sldLayoutId id="2147487494" r:id="rId15"/>
    <p:sldLayoutId id="2147487495" r:id="rId16"/>
  </p:sldLayoutIdLst>
</p:sldMaster>
</file>

<file path=ppt/slideMasters/slideMaster297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61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662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63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64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665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666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67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68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69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70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71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72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73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19BEB25-4597-48F8-BE47-A7AC0BCBA6DF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674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75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76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677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497" r:id="rId4"/>
    <p:sldLayoutId id="2147487498" r:id="rId5"/>
    <p:sldLayoutId id="2147487499" r:id="rId6"/>
    <p:sldLayoutId id="2147487500" r:id="rId7"/>
    <p:sldLayoutId id="2147487501" r:id="rId8"/>
    <p:sldLayoutId id="2147487502" r:id="rId9"/>
    <p:sldLayoutId id="2147487503" r:id="rId10"/>
    <p:sldLayoutId id="2147487504" r:id="rId11"/>
    <p:sldLayoutId id="2147487505" r:id="rId12"/>
    <p:sldLayoutId id="2147487506" r:id="rId13"/>
    <p:sldLayoutId id="2147487507" r:id="rId14"/>
    <p:sldLayoutId id="2147487508" r:id="rId15"/>
  </p:sldLayoutIdLst>
</p:sldMaster>
</file>

<file path=ppt/slideMasters/slideMaster298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14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715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16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17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718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719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20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21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22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23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24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25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26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7C82B2C-9E4F-4265-AF98-DA51882A5691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27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28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29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2730" name="Rectangle 4"/>
          <p:cNvGrpSpPr/>
          <p:nvPr/>
        </p:nvGrpSpPr>
        <p:grpSpPr>
          <a:xfrm>
            <a:off x="0" y="5334120"/>
            <a:ext cx="14398560" cy="1523880"/>
            <a:chOff x="0" y="5334120"/>
            <a:chExt cx="14398560" cy="1523880"/>
          </a:xfrm>
        </p:grpSpPr>
        <p:pic>
          <p:nvPicPr>
            <p:cNvPr id="12731" name="Rectangle 4" descr=""/>
            <p:cNvPicPr/>
            <p:nvPr/>
          </p:nvPicPr>
          <p:blipFill>
            <a:blip r:embed="rId4"/>
            <a:stretch/>
          </p:blipFill>
          <p:spPr>
            <a:xfrm>
              <a:off x="0" y="5334120"/>
              <a:ext cx="14398560" cy="152388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2732" name=""/>
            <p:cNvSpPr/>
            <p:nvPr/>
          </p:nvSpPr>
          <p:spPr>
            <a:xfrm>
              <a:off x="1440" y="5334120"/>
              <a:ext cx="14397120" cy="1523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sp>
        <p:nvSpPr>
          <p:cNvPr id="12733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510" r:id="rId5"/>
    <p:sldLayoutId id="2147487511" r:id="rId6"/>
    <p:sldLayoutId id="2147487512" r:id="rId7"/>
    <p:sldLayoutId id="2147487513" r:id="rId8"/>
    <p:sldLayoutId id="2147487514" r:id="rId9"/>
    <p:sldLayoutId id="2147487515" r:id="rId10"/>
    <p:sldLayoutId id="2147487516" r:id="rId11"/>
    <p:sldLayoutId id="2147487517" r:id="rId12"/>
    <p:sldLayoutId id="2147487518" r:id="rId13"/>
    <p:sldLayoutId id="2147487519" r:id="rId14"/>
    <p:sldLayoutId id="2147487520" r:id="rId15"/>
    <p:sldLayoutId id="2147487521" r:id="rId16"/>
  </p:sldLayoutIdLst>
</p:sldMaster>
</file>

<file path=ppt/slideMasters/slideMaster299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70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771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72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73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774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775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76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77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78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79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80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81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82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9BFB9D1-81CB-4B48-93DF-551F894912B8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783" name="AutoShape 2"/>
          <p:cNvSpPr/>
          <p:nvPr/>
        </p:nvSpPr>
        <p:spPr>
          <a:xfrm>
            <a:off x="184320" y="-144360"/>
            <a:ext cx="360360" cy="3045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84" name="AutoShape 4"/>
          <p:cNvSpPr/>
          <p:nvPr/>
        </p:nvSpPr>
        <p:spPr>
          <a:xfrm>
            <a:off x="363600" y="7920"/>
            <a:ext cx="3603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85" name="AutoShape 7"/>
          <p:cNvSpPr/>
          <p:nvPr/>
        </p:nvSpPr>
        <p:spPr>
          <a:xfrm>
            <a:off x="544680" y="160200"/>
            <a:ext cx="358560" cy="30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786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523" r:id="rId4"/>
    <p:sldLayoutId id="2147487524" r:id="rId5"/>
    <p:sldLayoutId id="2147487525" r:id="rId6"/>
    <p:sldLayoutId id="2147487526" r:id="rId7"/>
    <p:sldLayoutId id="2147487527" r:id="rId8"/>
    <p:sldLayoutId id="2147487528" r:id="rId9"/>
    <p:sldLayoutId id="2147487529" r:id="rId10"/>
    <p:sldLayoutId id="2147487530" r:id="rId11"/>
    <p:sldLayoutId id="2147487531" r:id="rId12"/>
    <p:sldLayoutId id="2147487532" r:id="rId13"/>
    <p:sldLayoutId id="2147487533" r:id="rId14"/>
    <p:sldLayoutId id="2147487534" r:id="rId15"/>
  </p:sldLayoutIdLst>
</p:sldMaster>
</file>

<file path=ppt/slideMasters/slideMaster30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23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824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25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26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827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828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29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30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31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32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33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34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35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D1667E3-A68A-45CD-A39C-43C26CABAC5D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36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837" name="PlaceHolder 2"/>
          <p:cNvSpPr>
            <a:spLocks noGrp="1"/>
          </p:cNvSpPr>
          <p:nvPr>
            <p:ph type="dt" idx="377"/>
          </p:nvPr>
        </p:nvSpPr>
        <p:spPr>
          <a:xfrm>
            <a:off x="990720" y="6356520"/>
            <a:ext cx="324000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2400" spc="-1" strike="noStrike">
                <a:latin typeface="Times New Roman"/>
              </a:defRPr>
            </a:lvl1pPr>
          </a:lstStyle>
          <a:p>
            <a: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7426720-74A7-4CB0-8162-4966AF55B07F}" type="datetime">
              <a:rPr b="0" lang="en-IN" sz="2400" spc="-1" strike="noStrike">
                <a:latin typeface="Times New Roman"/>
              </a:rPr>
              <a:t>09/09/26</a:t>
            </a:fld>
            <a:endParaRPr b="0" lang="en-US" sz="2400" spc="-1" strike="noStrike">
              <a:latin typeface="Times New Roman"/>
            </a:endParaRPr>
          </a:p>
        </p:txBody>
      </p:sp>
      <p:sp>
        <p:nvSpPr>
          <p:cNvPr id="12838" name="PlaceHolder 3"/>
          <p:cNvSpPr>
            <a:spLocks noGrp="1"/>
          </p:cNvSpPr>
          <p:nvPr>
            <p:ph type="ftr" idx="378"/>
          </p:nvPr>
        </p:nvSpPr>
        <p:spPr>
          <a:xfrm>
            <a:off x="4770360" y="6356520"/>
            <a:ext cx="485928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defRPr b="0" lang="en-US" sz="18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39" name="PlaceHolder 4"/>
          <p:cNvSpPr>
            <a:spLocks noGrp="1"/>
          </p:cNvSpPr>
          <p:nvPr>
            <p:ph type="sldNum" idx="379"/>
          </p:nvPr>
        </p:nvSpPr>
        <p:spPr>
          <a:xfrm>
            <a:off x="11159640" y="649296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2400" spc="-1" strike="noStrike">
                <a:latin typeface="Times New Roman"/>
              </a:defRPr>
            </a:lvl1pPr>
          </a:lstStyle>
          <a:p>
            <a: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5FBB17D-B149-4E33-A2DA-170883B75245}" type="slidenum">
              <a:rPr b="0" lang="en-IN" sz="2400" spc="-1" strike="noStrike">
                <a:latin typeface="Times New Roman"/>
              </a:rPr>
              <a:t>&lt;number&gt;</a:t>
            </a:fld>
            <a:endParaRPr b="0" lang="en-US" sz="24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536" r:id="rId4"/>
    <p:sldLayoutId id="2147487537" r:id="rId5"/>
    <p:sldLayoutId id="2147487538" r:id="rId6"/>
    <p:sldLayoutId id="2147487539" r:id="rId7"/>
    <p:sldLayoutId id="2147487540" r:id="rId8"/>
    <p:sldLayoutId id="2147487541" r:id="rId9"/>
    <p:sldLayoutId id="2147487542" r:id="rId10"/>
    <p:sldLayoutId id="2147487543" r:id="rId11"/>
    <p:sldLayoutId id="2147487544" r:id="rId12"/>
    <p:sldLayoutId id="2147487545" r:id="rId13"/>
    <p:sldLayoutId id="2147487546" r:id="rId14"/>
    <p:sldLayoutId id="2147487547" r:id="rId15"/>
  </p:sldLayoutIdLst>
</p:sldMaster>
</file>

<file path=ppt/slideMasters/slideMaster30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76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877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78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79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880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881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82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83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84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85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86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87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888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E17F8FE5-5D14-4C57-B45E-9CF02A934C39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89" name="TextBox 1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928C62A-EC49-43D0-9B90-822AF8086C0F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890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549" r:id="rId4"/>
    <p:sldLayoutId id="2147487550" r:id="rId5"/>
    <p:sldLayoutId id="2147487551" r:id="rId6"/>
    <p:sldLayoutId id="2147487552" r:id="rId7"/>
    <p:sldLayoutId id="2147487553" r:id="rId8"/>
    <p:sldLayoutId id="2147487554" r:id="rId9"/>
    <p:sldLayoutId id="2147487555" r:id="rId10"/>
    <p:sldLayoutId id="2147487556" r:id="rId11"/>
    <p:sldLayoutId id="2147487557" r:id="rId12"/>
    <p:sldLayoutId id="2147487558" r:id="rId13"/>
    <p:sldLayoutId id="2147487559" r:id="rId14"/>
    <p:sldLayoutId id="2147487560" r:id="rId15"/>
  </p:sldLayoutIdLst>
</p:sldMaster>
</file>

<file path=ppt/slideMasters/slideMaster302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27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928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29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30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931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932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33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34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35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36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37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38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39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4304E301-E2A3-4F15-8823-3EB5B2729400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40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941" name="PlaceHolder 2"/>
          <p:cNvSpPr>
            <a:spLocks noGrp="1"/>
          </p:cNvSpPr>
          <p:nvPr>
            <p:ph type="dt" idx="380"/>
          </p:nvPr>
        </p:nvSpPr>
        <p:spPr>
          <a:xfrm>
            <a:off x="-360" y="-360"/>
            <a:ext cx="360" cy="3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93600" bIns="93600" anchor="t">
            <a:noAutofit/>
          </a:bodyPr>
          <a:lstStyle>
            <a:lvl1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2400" spc="-1" strike="noStrike">
                <a:latin typeface="Times New Roman"/>
              </a:defRPr>
            </a:lvl1pPr>
          </a:lstStyle>
          <a:p>
            <a: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66DFCA03-2497-4D9B-AD7D-CAAAB804EBF9}" type="datetime">
              <a:rPr b="0" lang="en-IN" sz="2400" spc="-1" strike="noStrike">
                <a:latin typeface="Times New Roman"/>
              </a:rPr>
              <a:t>09/09/26</a:t>
            </a:fld>
            <a:endParaRPr b="0" lang="en-US" sz="2400" spc="-1" strike="noStrike">
              <a:latin typeface="Times New Roman"/>
            </a:endParaRPr>
          </a:p>
        </p:txBody>
      </p:sp>
      <p:sp>
        <p:nvSpPr>
          <p:cNvPr id="12942" name="PlaceHolder 3"/>
          <p:cNvSpPr>
            <a:spLocks noGrp="1"/>
          </p:cNvSpPr>
          <p:nvPr>
            <p:ph type="ftr" idx="381"/>
          </p:nvPr>
        </p:nvSpPr>
        <p:spPr>
          <a:xfrm>
            <a:off x="-360" y="-360"/>
            <a:ext cx="360" cy="36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93600" bIns="93600" anchor="t">
            <a:noAutofit/>
          </a:bodyPr>
          <a:lstStyle>
            <a:lvl1pPr>
              <a:defRPr b="0" lang="en-US" sz="1800" spc="-1" strike="noStrike">
                <a:solidFill>
                  <a:srgbClr val="000000"/>
                </a:solidFill>
                <a:latin typeface="Arial"/>
              </a:defRPr>
            </a:lvl1pPr>
          </a:lstStyle>
          <a:p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43" name="PlaceHolder 4"/>
          <p:cNvSpPr>
            <a:spLocks noGrp="1"/>
          </p:cNvSpPr>
          <p:nvPr>
            <p:ph type="sldNum" idx="382"/>
          </p:nvPr>
        </p:nvSpPr>
        <p:spPr>
          <a:xfrm>
            <a:off x="11159640" y="6500880"/>
            <a:ext cx="3240360" cy="3650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IN" sz="2400" spc="-1" strike="noStrike">
                <a:latin typeface="Times New Roman"/>
              </a:defRPr>
            </a:lvl1pPr>
          </a:lstStyle>
          <a:p>
            <a:pPr marL="216000" indent="-216000">
              <a:buClr>
                <a:srgbClr val="000000"/>
              </a:buClr>
              <a:buSzPct val="45000"/>
              <a:buFont typeface="Wingdings" charset="2"/>
              <a:buChar char=""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A04A7D8-4FA3-44F7-9F21-D82EA2A46C55}" type="slidenum">
              <a:rPr b="0" lang="en-IN" sz="2400" spc="-1" strike="noStrike">
                <a:latin typeface="Times New Roman"/>
              </a:rPr>
              <a:t>&lt;number&gt;</a:t>
            </a:fld>
            <a:endParaRPr b="0" lang="en-US" sz="2400" spc="-1" strike="noStrike"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562" r:id="rId4"/>
    <p:sldLayoutId id="2147487563" r:id="rId5"/>
    <p:sldLayoutId id="2147487564" r:id="rId6"/>
    <p:sldLayoutId id="2147487565" r:id="rId7"/>
    <p:sldLayoutId id="2147487566" r:id="rId8"/>
    <p:sldLayoutId id="2147487567" r:id="rId9"/>
    <p:sldLayoutId id="2147487568" r:id="rId10"/>
    <p:sldLayoutId id="2147487569" r:id="rId11"/>
    <p:sldLayoutId id="2147487570" r:id="rId12"/>
    <p:sldLayoutId id="2147487571" r:id="rId13"/>
    <p:sldLayoutId id="2147487572" r:id="rId14"/>
    <p:sldLayoutId id="2147487573" r:id="rId15"/>
  </p:sldLayoutIdLst>
</p:sldMaster>
</file>

<file path=ppt/slideMasters/slideMaster303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80" name="Object 5" descr=""/>
          <p:cNvPicPr/>
          <p:nvPr/>
        </p:nvPicPr>
        <p:blipFill>
          <a:blip r:embed="rId2"/>
          <a:stretch/>
        </p:blipFill>
        <p:spPr>
          <a:xfrm>
            <a:off x="1440" y="1440"/>
            <a:ext cx="1800" cy="1800"/>
          </a:xfrm>
          <a:prstGeom prst="rect">
            <a:avLst/>
          </a:prstGeom>
          <a:ln w="0">
            <a:noFill/>
          </a:ln>
        </p:spPr>
      </p:pic>
      <p:sp>
        <p:nvSpPr>
          <p:cNvPr id="12981" name="GS Doctop Placeholder" hidden="1"/>
          <p:cNvSpPr/>
          <p:nvPr/>
        </p:nvSpPr>
        <p:spPr>
          <a:xfrm>
            <a:off x="644400" y="0"/>
            <a:ext cx="6675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000000"/>
                </a:solidFill>
                <a:latin typeface="Arial"/>
              </a:rPr>
              <a:t>IBDROOT\PROJECTS\IBD-HK\CUNAXACY17\611346_1\CY19\Presentation\12. Phase II Management Presentation\07 Combined Presentation\vSent\28-Jan-CY10\126_Silicon MP_with Speaker Notes_vSent_Part I.pptx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82" name="Rectangle 10"/>
          <p:cNvSpPr/>
          <p:nvPr/>
        </p:nvSpPr>
        <p:spPr>
          <a:xfrm>
            <a:off x="0" y="0"/>
            <a:ext cx="13104720" cy="78732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83" name="Content Placeholder 2"/>
          <p:cNvSpPr/>
          <p:nvPr/>
        </p:nvSpPr>
        <p:spPr>
          <a:xfrm>
            <a:off x="0" y="6016680"/>
            <a:ext cx="14400360" cy="500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2984" name="Picture 4" descr="logo"/>
          <p:cNvPicPr/>
          <p:nvPr/>
        </p:nvPicPr>
        <p:blipFill>
          <a:blip r:embed="rId3"/>
          <a:srcRect l="-3352" t="-2152" r="-3352" b="15262"/>
          <a:stretch/>
        </p:blipFill>
        <p:spPr>
          <a:xfrm>
            <a:off x="13127040" y="4680"/>
            <a:ext cx="1266840" cy="795600"/>
          </a:xfrm>
          <a:prstGeom prst="rect">
            <a:avLst/>
          </a:prstGeom>
          <a:ln w="0">
            <a:noFill/>
          </a:ln>
        </p:spPr>
      </p:pic>
      <p:sp>
        <p:nvSpPr>
          <p:cNvPr id="12985" name="Rectangle 7"/>
          <p:cNvSpPr/>
          <p:nvPr/>
        </p:nvSpPr>
        <p:spPr>
          <a:xfrm>
            <a:off x="-1778040" y="1152360"/>
            <a:ext cx="1563840" cy="314640"/>
          </a:xfrm>
          <a:prstGeom prst="rect">
            <a:avLst/>
          </a:pr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ffffff"/>
                </a:solidFill>
                <a:latin typeface="Arial"/>
                <a:ea typeface="Arial"/>
              </a:rPr>
              <a:t>Heading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2986" name="Rectangle 8"/>
          <p:cNvSpPr/>
          <p:nvPr/>
        </p:nvSpPr>
        <p:spPr>
          <a:xfrm>
            <a:off x="-1778040" y="1762200"/>
            <a:ext cx="1563840" cy="314280"/>
          </a:xfrm>
          <a:prstGeom prst="rect">
            <a:avLst/>
          </a:prstGeom>
          <a:solidFill>
            <a:srgbClr val="2b4da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87" name="Rectangle 9"/>
          <p:cNvSpPr/>
          <p:nvPr/>
        </p:nvSpPr>
        <p:spPr>
          <a:xfrm>
            <a:off x="-1778040" y="2284560"/>
            <a:ext cx="1563840" cy="314280"/>
          </a:xfrm>
          <a:prstGeom prst="rect">
            <a:avLst/>
          </a:prstGeom>
          <a:solidFill>
            <a:srgbClr val="5b9bd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88" name="Rectangle 13"/>
          <p:cNvSpPr/>
          <p:nvPr/>
        </p:nvSpPr>
        <p:spPr>
          <a:xfrm>
            <a:off x="-1778040" y="2808360"/>
            <a:ext cx="1563840" cy="314280"/>
          </a:xfrm>
          <a:prstGeom prst="rect">
            <a:avLst/>
          </a:prstGeom>
          <a:solidFill>
            <a:srgbClr val="f4ad7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89" name="Rectangle 14"/>
          <p:cNvSpPr/>
          <p:nvPr/>
        </p:nvSpPr>
        <p:spPr>
          <a:xfrm>
            <a:off x="-1778040" y="3330720"/>
            <a:ext cx="1563840" cy="314280"/>
          </a:xfrm>
          <a:prstGeom prst="rect">
            <a:avLst/>
          </a:prstGeom>
          <a:solidFill>
            <a:srgbClr val="a5a5a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90" name="Rectangle 15"/>
          <p:cNvSpPr/>
          <p:nvPr/>
        </p:nvSpPr>
        <p:spPr>
          <a:xfrm>
            <a:off x="-1778040" y="3854520"/>
            <a:ext cx="1563840" cy="314280"/>
          </a:xfrm>
          <a:prstGeom prst="rect">
            <a:avLst/>
          </a:prstGeom>
          <a:solidFill>
            <a:srgbClr val="4472c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91" name="Rectangle 16"/>
          <p:cNvSpPr/>
          <p:nvPr/>
        </p:nvSpPr>
        <p:spPr>
          <a:xfrm>
            <a:off x="-1778040" y="4376880"/>
            <a:ext cx="1563840" cy="314280"/>
          </a:xfrm>
          <a:prstGeom prst="rect">
            <a:avLst/>
          </a:prstGeom>
          <a:solidFill>
            <a:srgbClr val="9fca8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2992" name="TextBox 17"/>
          <p:cNvSpPr/>
          <p:nvPr/>
        </p:nvSpPr>
        <p:spPr>
          <a:xfrm>
            <a:off x="13262040" y="6543720"/>
            <a:ext cx="1130400" cy="2714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A35CBB56-0951-45C5-A54B-46E71E1A44E8}" type="slidenum">
              <a:rPr b="0" lang="en-US" sz="1200" spc="-1" strike="noStrike">
                <a:solidFill>
                  <a:srgbClr val="898989"/>
                </a:solidFill>
                <a:latin typeface="Arial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2993" name="Picture 2" descr=""/>
          <p:cNvPicPr/>
          <p:nvPr/>
        </p:nvPicPr>
        <p:blipFill>
          <a:blip r:embed="rId4"/>
          <a:srcRect l="33703" t="23780" r="14249" b="10645"/>
          <a:stretch/>
        </p:blipFill>
        <p:spPr>
          <a:xfrm>
            <a:off x="0" y="0"/>
            <a:ext cx="14400360" cy="6862680"/>
          </a:xfrm>
          <a:prstGeom prst="rect">
            <a:avLst/>
          </a:prstGeom>
          <a:ln w="0">
            <a:noFill/>
          </a:ln>
        </p:spPr>
      </p:pic>
      <p:sp>
        <p:nvSpPr>
          <p:cNvPr id="12994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rIns="90000" tIns="46800" bIns="46800" anchor="ctr">
            <a:noAutofit/>
          </a:bodyPr>
          <a:p>
            <a:pPr>
              <a:lnSpc>
                <a:spcPct val="90000"/>
              </a:lnSpc>
              <a:buNone/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Click to edit the title text format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995" name="PlaceHolder 2"/>
          <p:cNvSpPr>
            <a:spLocks noGrp="1"/>
          </p:cNvSpPr>
          <p:nvPr>
            <p:ph type="ftr" idx="383"/>
          </p:nvPr>
        </p:nvSpPr>
        <p:spPr>
          <a:xfrm>
            <a:off x="4919400" y="6476760"/>
            <a:ext cx="4560840" cy="244440"/>
          </a:xfrm>
          <a:prstGeom prst="rect">
            <a:avLst/>
          </a:prstGeom>
          <a:noFill/>
          <a:ln w="0">
            <a:noFill/>
          </a:ln>
        </p:spPr>
        <p:txBody>
          <a:bodyPr lIns="90000" rIns="90000" tIns="46800" bIns="46800" anchor="t">
            <a:noAutofit/>
          </a:bodyPr>
          <a:lstStyle>
            <a:lvl1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  <a:defRPr b="0" lang="en-US" sz="700" spc="-1" strike="noStrike">
                <a:solidFill>
                  <a:srgbClr val="000000"/>
                </a:solidFill>
                <a:latin typeface="Helvetica Neue Light"/>
              </a:defRPr>
            </a:lvl1pPr>
          </a:lstStyle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7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7575" r:id="rId5"/>
    <p:sldLayoutId id="2147487576" r:id="rId6"/>
    <p:sldLayoutId id="2147487577" r:id="rId7"/>
    <p:sldLayoutId id="2147487578" r:id="rId8"/>
    <p:sldLayoutId id="2147487579" r:id="rId9"/>
    <p:sldLayoutId id="2147487580" r:id="rId10"/>
    <p:sldLayoutId id="2147487581" r:id="rId11"/>
    <p:sldLayoutId id="2147487582" r:id="rId12"/>
    <p:sldLayoutId id="2147487583" r:id="rId13"/>
    <p:sldLayoutId id="2147487584" r:id="rId14"/>
    <p:sldLayoutId id="2147487585" r:id="rId15"/>
    <p:sldLayoutId id="2147487586" r:id="rId16"/>
  </p:sldLayoutIdLst>
</p:sldMaster>
</file>

<file path=ppt/slides/_rels/slide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421.xml"/><Relationship Id="rId2" Type="http://schemas.openxmlformats.org/officeDocument/2006/relationships/notesSlide" Target="../notesSlides/notesSlide1.xml"/>
</Relationships>
</file>

<file path=ppt/slides/_rels/slide2.xml.rels><?xml version="1.0" encoding="UTF-8"?>
<Relationships xmlns="http://schemas.openxmlformats.org/package/2006/relationships"><Relationship Id="rId1" Type="http://schemas.openxmlformats.org/officeDocument/2006/relationships/image" Target="../media/image345.wmf"/><Relationship Id="rId2" Type="http://schemas.openxmlformats.org/officeDocument/2006/relationships/image" Target="../media/image346.jpg"/><Relationship Id="rId3" Type="http://schemas.openxmlformats.org/officeDocument/2006/relationships/image" Target="../media/image347.jpg"/><Relationship Id="rId4" Type="http://schemas.openxmlformats.org/officeDocument/2006/relationships/image" Target="../media/image348.jpg"/><Relationship Id="rId5" Type="http://schemas.openxmlformats.org/officeDocument/2006/relationships/image" Target="../media/image349.jpg"/><Relationship Id="rId6" Type="http://schemas.openxmlformats.org/officeDocument/2006/relationships/image" Target="../media/image350.jpg"/><Relationship Id="rId7" Type="http://schemas.openxmlformats.org/officeDocument/2006/relationships/image" Target="../media/image351.jpg"/><Relationship Id="rId8" Type="http://schemas.openxmlformats.org/officeDocument/2006/relationships/image" Target="../media/image352.jpg"/><Relationship Id="rId9" Type="http://schemas.openxmlformats.org/officeDocument/2006/relationships/slideLayout" Target="../slideLayouts/slideLayout373.xml"/><Relationship Id="rId10" Type="http://schemas.openxmlformats.org/officeDocument/2006/relationships/notesSlide" Target="../notesSlides/notesSlide2.xml"/>
</Relationships>
</file>

<file path=ppt/slides/_rels/slide3.xml.rels><?xml version="1.0" encoding="UTF-8"?>
<Relationships xmlns="http://schemas.openxmlformats.org/package/2006/relationships"><Relationship Id="rId1" Type="http://schemas.openxmlformats.org/officeDocument/2006/relationships/image" Target="../media/image353.wmf"/><Relationship Id="rId2" Type="http://schemas.openxmlformats.org/officeDocument/2006/relationships/image" Target="../media/image354.jpg"/><Relationship Id="rId3" Type="http://schemas.openxmlformats.org/officeDocument/2006/relationships/image" Target="../media/image355.jpg"/><Relationship Id="rId4" Type="http://schemas.openxmlformats.org/officeDocument/2006/relationships/image" Target="../media/image356.jpg"/><Relationship Id="rId5" Type="http://schemas.openxmlformats.org/officeDocument/2006/relationships/image" Target="../media/image357.jpg"/><Relationship Id="rId6" Type="http://schemas.openxmlformats.org/officeDocument/2006/relationships/image" Target="../media/image358.jpg"/><Relationship Id="rId7" Type="http://schemas.openxmlformats.org/officeDocument/2006/relationships/slideLayout" Target="../slideLayouts/slideLayout373.xml"/><Relationship Id="rId8" Type="http://schemas.openxmlformats.org/officeDocument/2006/relationships/notesSlide" Target="../notesSlides/notesSlide3.xml"/>
</Relationships>
</file>

<file path=ppt/slides/_rels/slide4.xml.rels><?xml version="1.0" encoding="UTF-8"?>
<Relationships xmlns="http://schemas.openxmlformats.org/package/2006/relationships"><Relationship Id="rId1" Type="http://schemas.openxmlformats.org/officeDocument/2006/relationships/image" Target="../media/image359.wmf"/><Relationship Id="rId2" Type="http://schemas.openxmlformats.org/officeDocument/2006/relationships/slideLayout" Target="../slideLayouts/slideLayout373.xml"/><Relationship Id="rId3" Type="http://schemas.openxmlformats.org/officeDocument/2006/relationships/notesSlide" Target="../notesSlides/notesSlide4.xml"/>
</Relationships>
</file>

<file path=ppt/slides/_rels/slide5.xml.rels><?xml version="1.0" encoding="UTF-8"?>
<Relationships xmlns="http://schemas.openxmlformats.org/package/2006/relationships"><Relationship Id="rId1" Type="http://schemas.openxmlformats.org/officeDocument/2006/relationships/image" Target="../media/image360.wmf"/><Relationship Id="rId2" Type="http://schemas.openxmlformats.org/officeDocument/2006/relationships/slideLayout" Target="../slideLayouts/slideLayout373.xml"/><Relationship Id="rId3" Type="http://schemas.openxmlformats.org/officeDocument/2006/relationships/notesSlide" Target="../notesSlides/notesSlide5.xml"/>
</Relationships>
</file>

<file path=ppt/slides/_rels/slide6.xml.rels><?xml version="1.0" encoding="UTF-8"?>
<Relationships xmlns="http://schemas.openxmlformats.org/package/2006/relationships"><Relationship Id="rId1" Type="http://schemas.openxmlformats.org/officeDocument/2006/relationships/image" Target="../media/image361.wmf"/><Relationship Id="rId2" Type="http://schemas.openxmlformats.org/officeDocument/2006/relationships/slideLayout" Target="../slideLayouts/slideLayout373.xml"/><Relationship Id="rId3" Type="http://schemas.openxmlformats.org/officeDocument/2006/relationships/notesSlide" Target="../notesSlides/notesSlide6.xml"/>
</Relationships>
</file>

<file path=ppt/slides/_rels/slide7.xml.rels><?xml version="1.0" encoding="UTF-8"?>
<Relationships xmlns="http://schemas.openxmlformats.org/package/2006/relationships"><Relationship Id="rId1" Type="http://schemas.openxmlformats.org/officeDocument/2006/relationships/image" Target="../media/image362.wmf"/><Relationship Id="rId2" Type="http://schemas.openxmlformats.org/officeDocument/2006/relationships/image" Target="../media/image363.jpg"/><Relationship Id="rId3" Type="http://schemas.openxmlformats.org/officeDocument/2006/relationships/image" Target="../media/image364.jpg"/><Relationship Id="rId4" Type="http://schemas.openxmlformats.org/officeDocument/2006/relationships/slideLayout" Target="../slideLayouts/slideLayout373.xml"/><Relationship Id="rId5" Type="http://schemas.openxmlformats.org/officeDocument/2006/relationships/notesSlide" Target="../notesSlides/notesSlide7.xml"/>
</Relationships>
</file>

<file path=ppt/slides/_rels/slide8.xml.rels><?xml version="1.0" encoding="UTF-8"?>
<Relationships xmlns="http://schemas.openxmlformats.org/package/2006/relationships"><Relationship Id="rId1" Type="http://schemas.openxmlformats.org/officeDocument/2006/relationships/image" Target="../media/image365.wmf"/><Relationship Id="rId2" Type="http://schemas.openxmlformats.org/officeDocument/2006/relationships/slideLayout" Target="../slideLayouts/slideLayout373.xml"/><Relationship Id="rId3" Type="http://schemas.openxmlformats.org/officeDocument/2006/relationships/notesSlide" Target="../notesSlides/notesSlide8.xml"/>
</Relationships>
</file>

<file path=ppt/slides/_rels/slide9.xml.rels><?xml version="1.0" encoding="UTF-8"?>
<Relationships xmlns="http://schemas.openxmlformats.org/package/2006/relationships"><Relationship Id="rId1" Type="http://schemas.openxmlformats.org/officeDocument/2006/relationships/image" Target="../media/image366.wmf"/><Relationship Id="rId2" Type="http://schemas.openxmlformats.org/officeDocument/2006/relationships/image" Target="../media/image367.jpg"/><Relationship Id="rId3" Type="http://schemas.openxmlformats.org/officeDocument/2006/relationships/image" Target="../media/image368.jpg"/><Relationship Id="rId4" Type="http://schemas.openxmlformats.org/officeDocument/2006/relationships/image" Target="../media/image369.jpg"/><Relationship Id="rId5" Type="http://schemas.openxmlformats.org/officeDocument/2006/relationships/slideLayout" Target="../slideLayouts/slideLayout373.xml"/><Relationship Id="rId6" Type="http://schemas.openxmlformats.org/officeDocument/2006/relationships/notesSlide" Target="../notesSlides/notesSlide9.xml"/>
</Relationships>
</file>

<file path=ppt/slides/_rels/slide10.xml.rels><?xml version="1.0" encoding="UTF-8"?>
<Relationships xmlns="http://schemas.openxmlformats.org/package/2006/relationships"><Relationship Id="rId1" Type="http://schemas.openxmlformats.org/officeDocument/2006/relationships/image" Target="../media/image370.jpg"/><Relationship Id="rId2" Type="http://schemas.openxmlformats.org/officeDocument/2006/relationships/slideLayout" Target="../slideLayouts/slideLayout505.xml"/><Relationship Id="rId3" Type="http://schemas.openxmlformats.org/officeDocument/2006/relationships/notesSlide" Target="../notesSlides/notesSlide10.xml"/>
</Relationships>
</file>

<file path=ppt/slides/_rels/slide11.xml.rels><?xml version="1.0" encoding="UTF-8"?>
<Relationships xmlns="http://schemas.openxmlformats.org/package/2006/relationships"><Relationship Id="rId1" Type="http://schemas.openxmlformats.org/officeDocument/2006/relationships/image" Target="../media/image371.jpg"/><Relationship Id="rId2" Type="http://schemas.openxmlformats.org/officeDocument/2006/relationships/slideLayout" Target="../slideLayouts/slideLayout505.xml"/><Relationship Id="rId3" Type="http://schemas.openxmlformats.org/officeDocument/2006/relationships/notesSlide" Target="../notesSlides/notesSlide11.xml"/>
</Relationships>
</file>

<file path=ppt/slides/_rels/slide12.xml.rels><?xml version="1.0" encoding="UTF-8"?>
<Relationships xmlns="http://schemas.openxmlformats.org/package/2006/relationships"><Relationship Id="rId1" Type="http://schemas.openxmlformats.org/officeDocument/2006/relationships/image" Target="../media/image372.jpg"/><Relationship Id="rId2" Type="http://schemas.openxmlformats.org/officeDocument/2006/relationships/slideLayout" Target="../slideLayouts/slideLayout505.xml"/><Relationship Id="rId3" Type="http://schemas.openxmlformats.org/officeDocument/2006/relationships/notesSlide" Target="../notesSlides/notesSlide12.xml"/>
</Relationships>
</file>

<file path=ppt/slides/_rels/slide13.xml.rels><?xml version="1.0" encoding="UTF-8"?>
<Relationships xmlns="http://schemas.openxmlformats.org/package/2006/relationships"><Relationship Id="rId1" Type="http://schemas.openxmlformats.org/officeDocument/2006/relationships/image" Target="../media/image373.jpg"/><Relationship Id="rId2" Type="http://schemas.openxmlformats.org/officeDocument/2006/relationships/slideLayout" Target="../slideLayouts/slideLayout505.xml"/><Relationship Id="rId3" Type="http://schemas.openxmlformats.org/officeDocument/2006/relationships/notesSlide" Target="../notesSlides/notesSlide13.xml"/>
</Relationships>
</file>

<file path=ppt/slides/_rels/slide14.xml.rels><?xml version="1.0" encoding="UTF-8"?>
<Relationships xmlns="http://schemas.openxmlformats.org/package/2006/relationships"><Relationship Id="rId1" Type="http://schemas.openxmlformats.org/officeDocument/2006/relationships/image" Target="../media/image374.jpg"/><Relationship Id="rId2" Type="http://schemas.openxmlformats.org/officeDocument/2006/relationships/image" Target="../media/image375.jpg"/><Relationship Id="rId3" Type="http://schemas.openxmlformats.org/officeDocument/2006/relationships/slideLayout" Target="../slideLayouts/slideLayout505.xml"/><Relationship Id="rId4" Type="http://schemas.openxmlformats.org/officeDocument/2006/relationships/notesSlide" Target="../notesSlides/notesSlide14.xml"/>
</Relationships>
</file>

<file path=ppt/slides/_rels/slide15.xml.rels><?xml version="1.0" encoding="UTF-8"?>
<Relationships xmlns="http://schemas.openxmlformats.org/package/2006/relationships"><Relationship Id="rId1" Type="http://schemas.openxmlformats.org/officeDocument/2006/relationships/image" Target="../media/image376.jpg"/><Relationship Id="rId2" Type="http://schemas.openxmlformats.org/officeDocument/2006/relationships/slideLayout" Target="../slideLayouts/slideLayout505.xml"/><Relationship Id="rId3" Type="http://schemas.openxmlformats.org/officeDocument/2006/relationships/notesSlide" Target="../notesSlides/notesSlide15.xml"/>
</Relationships>
</file>

<file path=ppt/slides/_rels/slide16.xml.rels><?xml version="1.0" encoding="UTF-8"?>
<Relationships xmlns="http://schemas.openxmlformats.org/package/2006/relationships"><Relationship Id="rId1" Type="http://schemas.openxmlformats.org/officeDocument/2006/relationships/image" Target="../media/image377.jpeg"/><Relationship Id="rId2" Type="http://schemas.openxmlformats.org/officeDocument/2006/relationships/image" Target="../media/image378.jpg"/><Relationship Id="rId3" Type="http://schemas.openxmlformats.org/officeDocument/2006/relationships/image" Target="../media/image379.jpeg"/><Relationship Id="rId4" Type="http://schemas.openxmlformats.org/officeDocument/2006/relationships/image" Target="../media/image380.jpg"/><Relationship Id="rId5" Type="http://schemas.openxmlformats.org/officeDocument/2006/relationships/image" Target="../media/image381.jpeg"/><Relationship Id="rId6" Type="http://schemas.openxmlformats.org/officeDocument/2006/relationships/image" Target="../media/image382.jpg"/><Relationship Id="rId7" Type="http://schemas.openxmlformats.org/officeDocument/2006/relationships/image" Target="../media/image383.jpeg"/><Relationship Id="rId8" Type="http://schemas.openxmlformats.org/officeDocument/2006/relationships/image" Target="../media/image384.jpg"/><Relationship Id="rId9" Type="http://schemas.openxmlformats.org/officeDocument/2006/relationships/image" Target="../media/image385.jpg"/><Relationship Id="rId10" Type="http://schemas.openxmlformats.org/officeDocument/2006/relationships/image" Target="../media/image386.jpg"/><Relationship Id="rId11" Type="http://schemas.openxmlformats.org/officeDocument/2006/relationships/slideLayout" Target="../slideLayouts/slideLayout397.xml"/>
</Relationships>
</file>

<file path=ppt/slides/_rels/slide17.xml.rels><?xml version="1.0" encoding="UTF-8"?>
<Relationships xmlns="http://schemas.openxmlformats.org/package/2006/relationships"><Relationship Id="rId1" Type="http://schemas.openxmlformats.org/officeDocument/2006/relationships/image" Target="../media/image387.wmf"/><Relationship Id="rId2" Type="http://schemas.openxmlformats.org/officeDocument/2006/relationships/image" Target="../media/image388.jpg"/><Relationship Id="rId3" Type="http://schemas.openxmlformats.org/officeDocument/2006/relationships/image" Target="../media/image389.jpeg"/><Relationship Id="rId4" Type="http://schemas.openxmlformats.org/officeDocument/2006/relationships/image" Target="../media/image390.jpg"/><Relationship Id="rId5" Type="http://schemas.openxmlformats.org/officeDocument/2006/relationships/slideLayout" Target="../slideLayouts/slideLayout397.xml"/><Relationship Id="rId6" Type="http://schemas.openxmlformats.org/officeDocument/2006/relationships/notesSlide" Target="../notesSlides/notesSlide17.xml"/>
</Relationships>
</file>

<file path=ppt/slides/_rels/slide18.xml.rels><?xml version="1.0" encoding="UTF-8"?>
<Relationships xmlns="http://schemas.openxmlformats.org/package/2006/relationships"><Relationship Id="rId1" Type="http://schemas.openxmlformats.org/officeDocument/2006/relationships/image" Target="../media/image391.jpg"/><Relationship Id="rId2" Type="http://schemas.openxmlformats.org/officeDocument/2006/relationships/image" Target="../media/image392.jpeg"/><Relationship Id="rId3" Type="http://schemas.openxmlformats.org/officeDocument/2006/relationships/image" Target="../media/image393.jpg"/><Relationship Id="rId4" Type="http://schemas.openxmlformats.org/officeDocument/2006/relationships/slideLayout" Target="../slideLayouts/slideLayout397.xml"/><Relationship Id="rId5" Type="http://schemas.openxmlformats.org/officeDocument/2006/relationships/notesSlide" Target="../notesSlides/notesSlide18.xml"/>
</Relationships>
</file>

<file path=ppt/slides/_rels/slide19.xml.rels><?xml version="1.0" encoding="UTF-8"?>
<Relationships xmlns="http://schemas.openxmlformats.org/package/2006/relationships"><Relationship Id="rId1" Type="http://schemas.openxmlformats.org/officeDocument/2006/relationships/image" Target="../media/image394.wmf"/><Relationship Id="rId2" Type="http://schemas.openxmlformats.org/officeDocument/2006/relationships/image" Target="../media/image395.jpg"/><Relationship Id="rId3" Type="http://schemas.openxmlformats.org/officeDocument/2006/relationships/image" Target="../media/image396.jpeg"/><Relationship Id="rId4" Type="http://schemas.openxmlformats.org/officeDocument/2006/relationships/image" Target="../media/image397.jpg"/><Relationship Id="rId5" Type="http://schemas.openxmlformats.org/officeDocument/2006/relationships/slideLayout" Target="../slideLayouts/slideLayout397.xml"/><Relationship Id="rId6" Type="http://schemas.openxmlformats.org/officeDocument/2006/relationships/notesSlide" Target="../notesSlides/notesSlide19.xml"/>
</Relationships>
</file>

<file path=ppt/slides/_rels/slide20.xml.rels><?xml version="1.0" encoding="UTF-8"?>
<Relationships xmlns="http://schemas.openxmlformats.org/package/2006/relationships"><Relationship Id="rId1" Type="http://schemas.openxmlformats.org/officeDocument/2006/relationships/image" Target="../media/image398.wmf"/><Relationship Id="rId2" Type="http://schemas.openxmlformats.org/officeDocument/2006/relationships/image" Target="../media/image399.jpeg"/><Relationship Id="rId3" Type="http://schemas.openxmlformats.org/officeDocument/2006/relationships/image" Target="../media/image400.jpg"/><Relationship Id="rId4" Type="http://schemas.openxmlformats.org/officeDocument/2006/relationships/slideLayout" Target="../slideLayouts/slideLayout397.xml"/><Relationship Id="rId5" Type="http://schemas.openxmlformats.org/officeDocument/2006/relationships/notesSlide" Target="../notesSlides/notesSlide20.xml"/>
</Relationships>
</file>

<file path=ppt/slides/_rels/slide21.xml.rels><?xml version="1.0" encoding="UTF-8"?>
<Relationships xmlns="http://schemas.openxmlformats.org/package/2006/relationships"><Relationship Id="rId1" Type="http://schemas.openxmlformats.org/officeDocument/2006/relationships/image" Target="../media/image401.jpg"/><Relationship Id="rId2" Type="http://schemas.openxmlformats.org/officeDocument/2006/relationships/slideLayout" Target="../slideLayouts/slideLayout433.xml"/>
</Relationships>
</file>

<file path=ppt/slides/_rels/slide22.xml.rels><?xml version="1.0" encoding="UTF-8"?>
<Relationships xmlns="http://schemas.openxmlformats.org/package/2006/relationships"><Relationship Id="rId1" Type="http://schemas.openxmlformats.org/officeDocument/2006/relationships/image" Target="../media/image402.jpg"/><Relationship Id="rId2" Type="http://schemas.openxmlformats.org/officeDocument/2006/relationships/image" Target="../media/image403.jpg"/><Relationship Id="rId3" Type="http://schemas.openxmlformats.org/officeDocument/2006/relationships/slideLayout" Target="../slideLayouts/slideLayout433.xml"/>
</Relationships>
</file>

<file path=ppt/slides/_rels/slide23.xml.rels><?xml version="1.0" encoding="UTF-8"?>
<Relationships xmlns="http://schemas.openxmlformats.org/package/2006/relationships"><Relationship Id="rId1" Type="http://schemas.openxmlformats.org/officeDocument/2006/relationships/image" Target="../media/image404.jpg"/><Relationship Id="rId2" Type="http://schemas.openxmlformats.org/officeDocument/2006/relationships/slideLayout" Target="../slideLayouts/slideLayout433.xml"/>
</Relationships>
</file>

<file path=ppt/slides/_rels/slide24.xml.rels><?xml version="1.0" encoding="UTF-8"?>
<Relationships xmlns="http://schemas.openxmlformats.org/package/2006/relationships"><Relationship Id="rId1" Type="http://schemas.openxmlformats.org/officeDocument/2006/relationships/image" Target="../media/image405.jpg"/><Relationship Id="rId2" Type="http://schemas.openxmlformats.org/officeDocument/2006/relationships/slideLayout" Target="../slideLayouts/slideLayout433.xml"/>
</Relationships>
</file>

<file path=ppt/slides/_rels/slide25.xml.rels><?xml version="1.0" encoding="UTF-8"?>
<Relationships xmlns="http://schemas.openxmlformats.org/package/2006/relationships"><Relationship Id="rId1" Type="http://schemas.openxmlformats.org/officeDocument/2006/relationships/image" Target="../media/image406.jpg"/><Relationship Id="rId2" Type="http://schemas.openxmlformats.org/officeDocument/2006/relationships/slideLayout" Target="../slideLayouts/slideLayout433.xml"/>
</Relationships>
</file>

<file path=ppt/slides/_rels/slide26.xml.rels><?xml version="1.0" encoding="UTF-8"?>
<Relationships xmlns="http://schemas.openxmlformats.org/package/2006/relationships"><Relationship Id="rId1" Type="http://schemas.openxmlformats.org/officeDocument/2006/relationships/image" Target="../media/image407.jpg"/><Relationship Id="rId2" Type="http://schemas.openxmlformats.org/officeDocument/2006/relationships/slideLayout" Target="../slideLayouts/slideLayout433.xml"/>
</Relationships>
</file>

<file path=ppt/slides/_rels/slide27.xml.rels><?xml version="1.0" encoding="UTF-8"?>
<Relationships xmlns="http://schemas.openxmlformats.org/package/2006/relationships"><Relationship Id="rId1" Type="http://schemas.openxmlformats.org/officeDocument/2006/relationships/image" Target="../media/image408.jpg"/><Relationship Id="rId2" Type="http://schemas.openxmlformats.org/officeDocument/2006/relationships/slideLayout" Target="../slideLayouts/slideLayout433.xml"/>
</Relationships>
</file>

<file path=ppt/slides/_rels/slide28.xml.rels><?xml version="1.0" encoding="UTF-8"?>
<Relationships xmlns="http://schemas.openxmlformats.org/package/2006/relationships"><Relationship Id="rId1" Type="http://schemas.openxmlformats.org/officeDocument/2006/relationships/image" Target="../media/image409.jpg"/><Relationship Id="rId2" Type="http://schemas.openxmlformats.org/officeDocument/2006/relationships/slideLayout" Target="../slideLayouts/slideLayout433.xml"/>
</Relationships>
</file>

<file path=ppt/slides/_rels/slide29.xml.rels><?xml version="1.0" encoding="UTF-8"?>
<Relationships xmlns="http://schemas.openxmlformats.org/package/2006/relationships"><Relationship Id="rId1" Type="http://schemas.openxmlformats.org/officeDocument/2006/relationships/image" Target="../media/image410.jpg"/><Relationship Id="rId2" Type="http://schemas.openxmlformats.org/officeDocument/2006/relationships/slideLayout" Target="../slideLayouts/slideLayout433.xml"/>
</Relationships>
</file>

<file path=ppt/slides/_rels/slide3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3469.xml"/><Relationship Id="rId2" Type="http://schemas.openxmlformats.org/officeDocument/2006/relationships/notesSlide" Target="../notesSlides/notesSlide30.xml"/>
</Relationships>
</file>

<file path=ppt/slides/_rels/slide31.xml.rels><?xml version="1.0" encoding="UTF-8"?>
<Relationships xmlns="http://schemas.openxmlformats.org/package/2006/relationships"><Relationship Id="rId1" Type="http://schemas.openxmlformats.org/officeDocument/2006/relationships/image" Target="../media/image411.jpg"/><Relationship Id="rId2" Type="http://schemas.openxmlformats.org/officeDocument/2006/relationships/slideLayout" Target="../slideLayouts/slideLayout3469.xml"/><Relationship Id="rId3" Type="http://schemas.openxmlformats.org/officeDocument/2006/relationships/notesSlide" Target="../notesSlides/notesSlide31.xml"/>
</Relationships>
</file>

<file path=ppt/slides/_rels/slide32.xml.rels><?xml version="1.0" encoding="UTF-8"?>
<Relationships xmlns="http://schemas.openxmlformats.org/package/2006/relationships"><Relationship Id="rId1" Type="http://schemas.openxmlformats.org/officeDocument/2006/relationships/image" Target="../media/image412.jpg"/><Relationship Id="rId2" Type="http://schemas.openxmlformats.org/officeDocument/2006/relationships/slideLayout" Target="../slideLayouts/slideLayout3469.xml"/><Relationship Id="rId3" Type="http://schemas.openxmlformats.org/officeDocument/2006/relationships/notesSlide" Target="../notesSlides/notesSlide32.xml"/>
</Relationships>
</file>

<file path=ppt/slides/_rels/slide33.xml.rels><?xml version="1.0" encoding="UTF-8"?>
<Relationships xmlns="http://schemas.openxmlformats.org/package/2006/relationships"><Relationship Id="rId1" Type="http://schemas.openxmlformats.org/officeDocument/2006/relationships/image" Target="../media/image413.jpg"/><Relationship Id="rId2" Type="http://schemas.openxmlformats.org/officeDocument/2006/relationships/slideLayout" Target="../slideLayouts/slideLayout3469.xml"/><Relationship Id="rId3" Type="http://schemas.openxmlformats.org/officeDocument/2006/relationships/notesSlide" Target="../notesSlides/notesSlide33.xml"/>
</Relationships>
</file>

<file path=ppt/slides/_rels/slide34.xml.rels><?xml version="1.0" encoding="UTF-8"?>
<Relationships xmlns="http://schemas.openxmlformats.org/package/2006/relationships"><Relationship Id="rId1" Type="http://schemas.openxmlformats.org/officeDocument/2006/relationships/image" Target="../media/image414.jpg"/><Relationship Id="rId2" Type="http://schemas.openxmlformats.org/officeDocument/2006/relationships/slideLayout" Target="../slideLayouts/slideLayout3469.xml"/><Relationship Id="rId3" Type="http://schemas.openxmlformats.org/officeDocument/2006/relationships/notesSlide" Target="../notesSlides/notesSlide34.xml"/>
</Relationships>
</file>

<file path=ppt/slides/_rels/slide35.xml.rels><?xml version="1.0" encoding="UTF-8"?>
<Relationships xmlns="http://schemas.openxmlformats.org/package/2006/relationships"><Relationship Id="rId1" Type="http://schemas.openxmlformats.org/officeDocument/2006/relationships/image" Target="../media/image415.jpg"/><Relationship Id="rId2" Type="http://schemas.openxmlformats.org/officeDocument/2006/relationships/slideLayout" Target="../slideLayouts/slideLayout3469.xml"/><Relationship Id="rId3" Type="http://schemas.openxmlformats.org/officeDocument/2006/relationships/notesSlide" Target="../notesSlides/notesSlide35.xml"/>
</Relationships>
</file>

<file path=ppt/slides/_rels/slide36.xml.rels><?xml version="1.0" encoding="UTF-8"?>
<Relationships xmlns="http://schemas.openxmlformats.org/package/2006/relationships"><Relationship Id="rId1" Type="http://schemas.openxmlformats.org/officeDocument/2006/relationships/image" Target="../media/image416.jpeg"/><Relationship Id="rId2" Type="http://schemas.openxmlformats.org/officeDocument/2006/relationships/image" Target="../media/image417.jpg"/><Relationship Id="rId3" Type="http://schemas.openxmlformats.org/officeDocument/2006/relationships/image" Target="../media/image418.jpeg"/><Relationship Id="rId4" Type="http://schemas.openxmlformats.org/officeDocument/2006/relationships/image" Target="../media/image419.jpeg"/><Relationship Id="rId5" Type="http://schemas.openxmlformats.org/officeDocument/2006/relationships/image" Target="../media/image420.jpeg"/><Relationship Id="rId6" Type="http://schemas.openxmlformats.org/officeDocument/2006/relationships/image" Target="../media/image421.jpeg"/><Relationship Id="rId7" Type="http://schemas.openxmlformats.org/officeDocument/2006/relationships/slideLayout" Target="../slideLayouts/slideLayout385.xml"/>
</Relationships>
</file>

<file path=ppt/slides/_rels/slide37.xml.rels><?xml version="1.0" encoding="UTF-8"?>
<Relationships xmlns="http://schemas.openxmlformats.org/package/2006/relationships"><Relationship Id="rId1" Type="http://schemas.openxmlformats.org/officeDocument/2006/relationships/image" Target="../media/image422.wmf"/><Relationship Id="rId2" Type="http://schemas.openxmlformats.org/officeDocument/2006/relationships/image" Target="../media/image423.jpg"/><Relationship Id="rId3" Type="http://schemas.openxmlformats.org/officeDocument/2006/relationships/image" Target="../media/image424.jpg"/><Relationship Id="rId4" Type="http://schemas.openxmlformats.org/officeDocument/2006/relationships/image" Target="../media/image425.jpg"/><Relationship Id="rId5" Type="http://schemas.openxmlformats.org/officeDocument/2006/relationships/slideLayout" Target="../slideLayouts/slideLayout3613.xml"/><Relationship Id="rId6" Type="http://schemas.openxmlformats.org/officeDocument/2006/relationships/notesSlide" Target="../notesSlides/notesSlide37.xml"/>
</Relationships>
</file>

<file path=ppt/slides/_rels/slide38.xml.rels><?xml version="1.0" encoding="UTF-8"?>
<Relationships xmlns="http://schemas.openxmlformats.org/package/2006/relationships"><Relationship Id="rId1" Type="http://schemas.openxmlformats.org/officeDocument/2006/relationships/image" Target="../media/image426.wmf"/><Relationship Id="rId2" Type="http://schemas.openxmlformats.org/officeDocument/2006/relationships/image" Target="../media/image427.jpg"/><Relationship Id="rId3" Type="http://schemas.openxmlformats.org/officeDocument/2006/relationships/image" Target="../media/image428.jpg"/><Relationship Id="rId4" Type="http://schemas.openxmlformats.org/officeDocument/2006/relationships/slideLayout" Target="../slideLayouts/slideLayout3613.xml"/><Relationship Id="rId5" Type="http://schemas.openxmlformats.org/officeDocument/2006/relationships/notesSlide" Target="../notesSlides/notesSlide38.xml"/>
</Relationships>
</file>

<file path=ppt/slides/_rels/slide39.xml.rels><?xml version="1.0" encoding="UTF-8"?>
<Relationships xmlns="http://schemas.openxmlformats.org/package/2006/relationships"><Relationship Id="rId1" Type="http://schemas.openxmlformats.org/officeDocument/2006/relationships/image" Target="../media/image429.wmf"/><Relationship Id="rId2" Type="http://schemas.openxmlformats.org/officeDocument/2006/relationships/image" Target="../media/image430.jpg"/><Relationship Id="rId3" Type="http://schemas.openxmlformats.org/officeDocument/2006/relationships/image" Target="../media/image431.jpg"/><Relationship Id="rId4" Type="http://schemas.openxmlformats.org/officeDocument/2006/relationships/slideLayout" Target="../slideLayouts/slideLayout3613.xml"/><Relationship Id="rId5" Type="http://schemas.openxmlformats.org/officeDocument/2006/relationships/notesSlide" Target="../notesSlides/notesSlide39.xml"/>
</Relationships>
</file>

<file path=ppt/slides/_rels/slide40.xml.rels><?xml version="1.0" encoding="UTF-8"?>
<Relationships xmlns="http://schemas.openxmlformats.org/package/2006/relationships"><Relationship Id="rId1" Type="http://schemas.openxmlformats.org/officeDocument/2006/relationships/image" Target="../media/image432.jpg"/><Relationship Id="rId2" Type="http://schemas.openxmlformats.org/officeDocument/2006/relationships/slideLayout" Target="../slideLayouts/slideLayout409.xml"/>
</Relationships>
</file>

<file path=ppt/slides/_rels/slide41.xml.rels><?xml version="1.0" encoding="UTF-8"?>
<Relationships xmlns="http://schemas.openxmlformats.org/package/2006/relationships"><Relationship Id="rId1" Type="http://schemas.openxmlformats.org/officeDocument/2006/relationships/image" Target="../media/image433.jpg"/><Relationship Id="rId2" Type="http://schemas.openxmlformats.org/officeDocument/2006/relationships/image" Target="../media/image434.jpg"/><Relationship Id="rId3" Type="http://schemas.openxmlformats.org/officeDocument/2006/relationships/slideLayout" Target="../slideLayouts/slideLayout3337.xml"/><Relationship Id="rId4" Type="http://schemas.openxmlformats.org/officeDocument/2006/relationships/notesSlide" Target="../notesSlides/notesSlide41.xml"/>
</Relationships>
</file>

<file path=ppt/slides/_rels/slide42.xml.rels><?xml version="1.0" encoding="UTF-8"?>
<Relationships xmlns="http://schemas.openxmlformats.org/package/2006/relationships"><Relationship Id="rId1" Type="http://schemas.openxmlformats.org/officeDocument/2006/relationships/image" Target="../media/image435.jpg"/><Relationship Id="rId2" Type="http://schemas.openxmlformats.org/officeDocument/2006/relationships/image" Target="../media/image436.jpg"/><Relationship Id="rId3" Type="http://schemas.openxmlformats.org/officeDocument/2006/relationships/slideLayout" Target="../slideLayouts/slideLayout3337.xml"/><Relationship Id="rId4" Type="http://schemas.openxmlformats.org/officeDocument/2006/relationships/notesSlide" Target="../notesSlides/notesSlide42.xml"/>
</Relationships>
</file>

<file path=ppt/slides/_rels/slide43.xml.rels><?xml version="1.0" encoding="UTF-8"?>
<Relationships xmlns="http://schemas.openxmlformats.org/package/2006/relationships"><Relationship Id="rId1" Type="http://schemas.openxmlformats.org/officeDocument/2006/relationships/image" Target="../media/image437.jpg"/><Relationship Id="rId2" Type="http://schemas.openxmlformats.org/officeDocument/2006/relationships/image" Target="../media/image438.jpg"/><Relationship Id="rId3" Type="http://schemas.openxmlformats.org/officeDocument/2006/relationships/slideLayout" Target="../slideLayouts/slideLayout3337.xml"/><Relationship Id="rId4" Type="http://schemas.openxmlformats.org/officeDocument/2006/relationships/notesSlide" Target="../notesSlides/notesSlide43.xml"/>
</Relationships>
</file>

<file path=ppt/slides/_rels/slide4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505.xml"/>
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9" name="PlaceHolder 1"/>
          <p:cNvSpPr>
            <a:spLocks noGrp="1"/>
          </p:cNvSpPr>
          <p:nvPr>
            <p:ph type="title"/>
          </p:nvPr>
        </p:nvSpPr>
        <p:spPr>
          <a:xfrm>
            <a:off x="4284720" y="5343480"/>
            <a:ext cx="9502560" cy="1254240"/>
          </a:xfrm>
          <a:prstGeom prst="rect">
            <a:avLst/>
          </a:prstGeom>
          <a:noFill/>
          <a:ln w="0">
            <a:noFill/>
          </a:ln>
        </p:spPr>
        <p:txBody>
          <a:bodyPr lIns="90360" rIns="90360" tIns="44280" bIns="44280" anchor="b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IN" sz="4000" spc="-1" strike="noStrike">
                <a:solidFill>
                  <a:srgbClr val="002060"/>
                </a:solidFill>
                <a:latin typeface="Book Antiqua"/>
                <a:ea typeface="Arial"/>
              </a:rPr>
              <a:t>S&amp;D Terminals Monthly AOP Review  </a:t>
            </a:r>
            <a:br>
              <a:rPr sz="4000"/>
            </a:br>
            <a:r>
              <a:rPr b="1" i="1" lang="en-IN" sz="4000" spc="-1" strike="noStrike">
                <a:solidFill>
                  <a:srgbClr val="002060"/>
                </a:solidFill>
                <a:latin typeface="Book Antiqua"/>
                <a:ea typeface="Arial"/>
              </a:rPr>
              <a:t>for the Month August’26</a:t>
            </a:r>
            <a:endParaRPr b="1" lang="en-US" sz="4000" spc="-1" strike="noStrike">
              <a:solidFill>
                <a:srgbClr val="6688bb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0" name="Rectangle 13"/>
          <p:cNvSpPr/>
          <p:nvPr/>
        </p:nvSpPr>
        <p:spPr>
          <a:xfrm>
            <a:off x="276120" y="69840"/>
            <a:ext cx="12452400" cy="584280"/>
          </a:xfrm>
          <a:prstGeom prst="rect">
            <a:avLst/>
          </a:pr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122040" rIns="122040" tIns="122040" bIns="122040" anchor="ctr">
            <a:normAutofit fontScale="62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    </a:t>
            </a: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HSE KPI’s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41" name="Content Placeholder 2"/>
          <p:cNvSpPr/>
          <p:nvPr/>
        </p:nvSpPr>
        <p:spPr>
          <a:xfrm>
            <a:off x="1103400" y="6730920"/>
            <a:ext cx="12191760" cy="1270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042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2857040" y="50760"/>
            <a:ext cx="1219320" cy="730440"/>
          </a:xfrm>
          <a:prstGeom prst="rect">
            <a:avLst/>
          </a:prstGeom>
          <a:ln w="0">
            <a:noFill/>
          </a:ln>
        </p:spPr>
      </p:pic>
      <p:grpSp>
        <p:nvGrpSpPr>
          <p:cNvPr id="13043" name="Group 392"/>
          <p:cNvGrpSpPr/>
          <p:nvPr/>
        </p:nvGrpSpPr>
        <p:grpSpPr>
          <a:xfrm>
            <a:off x="426960" y="844560"/>
            <a:ext cx="12301560" cy="5695920"/>
            <a:chOff x="426960" y="844560"/>
            <a:chExt cx="12301560" cy="5695920"/>
          </a:xfrm>
        </p:grpSpPr>
        <p:grpSp>
          <p:nvGrpSpPr>
            <p:cNvPr id="13044" name="Right Triangle 320"/>
            <p:cNvGrpSpPr/>
            <p:nvPr/>
          </p:nvGrpSpPr>
          <p:grpSpPr>
            <a:xfrm>
              <a:off x="7065360" y="2295360"/>
              <a:ext cx="5425560" cy="629280"/>
              <a:chOff x="7065360" y="2295360"/>
              <a:chExt cx="5425560" cy="629280"/>
            </a:xfrm>
          </p:grpSpPr>
          <p:pic>
            <p:nvPicPr>
              <p:cNvPr id="13045" name="Right Triangle 320" descr=""/>
              <p:cNvPicPr/>
              <p:nvPr/>
            </p:nvPicPr>
            <p:blipFill>
              <a:blip r:embed="rId2"/>
              <a:stretch/>
            </p:blipFill>
            <p:spPr>
              <a:xfrm>
                <a:off x="7065360" y="2295360"/>
                <a:ext cx="5425560" cy="62928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046" name=""/>
              <p:cNvSpPr/>
              <p:nvPr/>
            </p:nvSpPr>
            <p:spPr>
              <a:xfrm rot="10800000">
                <a:off x="9325080" y="2347560"/>
                <a:ext cx="2711520" cy="210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047" name="Rectangle: Rounded Corners 321"/>
            <p:cNvSpPr/>
            <p:nvPr/>
          </p:nvSpPr>
          <p:spPr>
            <a:xfrm>
              <a:off x="7045200" y="1309320"/>
              <a:ext cx="5683320" cy="1233360"/>
            </a:xfrm>
            <a:custGeom>
              <a:avLst/>
              <a:gdLst/>
              <a:ahLst/>
              <a:rect l="l" t="t" r="r" b="b"/>
              <a:pathLst>
                <a:path w="99510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95910" y="21600"/>
                  </a:lnTo>
                  <a:arcTo wR="74310" hR="3600" stAng="5400000" swAng="5400000"/>
                  <a:lnTo>
                    <a:pt x="21600" y="3600"/>
                  </a:lnTo>
                  <a:arcTo wR="74310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009999"/>
                </a:gs>
                <a:gs pos="100000">
                  <a:srgbClr val="006666"/>
                </a:gs>
              </a:gsLst>
              <a:lin ang="1080000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grpSp>
          <p:nvGrpSpPr>
            <p:cNvPr id="13048" name="Right Triangle 322"/>
            <p:cNvGrpSpPr/>
            <p:nvPr/>
          </p:nvGrpSpPr>
          <p:grpSpPr>
            <a:xfrm>
              <a:off x="7065360" y="4070160"/>
              <a:ext cx="5425560" cy="629280"/>
              <a:chOff x="7065360" y="4070160"/>
              <a:chExt cx="5425560" cy="629280"/>
            </a:xfrm>
          </p:grpSpPr>
          <p:pic>
            <p:nvPicPr>
              <p:cNvPr id="13049" name="Right Triangle 322" descr=""/>
              <p:cNvPicPr/>
              <p:nvPr/>
            </p:nvPicPr>
            <p:blipFill>
              <a:blip r:embed="rId3"/>
              <a:stretch/>
            </p:blipFill>
            <p:spPr>
              <a:xfrm>
                <a:off x="7065360" y="4070160"/>
                <a:ext cx="5425560" cy="62928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050" name=""/>
              <p:cNvSpPr/>
              <p:nvPr/>
            </p:nvSpPr>
            <p:spPr>
              <a:xfrm rot="10800000">
                <a:off x="9325080" y="4119840"/>
                <a:ext cx="2711520" cy="210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grpSp>
          <p:nvGrpSpPr>
            <p:cNvPr id="13051" name="Right Triangle 323"/>
            <p:cNvGrpSpPr/>
            <p:nvPr/>
          </p:nvGrpSpPr>
          <p:grpSpPr>
            <a:xfrm>
              <a:off x="737280" y="4100400"/>
              <a:ext cx="5419440" cy="635400"/>
              <a:chOff x="737280" y="4100400"/>
              <a:chExt cx="5419440" cy="635400"/>
            </a:xfrm>
          </p:grpSpPr>
          <p:pic>
            <p:nvPicPr>
              <p:cNvPr id="13052" name="Right Triangle 323" descr=""/>
              <p:cNvPicPr/>
              <p:nvPr/>
            </p:nvPicPr>
            <p:blipFill>
              <a:blip r:embed="rId4"/>
              <a:stretch/>
            </p:blipFill>
            <p:spPr>
              <a:xfrm>
                <a:off x="737280" y="4100400"/>
                <a:ext cx="5419440" cy="63540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053" name=""/>
              <p:cNvSpPr/>
              <p:nvPr/>
            </p:nvSpPr>
            <p:spPr>
              <a:xfrm rot="10800000">
                <a:off x="1187280" y="4153680"/>
                <a:ext cx="2711520" cy="210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grpSp>
          <p:nvGrpSpPr>
            <p:cNvPr id="13054" name="Right Triangle 324"/>
            <p:cNvGrpSpPr/>
            <p:nvPr/>
          </p:nvGrpSpPr>
          <p:grpSpPr>
            <a:xfrm>
              <a:off x="7065360" y="5875200"/>
              <a:ext cx="5425560" cy="629280"/>
              <a:chOff x="7065360" y="5875200"/>
              <a:chExt cx="5425560" cy="629280"/>
            </a:xfrm>
          </p:grpSpPr>
          <p:pic>
            <p:nvPicPr>
              <p:cNvPr id="13055" name="Right Triangle 324" descr=""/>
              <p:cNvPicPr/>
              <p:nvPr/>
            </p:nvPicPr>
            <p:blipFill>
              <a:blip r:embed="rId5"/>
              <a:stretch/>
            </p:blipFill>
            <p:spPr>
              <a:xfrm>
                <a:off x="7065360" y="5875200"/>
                <a:ext cx="5425560" cy="62928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056" name=""/>
              <p:cNvSpPr/>
              <p:nvPr/>
            </p:nvSpPr>
            <p:spPr>
              <a:xfrm rot="10800000">
                <a:off x="9325080" y="5926680"/>
                <a:ext cx="2711520" cy="210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grpSp>
          <p:nvGrpSpPr>
            <p:cNvPr id="13057" name="Right Triangle 325"/>
            <p:cNvGrpSpPr/>
            <p:nvPr/>
          </p:nvGrpSpPr>
          <p:grpSpPr>
            <a:xfrm>
              <a:off x="737280" y="5905080"/>
              <a:ext cx="5419440" cy="635400"/>
              <a:chOff x="737280" y="5905080"/>
              <a:chExt cx="5419440" cy="635400"/>
            </a:xfrm>
          </p:grpSpPr>
          <p:pic>
            <p:nvPicPr>
              <p:cNvPr id="13058" name="Right Triangle 325" descr=""/>
              <p:cNvPicPr/>
              <p:nvPr/>
            </p:nvPicPr>
            <p:blipFill>
              <a:blip r:embed="rId6"/>
              <a:stretch/>
            </p:blipFill>
            <p:spPr>
              <a:xfrm>
                <a:off x="737280" y="5905080"/>
                <a:ext cx="5419440" cy="63540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059" name=""/>
              <p:cNvSpPr/>
              <p:nvPr/>
            </p:nvSpPr>
            <p:spPr>
              <a:xfrm rot="10800000">
                <a:off x="1187280" y="5960160"/>
                <a:ext cx="2711520" cy="210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060" name="Rectangle: Rounded Corners 327"/>
            <p:cNvSpPr/>
            <p:nvPr/>
          </p:nvSpPr>
          <p:spPr>
            <a:xfrm>
              <a:off x="426960" y="3061080"/>
              <a:ext cx="5683320" cy="1233360"/>
            </a:xfrm>
            <a:custGeom>
              <a:avLst/>
              <a:gdLst/>
              <a:ahLst/>
              <a:rect l="l" t="t" r="r" b="b"/>
              <a:pathLst>
                <a:path w="99510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95910" y="21600"/>
                  </a:lnTo>
                  <a:arcTo wR="74310" hR="3600" stAng="5400000" swAng="5400000"/>
                  <a:lnTo>
                    <a:pt x="21600" y="3600"/>
                  </a:lnTo>
                  <a:arcTo wR="74310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cc66ff"/>
                </a:gs>
                <a:gs pos="100000">
                  <a:srgbClr val="cc00cc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061" name="Rectangle: Rounded Corners 328"/>
            <p:cNvSpPr/>
            <p:nvPr/>
          </p:nvSpPr>
          <p:spPr>
            <a:xfrm>
              <a:off x="7045200" y="3081600"/>
              <a:ext cx="5683320" cy="1233360"/>
            </a:xfrm>
            <a:custGeom>
              <a:avLst/>
              <a:gdLst/>
              <a:ahLst/>
              <a:rect l="l" t="t" r="r" b="b"/>
              <a:pathLst>
                <a:path w="99510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95910" y="21600"/>
                  </a:lnTo>
                  <a:arcTo wR="74310" hR="3600" stAng="5400000" swAng="5400000"/>
                  <a:lnTo>
                    <a:pt x="21600" y="3600"/>
                  </a:lnTo>
                  <a:arcTo wR="74310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ff6600"/>
                </a:gs>
                <a:gs pos="100000">
                  <a:srgbClr val="ff0000"/>
                </a:gs>
              </a:gsLst>
              <a:lin ang="1080000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062" name="Rectangle: Rounded Corners 329"/>
            <p:cNvSpPr/>
            <p:nvPr/>
          </p:nvSpPr>
          <p:spPr>
            <a:xfrm>
              <a:off x="426960" y="4867920"/>
              <a:ext cx="5683320" cy="1233360"/>
            </a:xfrm>
            <a:custGeom>
              <a:avLst/>
              <a:gdLst/>
              <a:ahLst/>
              <a:rect l="l" t="t" r="r" b="b"/>
              <a:pathLst>
                <a:path w="99510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95910" y="21600"/>
                  </a:lnTo>
                  <a:arcTo wR="74310" hR="3600" stAng="5400000" swAng="5400000"/>
                  <a:lnTo>
                    <a:pt x="21600" y="3600"/>
                  </a:lnTo>
                  <a:arcTo wR="74310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9966ff"/>
                </a:gs>
                <a:gs pos="100000">
                  <a:srgbClr val="666699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063" name="Rectangle: Rounded Corners 330"/>
            <p:cNvSpPr/>
            <p:nvPr/>
          </p:nvSpPr>
          <p:spPr>
            <a:xfrm>
              <a:off x="7045200" y="4888080"/>
              <a:ext cx="5683320" cy="1233360"/>
            </a:xfrm>
            <a:custGeom>
              <a:avLst/>
              <a:gdLst/>
              <a:ahLst/>
              <a:rect l="l" t="t" r="r" b="b"/>
              <a:pathLst>
                <a:path w="99510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95910" y="21600"/>
                  </a:lnTo>
                  <a:arcTo wR="74310" hR="3600" stAng="5400000" swAng="5400000"/>
                  <a:lnTo>
                    <a:pt x="21600" y="3600"/>
                  </a:lnTo>
                  <a:arcTo wR="74310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77ee00"/>
                </a:gs>
                <a:gs pos="100000">
                  <a:srgbClr val="00cc00"/>
                </a:gs>
              </a:gsLst>
              <a:lin ang="1080000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grpSp>
          <p:nvGrpSpPr>
            <p:cNvPr id="13064" name="Right Triangle 333"/>
            <p:cNvGrpSpPr/>
            <p:nvPr/>
          </p:nvGrpSpPr>
          <p:grpSpPr>
            <a:xfrm>
              <a:off x="737280" y="2331360"/>
              <a:ext cx="5419440" cy="629280"/>
              <a:chOff x="737280" y="2331360"/>
              <a:chExt cx="5419440" cy="629280"/>
            </a:xfrm>
          </p:grpSpPr>
          <p:pic>
            <p:nvPicPr>
              <p:cNvPr id="13065" name="Right Triangle 333" descr=""/>
              <p:cNvPicPr/>
              <p:nvPr/>
            </p:nvPicPr>
            <p:blipFill>
              <a:blip r:embed="rId7"/>
              <a:stretch/>
            </p:blipFill>
            <p:spPr>
              <a:xfrm>
                <a:off x="737280" y="2331360"/>
                <a:ext cx="5419440" cy="62928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066" name=""/>
              <p:cNvSpPr/>
              <p:nvPr/>
            </p:nvSpPr>
            <p:spPr>
              <a:xfrm rot="10800000">
                <a:off x="1187280" y="2381040"/>
                <a:ext cx="2711520" cy="210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067" name="Rectangle: Rounded Corners 334"/>
            <p:cNvSpPr/>
            <p:nvPr/>
          </p:nvSpPr>
          <p:spPr>
            <a:xfrm>
              <a:off x="426960" y="1288800"/>
              <a:ext cx="5683320" cy="1233360"/>
            </a:xfrm>
            <a:custGeom>
              <a:avLst/>
              <a:gdLst/>
              <a:ahLst/>
              <a:rect l="l" t="t" r="r" b="b"/>
              <a:pathLst>
                <a:path w="99510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95910" y="21600"/>
                  </a:lnTo>
                  <a:arcTo wR="74310" hR="3600" stAng="5400000" swAng="5400000"/>
                  <a:lnTo>
                    <a:pt x="21600" y="3600"/>
                  </a:lnTo>
                  <a:arcTo wR="74310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ffba00"/>
                </a:gs>
                <a:gs pos="100000">
                  <a:srgbClr val="cc3300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grpSp>
          <p:nvGrpSpPr>
            <p:cNvPr id="13068" name="Rectangle: Rounded Corners 335"/>
            <p:cNvGrpSpPr/>
            <p:nvPr/>
          </p:nvGrpSpPr>
          <p:grpSpPr>
            <a:xfrm>
              <a:off x="5632560" y="844560"/>
              <a:ext cx="1895760" cy="5570280"/>
              <a:chOff x="5632560" y="844560"/>
              <a:chExt cx="1895760" cy="5570280"/>
            </a:xfrm>
          </p:grpSpPr>
          <p:pic>
            <p:nvPicPr>
              <p:cNvPr id="13069" name="Rectangle: Rounded Corners 335" descr=""/>
              <p:cNvPicPr/>
              <p:nvPr/>
            </p:nvPicPr>
            <p:blipFill>
              <a:blip r:embed="rId8"/>
              <a:stretch/>
            </p:blipFill>
            <p:spPr>
              <a:xfrm>
                <a:off x="5632560" y="844560"/>
                <a:ext cx="1895760" cy="557028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070" name=""/>
              <p:cNvSpPr/>
              <p:nvPr/>
            </p:nvSpPr>
            <p:spPr>
              <a:xfrm>
                <a:off x="5860440" y="1030320"/>
                <a:ext cx="1434240" cy="511776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071" name="Rectangle: Rounded Corners 336"/>
            <p:cNvSpPr/>
            <p:nvPr/>
          </p:nvSpPr>
          <p:spPr>
            <a:xfrm>
              <a:off x="736200" y="1406160"/>
              <a:ext cx="5029200" cy="999000"/>
            </a:xfrm>
            <a:custGeom>
              <a:avLst/>
              <a:gdLst/>
              <a:ahLst/>
              <a:rect l="l" t="t" r="r" b="b"/>
              <a:pathLst>
                <a:path w="108708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105108" y="21600"/>
                  </a:lnTo>
                  <a:arcTo wR="83508" hR="3600" stAng="5400000" swAng="5400000"/>
                  <a:lnTo>
                    <a:pt x="21600" y="3600"/>
                  </a:lnTo>
                  <a:arcTo wR="83508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ffffff"/>
                </a:gs>
                <a:gs pos="100000">
                  <a:srgbClr val="f2f2f2"/>
                </a:gs>
              </a:gsLst>
              <a:lin ang="0"/>
            </a:gradFill>
            <a:ln w="0">
              <a:noFill/>
            </a:ln>
            <a:effectLst>
              <a:outerShdw dist="38183" dir="810000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72" name="Rectangle: Top Corners Rounded 337"/>
            <p:cNvSpPr/>
            <p:nvPr/>
          </p:nvSpPr>
          <p:spPr>
            <a:xfrm rot="5400000">
              <a:off x="5285880" y="1697760"/>
              <a:ext cx="958680" cy="415800"/>
            </a:xfrm>
            <a:custGeom>
              <a:avLst/>
              <a:gdLst/>
              <a:ahLst/>
              <a:rect l="l" t="t" r="r" b="b"/>
              <a:pathLst>
                <a:path w="812239" h="348425">
                  <a:moveTo>
                    <a:pt x="58072" y="0"/>
                  </a:moveTo>
                  <a:lnTo>
                    <a:pt x="754167" y="0"/>
                  </a:lnTo>
                  <a:cubicBezTo>
                    <a:pt x="786239" y="0"/>
                    <a:pt x="812239" y="26000"/>
                    <a:pt x="812239" y="58072"/>
                  </a:cubicBezTo>
                  <a:lnTo>
                    <a:pt x="812239" y="348425"/>
                  </a:lnTo>
                  <a:lnTo>
                    <a:pt x="812239" y="348425"/>
                  </a:lnTo>
                  <a:lnTo>
                    <a:pt x="0" y="348425"/>
                  </a:lnTo>
                  <a:lnTo>
                    <a:pt x="0" y="348425"/>
                  </a:lnTo>
                  <a:lnTo>
                    <a:pt x="0" y="58072"/>
                  </a:lnTo>
                  <a:cubicBezTo>
                    <a:pt x="0" y="26000"/>
                    <a:pt x="26000" y="0"/>
                    <a:pt x="58072" y="0"/>
                  </a:cubicBezTo>
                  <a:close/>
                </a:path>
              </a:pathLst>
            </a:custGeom>
            <a:gradFill rotWithShape="0">
              <a:gsLst>
                <a:gs pos="0">
                  <a:srgbClr val="ff9900"/>
                </a:gs>
                <a:gs pos="100000">
                  <a:srgbClr val="cc3300"/>
                </a:gs>
              </a:gsLst>
              <a:lin ang="10800000"/>
            </a:gradFill>
            <a:ln w="0">
              <a:noFill/>
            </a:ln>
            <a:effectLst>
              <a:outerShdw dist="38160" dir="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73" name="Rectangle: Rounded Corners 338"/>
            <p:cNvSpPr/>
            <p:nvPr/>
          </p:nvSpPr>
          <p:spPr>
            <a:xfrm>
              <a:off x="7354800" y="1426320"/>
              <a:ext cx="5029200" cy="997560"/>
            </a:xfrm>
            <a:custGeom>
              <a:avLst/>
              <a:gdLst/>
              <a:ahLst/>
              <a:rect l="l" t="t" r="r" b="b"/>
              <a:pathLst>
                <a:path w="108865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105265" y="21600"/>
                  </a:lnTo>
                  <a:arcTo wR="83665" hR="3600" stAng="5400000" swAng="5400000"/>
                  <a:lnTo>
                    <a:pt x="21600" y="3600"/>
                  </a:lnTo>
                  <a:arcTo wR="83665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ffffff"/>
                </a:gs>
                <a:gs pos="100000">
                  <a:srgbClr val="f2f2f2"/>
                </a:gs>
              </a:gsLst>
              <a:lin ang="0"/>
            </a:gradFill>
            <a:ln w="0">
              <a:noFill/>
            </a:ln>
            <a:effectLst>
              <a:outerShdw dist="38183" dir="270000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74" name="Rectangle: Top Corners Rounded 339"/>
            <p:cNvSpPr/>
            <p:nvPr/>
          </p:nvSpPr>
          <p:spPr>
            <a:xfrm rot="5400000">
              <a:off x="6909840" y="1697760"/>
              <a:ext cx="958680" cy="415800"/>
            </a:xfrm>
            <a:custGeom>
              <a:avLst/>
              <a:gdLst/>
              <a:ahLst/>
              <a:rect l="l" t="t" r="r" b="b"/>
              <a:pathLst>
                <a:path w="812239" h="348425">
                  <a:moveTo>
                    <a:pt x="58072" y="0"/>
                  </a:moveTo>
                  <a:lnTo>
                    <a:pt x="754167" y="0"/>
                  </a:lnTo>
                  <a:cubicBezTo>
                    <a:pt x="786239" y="0"/>
                    <a:pt x="812239" y="26000"/>
                    <a:pt x="812239" y="58072"/>
                  </a:cubicBezTo>
                  <a:lnTo>
                    <a:pt x="812239" y="348425"/>
                  </a:lnTo>
                  <a:lnTo>
                    <a:pt x="812239" y="348425"/>
                  </a:lnTo>
                  <a:lnTo>
                    <a:pt x="0" y="348425"/>
                  </a:lnTo>
                  <a:lnTo>
                    <a:pt x="0" y="348425"/>
                  </a:lnTo>
                  <a:lnTo>
                    <a:pt x="0" y="58072"/>
                  </a:lnTo>
                  <a:cubicBezTo>
                    <a:pt x="0" y="26000"/>
                    <a:pt x="26000" y="0"/>
                    <a:pt x="58072" y="0"/>
                  </a:cubicBezTo>
                  <a:close/>
                </a:path>
              </a:pathLst>
            </a:custGeom>
            <a:gradFill rotWithShape="0">
              <a:gsLst>
                <a:gs pos="0">
                  <a:srgbClr val="009999"/>
                </a:gs>
                <a:gs pos="100000">
                  <a:srgbClr val="006666"/>
                </a:gs>
              </a:gsLst>
              <a:lin ang="0"/>
            </a:gradFill>
            <a:ln w="0">
              <a:noFill/>
            </a:ln>
            <a:effectLst>
              <a:outerShdw dist="38160" dir="1080000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75" name="TextBox 342"/>
            <p:cNvSpPr/>
            <p:nvPr/>
          </p:nvSpPr>
          <p:spPr>
            <a:xfrm>
              <a:off x="687240" y="1905840"/>
              <a:ext cx="1039680" cy="36216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076" name="Rectangle: Rounded Corners 350"/>
            <p:cNvSpPr/>
            <p:nvPr/>
          </p:nvSpPr>
          <p:spPr>
            <a:xfrm>
              <a:off x="736200" y="3178440"/>
              <a:ext cx="5029200" cy="999000"/>
            </a:xfrm>
            <a:custGeom>
              <a:avLst/>
              <a:gdLst/>
              <a:ahLst/>
              <a:rect l="l" t="t" r="r" b="b"/>
              <a:pathLst>
                <a:path w="108708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105108" y="21600"/>
                  </a:lnTo>
                  <a:arcTo wR="83508" hR="3600" stAng="5400000" swAng="5400000"/>
                  <a:lnTo>
                    <a:pt x="21600" y="3600"/>
                  </a:lnTo>
                  <a:arcTo wR="83508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ffffff"/>
                </a:gs>
                <a:gs pos="100000">
                  <a:srgbClr val="f2f2f2"/>
                </a:gs>
              </a:gsLst>
              <a:lin ang="0"/>
            </a:gradFill>
            <a:ln w="0">
              <a:noFill/>
            </a:ln>
            <a:effectLst>
              <a:outerShdw dist="38183" dir="810000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77" name="Rectangle: Top Corners Rounded 351"/>
            <p:cNvSpPr/>
            <p:nvPr/>
          </p:nvSpPr>
          <p:spPr>
            <a:xfrm rot="5400000">
              <a:off x="5285880" y="3470040"/>
              <a:ext cx="958680" cy="415800"/>
            </a:xfrm>
            <a:custGeom>
              <a:avLst/>
              <a:gdLst/>
              <a:ahLst/>
              <a:rect l="l" t="t" r="r" b="b"/>
              <a:pathLst>
                <a:path w="812239" h="348425">
                  <a:moveTo>
                    <a:pt x="58072" y="0"/>
                  </a:moveTo>
                  <a:lnTo>
                    <a:pt x="754167" y="0"/>
                  </a:lnTo>
                  <a:cubicBezTo>
                    <a:pt x="786239" y="0"/>
                    <a:pt x="812239" y="26000"/>
                    <a:pt x="812239" y="58072"/>
                  </a:cubicBezTo>
                  <a:lnTo>
                    <a:pt x="812239" y="348425"/>
                  </a:lnTo>
                  <a:lnTo>
                    <a:pt x="812239" y="348425"/>
                  </a:lnTo>
                  <a:lnTo>
                    <a:pt x="0" y="348425"/>
                  </a:lnTo>
                  <a:lnTo>
                    <a:pt x="0" y="348425"/>
                  </a:lnTo>
                  <a:lnTo>
                    <a:pt x="0" y="58072"/>
                  </a:lnTo>
                  <a:cubicBezTo>
                    <a:pt x="0" y="26000"/>
                    <a:pt x="26000" y="0"/>
                    <a:pt x="58072" y="0"/>
                  </a:cubicBezTo>
                  <a:close/>
                </a:path>
              </a:pathLst>
            </a:custGeom>
            <a:gradFill rotWithShape="0">
              <a:gsLst>
                <a:gs pos="0">
                  <a:srgbClr val="cc66ff"/>
                </a:gs>
                <a:gs pos="100000">
                  <a:srgbClr val="cc00cc"/>
                </a:gs>
              </a:gsLst>
              <a:lin ang="10800000"/>
            </a:gradFill>
            <a:ln w="0">
              <a:noFill/>
            </a:ln>
            <a:effectLst>
              <a:outerShdw dist="38160" dir="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78" name="Rectangle: Rounded Corners 352"/>
            <p:cNvSpPr/>
            <p:nvPr/>
          </p:nvSpPr>
          <p:spPr>
            <a:xfrm>
              <a:off x="7354800" y="3198600"/>
              <a:ext cx="5029200" cy="999000"/>
            </a:xfrm>
            <a:custGeom>
              <a:avLst/>
              <a:gdLst/>
              <a:ahLst/>
              <a:rect l="l" t="t" r="r" b="b"/>
              <a:pathLst>
                <a:path w="108708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105108" y="21600"/>
                  </a:lnTo>
                  <a:arcTo wR="83508" hR="3600" stAng="5400000" swAng="5400000"/>
                  <a:lnTo>
                    <a:pt x="21600" y="3600"/>
                  </a:lnTo>
                  <a:arcTo wR="83508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ffffff"/>
                </a:gs>
                <a:gs pos="100000">
                  <a:srgbClr val="f2f2f2"/>
                </a:gs>
              </a:gsLst>
              <a:lin ang="0"/>
            </a:gradFill>
            <a:ln w="0">
              <a:noFill/>
            </a:ln>
            <a:effectLst>
              <a:outerShdw dist="38183" dir="270000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79" name="Rectangle: Top Corners Rounded 353"/>
            <p:cNvSpPr/>
            <p:nvPr/>
          </p:nvSpPr>
          <p:spPr>
            <a:xfrm rot="5400000">
              <a:off x="6909840" y="3470040"/>
              <a:ext cx="958680" cy="415800"/>
            </a:xfrm>
            <a:custGeom>
              <a:avLst/>
              <a:gdLst/>
              <a:ahLst/>
              <a:rect l="l" t="t" r="r" b="b"/>
              <a:pathLst>
                <a:path w="812239" h="348425">
                  <a:moveTo>
                    <a:pt x="58072" y="0"/>
                  </a:moveTo>
                  <a:lnTo>
                    <a:pt x="754167" y="0"/>
                  </a:lnTo>
                  <a:cubicBezTo>
                    <a:pt x="786239" y="0"/>
                    <a:pt x="812239" y="26000"/>
                    <a:pt x="812239" y="58072"/>
                  </a:cubicBezTo>
                  <a:lnTo>
                    <a:pt x="812239" y="348425"/>
                  </a:lnTo>
                  <a:lnTo>
                    <a:pt x="812239" y="348425"/>
                  </a:lnTo>
                  <a:lnTo>
                    <a:pt x="0" y="348425"/>
                  </a:lnTo>
                  <a:lnTo>
                    <a:pt x="0" y="348425"/>
                  </a:lnTo>
                  <a:lnTo>
                    <a:pt x="0" y="58072"/>
                  </a:lnTo>
                  <a:cubicBezTo>
                    <a:pt x="0" y="26000"/>
                    <a:pt x="26000" y="0"/>
                    <a:pt x="58072" y="0"/>
                  </a:cubicBezTo>
                  <a:close/>
                </a:path>
              </a:pathLst>
            </a:custGeom>
            <a:gradFill rotWithShape="0">
              <a:gsLst>
                <a:gs pos="0">
                  <a:srgbClr val="ff6600"/>
                </a:gs>
                <a:gs pos="100000">
                  <a:srgbClr val="ff0000"/>
                </a:gs>
              </a:gsLst>
              <a:lin ang="0"/>
            </a:gradFill>
            <a:ln w="0">
              <a:noFill/>
            </a:ln>
            <a:effectLst>
              <a:outerShdw dist="38160" dir="1080000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80" name="Rectangle: Rounded Corners 364"/>
            <p:cNvSpPr/>
            <p:nvPr/>
          </p:nvSpPr>
          <p:spPr>
            <a:xfrm>
              <a:off x="736200" y="4984920"/>
              <a:ext cx="5029200" cy="999000"/>
            </a:xfrm>
            <a:custGeom>
              <a:avLst/>
              <a:gdLst/>
              <a:ahLst/>
              <a:rect l="l" t="t" r="r" b="b"/>
              <a:pathLst>
                <a:path w="108708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105108" y="21600"/>
                  </a:lnTo>
                  <a:arcTo wR="83508" hR="3600" stAng="5400000" swAng="5400000"/>
                  <a:lnTo>
                    <a:pt x="21600" y="3600"/>
                  </a:lnTo>
                  <a:arcTo wR="83508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ffffff"/>
                </a:gs>
                <a:gs pos="100000">
                  <a:srgbClr val="f2f2f2"/>
                </a:gs>
              </a:gsLst>
              <a:lin ang="0"/>
            </a:gradFill>
            <a:ln w="0">
              <a:noFill/>
            </a:ln>
            <a:effectLst>
              <a:outerShdw dist="38183" dir="810000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81" name="Rectangle: Top Corners Rounded 365"/>
            <p:cNvSpPr/>
            <p:nvPr/>
          </p:nvSpPr>
          <p:spPr>
            <a:xfrm rot="5400000">
              <a:off x="5285880" y="5276520"/>
              <a:ext cx="958680" cy="415800"/>
            </a:xfrm>
            <a:custGeom>
              <a:avLst/>
              <a:gdLst/>
              <a:ahLst/>
              <a:rect l="l" t="t" r="r" b="b"/>
              <a:pathLst>
                <a:path w="812239" h="348425">
                  <a:moveTo>
                    <a:pt x="58072" y="0"/>
                  </a:moveTo>
                  <a:lnTo>
                    <a:pt x="754167" y="0"/>
                  </a:lnTo>
                  <a:cubicBezTo>
                    <a:pt x="786239" y="0"/>
                    <a:pt x="812239" y="26000"/>
                    <a:pt x="812239" y="58072"/>
                  </a:cubicBezTo>
                  <a:lnTo>
                    <a:pt x="812239" y="348425"/>
                  </a:lnTo>
                  <a:lnTo>
                    <a:pt x="812239" y="348425"/>
                  </a:lnTo>
                  <a:lnTo>
                    <a:pt x="0" y="348425"/>
                  </a:lnTo>
                  <a:lnTo>
                    <a:pt x="0" y="348425"/>
                  </a:lnTo>
                  <a:lnTo>
                    <a:pt x="0" y="58072"/>
                  </a:lnTo>
                  <a:cubicBezTo>
                    <a:pt x="0" y="26000"/>
                    <a:pt x="26000" y="0"/>
                    <a:pt x="58072" y="0"/>
                  </a:cubicBezTo>
                  <a:close/>
                </a:path>
              </a:pathLst>
            </a:custGeom>
            <a:gradFill rotWithShape="0">
              <a:gsLst>
                <a:gs pos="0">
                  <a:srgbClr val="9966ff"/>
                </a:gs>
                <a:gs pos="100000">
                  <a:srgbClr val="666699"/>
                </a:gs>
              </a:gsLst>
              <a:lin ang="10800000"/>
            </a:gradFill>
            <a:ln w="0">
              <a:noFill/>
            </a:ln>
            <a:effectLst>
              <a:outerShdw dist="38160" dir="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82" name="Rectangle: Rounded Corners 366"/>
            <p:cNvSpPr/>
            <p:nvPr/>
          </p:nvSpPr>
          <p:spPr>
            <a:xfrm>
              <a:off x="7354800" y="5005080"/>
              <a:ext cx="5029200" cy="999000"/>
            </a:xfrm>
            <a:custGeom>
              <a:avLst/>
              <a:gdLst/>
              <a:ahLst/>
              <a:rect l="l" t="t" r="r" b="b"/>
              <a:pathLst>
                <a:path w="108708" h="21600">
                  <a:moveTo>
                    <a:pt x="3600" y="0"/>
                  </a:moveTo>
                  <a:arcTo wR="3600" hR="3600" stAng="16200000" swAng="-5400000"/>
                  <a:lnTo>
                    <a:pt x="0" y="18000"/>
                  </a:lnTo>
                  <a:arcTo wR="3600" hR="3600" stAng="10800000" swAng="-5400000"/>
                  <a:lnTo>
                    <a:pt x="105108" y="21600"/>
                  </a:lnTo>
                  <a:arcTo wR="83508" hR="3600" stAng="5400000" swAng="5400000"/>
                  <a:lnTo>
                    <a:pt x="21600" y="3600"/>
                  </a:lnTo>
                  <a:arcTo wR="83508" hR="3600" stAng="10800000" swAng="5400000"/>
                  <a:close/>
                </a:path>
              </a:pathLst>
            </a:custGeom>
            <a:gradFill rotWithShape="0">
              <a:gsLst>
                <a:gs pos="0">
                  <a:srgbClr val="ffffff"/>
                </a:gs>
                <a:gs pos="100000">
                  <a:srgbClr val="f2f2f2"/>
                </a:gs>
              </a:gsLst>
              <a:lin ang="0"/>
            </a:gradFill>
            <a:ln w="0">
              <a:noFill/>
            </a:ln>
            <a:effectLst>
              <a:outerShdw dist="38183" dir="270000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  <p:sp>
          <p:nvSpPr>
            <p:cNvPr id="13083" name="Rectangle: Top Corners Rounded 367"/>
            <p:cNvSpPr/>
            <p:nvPr/>
          </p:nvSpPr>
          <p:spPr>
            <a:xfrm rot="5400000">
              <a:off x="6909840" y="5276520"/>
              <a:ext cx="958680" cy="415800"/>
            </a:xfrm>
            <a:custGeom>
              <a:avLst/>
              <a:gdLst/>
              <a:ahLst/>
              <a:rect l="l" t="t" r="r" b="b"/>
              <a:pathLst>
                <a:path w="812239" h="348425">
                  <a:moveTo>
                    <a:pt x="58072" y="0"/>
                  </a:moveTo>
                  <a:lnTo>
                    <a:pt x="754167" y="0"/>
                  </a:lnTo>
                  <a:cubicBezTo>
                    <a:pt x="786239" y="0"/>
                    <a:pt x="812239" y="26000"/>
                    <a:pt x="812239" y="58072"/>
                  </a:cubicBezTo>
                  <a:lnTo>
                    <a:pt x="812239" y="348425"/>
                  </a:lnTo>
                  <a:lnTo>
                    <a:pt x="812239" y="348425"/>
                  </a:lnTo>
                  <a:lnTo>
                    <a:pt x="0" y="348425"/>
                  </a:lnTo>
                  <a:lnTo>
                    <a:pt x="0" y="348425"/>
                  </a:lnTo>
                  <a:lnTo>
                    <a:pt x="0" y="58072"/>
                  </a:lnTo>
                  <a:cubicBezTo>
                    <a:pt x="0" y="26000"/>
                    <a:pt x="26000" y="0"/>
                    <a:pt x="58072" y="0"/>
                  </a:cubicBezTo>
                  <a:close/>
                </a:path>
              </a:pathLst>
            </a:custGeom>
            <a:gradFill rotWithShape="0">
              <a:gsLst>
                <a:gs pos="0">
                  <a:srgbClr val="77ee00"/>
                </a:gs>
                <a:gs pos="100000">
                  <a:srgbClr val="00cc00"/>
                </a:gs>
              </a:gsLst>
              <a:lin ang="0"/>
            </a:gradFill>
            <a:ln w="0">
              <a:noFill/>
            </a:ln>
            <a:effectLst>
              <a:outerShdw dist="38160" dir="10800000" blurRad="0" rotWithShape="0">
                <a:srgbClr val="000000">
                  <a:alpha val="40000"/>
                </a:srgbClr>
              </a:outerShdw>
            </a:effectLst>
          </p:spPr>
          <p:style>
            <a:lnRef idx="0"/>
            <a:fillRef idx="0"/>
            <a:effectRef idx="0"/>
            <a:fontRef idx="minor"/>
          </p:style>
        </p:sp>
      </p:grpSp>
      <p:sp>
        <p:nvSpPr>
          <p:cNvPr id="13084" name="TextBox 394"/>
          <p:cNvSpPr/>
          <p:nvPr/>
        </p:nvSpPr>
        <p:spPr>
          <a:xfrm>
            <a:off x="952560" y="1393920"/>
            <a:ext cx="4114800" cy="825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Century Gothic"/>
              </a:rPr>
              <a:t>iRCMS Compliance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Century Gothic"/>
              </a:rPr>
              <a:t>0 Overdue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85" name="TextBox 395"/>
          <p:cNvSpPr/>
          <p:nvPr/>
        </p:nvSpPr>
        <p:spPr>
          <a:xfrm>
            <a:off x="985680" y="3106800"/>
            <a:ext cx="4114800" cy="825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Century Gothic"/>
              </a:rPr>
              <a:t>DCMP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Century Gothic"/>
              </a:rPr>
              <a:t>5 | 10 Completed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86" name="TextBox 396"/>
          <p:cNvSpPr/>
          <p:nvPr/>
        </p:nvSpPr>
        <p:spPr>
          <a:xfrm>
            <a:off x="7713720" y="1589040"/>
            <a:ext cx="4114800" cy="4597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Century Gothic"/>
              </a:rPr>
              <a:t>LWC FR – 0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87" name="TextBox 399"/>
          <p:cNvSpPr/>
          <p:nvPr/>
        </p:nvSpPr>
        <p:spPr>
          <a:xfrm>
            <a:off x="7812000" y="3379680"/>
            <a:ext cx="4114800" cy="4597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Century Gothic"/>
              </a:rPr>
              <a:t>TRC FR – 0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88" name="TextBox 400"/>
          <p:cNvSpPr/>
          <p:nvPr/>
        </p:nvSpPr>
        <p:spPr>
          <a:xfrm>
            <a:off x="7907400" y="5014800"/>
            <a:ext cx="4114800" cy="825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Century Gothic"/>
              </a:rPr>
              <a:t>Tier 1 &amp; 2  – 0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Century Gothic"/>
              </a:rPr>
              <a:t>Fire – 1 &amp; RWC - 1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89" name="TextBox 401"/>
          <p:cNvSpPr/>
          <p:nvPr/>
        </p:nvSpPr>
        <p:spPr>
          <a:xfrm>
            <a:off x="1111320" y="5132520"/>
            <a:ext cx="4114800" cy="825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Century Gothic"/>
              </a:rPr>
              <a:t>Show Cause Notice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Century Gothic"/>
              </a:rPr>
              <a:t>1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90" name="Rectangle 13"/>
          <p:cNvSpPr/>
          <p:nvPr/>
        </p:nvSpPr>
        <p:spPr>
          <a:xfrm>
            <a:off x="149400" y="58680"/>
            <a:ext cx="12776040" cy="584280"/>
          </a:xfrm>
          <a:prstGeom prst="rect">
            <a:avLst/>
          </a:pr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122040" rIns="122040" tIns="122040" bIns="122040" anchor="ctr">
            <a:normAutofit fontScale="62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    </a:t>
            </a: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HSE AOP’s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091" name="Content Placeholder 2"/>
          <p:cNvSpPr/>
          <p:nvPr/>
        </p:nvSpPr>
        <p:spPr>
          <a:xfrm>
            <a:off x="1103400" y="6730920"/>
            <a:ext cx="12191760" cy="1270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092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3033440" y="50760"/>
            <a:ext cx="1112760" cy="787320"/>
          </a:xfrm>
          <a:prstGeom prst="rect">
            <a:avLst/>
          </a:prstGeom>
          <a:ln w="0">
            <a:noFill/>
          </a:ln>
        </p:spPr>
      </p:pic>
      <p:sp>
        <p:nvSpPr>
          <p:cNvPr id="13093" name="Content Placeholder 4"/>
          <p:cNvSpPr/>
          <p:nvPr/>
        </p:nvSpPr>
        <p:spPr>
          <a:xfrm>
            <a:off x="7635960" y="5681520"/>
            <a:ext cx="8020080" cy="2816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rmAutofit/>
          </a:bodyPr>
          <a:p>
            <a:pPr>
              <a:lnSpc>
                <a:spcPct val="90000"/>
              </a:lnSpc>
              <a:spcBef>
                <a:spcPts val="10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90000"/>
              </a:lnSpc>
              <a:spcBef>
                <a:spcPts val="10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90000"/>
              </a:lnSpc>
              <a:spcBef>
                <a:spcPts val="10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3094" name="Group 222"/>
          <p:cNvGrpSpPr/>
          <p:nvPr/>
        </p:nvGrpSpPr>
        <p:grpSpPr>
          <a:xfrm>
            <a:off x="379440" y="3664080"/>
            <a:ext cx="6400800" cy="1036440"/>
            <a:chOff x="379440" y="3664080"/>
            <a:chExt cx="6400800" cy="1036440"/>
          </a:xfrm>
        </p:grpSpPr>
        <p:grpSp>
          <p:nvGrpSpPr>
            <p:cNvPr id="13095" name="Rectangle 223"/>
            <p:cNvGrpSpPr/>
            <p:nvPr/>
          </p:nvGrpSpPr>
          <p:grpSpPr>
            <a:xfrm>
              <a:off x="5749920" y="3913920"/>
              <a:ext cx="1030320" cy="786600"/>
              <a:chOff x="5749920" y="3913920"/>
              <a:chExt cx="1030320" cy="786600"/>
            </a:xfrm>
          </p:grpSpPr>
          <p:pic>
            <p:nvPicPr>
              <p:cNvPr id="13096" name="Rectangle 223" descr=""/>
              <p:cNvPicPr/>
              <p:nvPr/>
            </p:nvPicPr>
            <p:blipFill>
              <a:blip r:embed="rId2"/>
              <a:stretch/>
            </p:blipFill>
            <p:spPr>
              <a:xfrm>
                <a:off x="5750280" y="3913920"/>
                <a:ext cx="1028160" cy="78588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097" name=""/>
              <p:cNvSpPr/>
              <p:nvPr/>
            </p:nvSpPr>
            <p:spPr>
              <a:xfrm>
                <a:off x="5749920" y="3913920"/>
                <a:ext cx="1030320" cy="786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098" name="Freeform: Shape 224"/>
            <p:cNvSpPr/>
            <p:nvPr/>
          </p:nvSpPr>
          <p:spPr>
            <a:xfrm rot="5400000">
              <a:off x="5862960" y="4374720"/>
              <a:ext cx="284040" cy="257040"/>
            </a:xfrm>
            <a:custGeom>
              <a:avLst/>
              <a:gdLst/>
              <a:ahLst/>
              <a:rect l="l" t="t" r="r" b="b"/>
              <a:pathLst>
                <a:path w="476740" h="238369">
                  <a:moveTo>
                    <a:pt x="238370" y="0"/>
                  </a:moveTo>
                  <a:cubicBezTo>
                    <a:pt x="337106" y="0"/>
                    <a:pt x="421821" y="60031"/>
                    <a:pt x="458008" y="145586"/>
                  </a:cubicBezTo>
                  <a:lnTo>
                    <a:pt x="476740" y="238369"/>
                  </a:lnTo>
                  <a:lnTo>
                    <a:pt x="0" y="238369"/>
                  </a:lnTo>
                  <a:lnTo>
                    <a:pt x="18733" y="145586"/>
                  </a:lnTo>
                  <a:cubicBezTo>
                    <a:pt x="54919" y="60031"/>
                    <a:pt x="139634" y="0"/>
                    <a:pt x="238370" y="0"/>
                  </a:cubicBezTo>
                  <a:close/>
                </a:path>
              </a:pathLst>
            </a:custGeom>
            <a:solidFill>
              <a:srgbClr val="a76124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099" name="Rectangle 225"/>
            <p:cNvSpPr/>
            <p:nvPr/>
          </p:nvSpPr>
          <p:spPr>
            <a:xfrm>
              <a:off x="379440" y="3981600"/>
              <a:ext cx="5497200" cy="663840"/>
            </a:xfrm>
            <a:prstGeom prst="rect">
              <a:avLst/>
            </a:prstGeom>
            <a:gradFill rotWithShape="0">
              <a:gsLst>
                <a:gs pos="0">
                  <a:srgbClr val="fac86f"/>
                </a:gs>
                <a:gs pos="100000">
                  <a:srgbClr val="d48d3e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2400" spc="-1" strike="noStrike">
                  <a:solidFill>
                    <a:srgbClr val="ffffff"/>
                  </a:solidFill>
                  <a:latin typeface="Calibri"/>
                </a:rPr>
                <a:t>Digital Initiative</a:t>
              </a:r>
              <a:endParaRPr b="0" lang="en-US" sz="2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grpSp>
          <p:nvGrpSpPr>
            <p:cNvPr id="13100" name="Group 226"/>
            <p:cNvGrpSpPr/>
            <p:nvPr/>
          </p:nvGrpSpPr>
          <p:grpSpPr>
            <a:xfrm>
              <a:off x="5520240" y="4383000"/>
              <a:ext cx="475920" cy="205560"/>
              <a:chOff x="5520240" y="4383000"/>
              <a:chExt cx="475920" cy="205560"/>
            </a:xfrm>
          </p:grpSpPr>
          <p:sp>
            <p:nvSpPr>
              <p:cNvPr id="13101" name="Oval 229"/>
              <p:cNvSpPr/>
              <p:nvPr/>
            </p:nvSpPr>
            <p:spPr>
              <a:xfrm>
                <a:off x="5520240" y="4383000"/>
                <a:ext cx="475920" cy="205560"/>
              </a:xfrm>
              <a:prstGeom prst="ellipse">
                <a:avLst/>
              </a:prstGeom>
              <a:gradFill rotWithShape="0">
                <a:gsLst>
                  <a:gs pos="0">
                    <a:srgbClr val="a76124"/>
                  </a:gs>
                  <a:gs pos="100000">
                    <a:srgbClr val="ce8537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102" name="Freeform: Shape 230"/>
              <p:cNvSpPr/>
              <p:nvPr/>
            </p:nvSpPr>
            <p:spPr>
              <a:xfrm flipH="1" rot="16200000">
                <a:off x="5736960" y="4448520"/>
                <a:ext cx="106920" cy="14112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a76124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103" name="Freeform: Shape 227"/>
            <p:cNvSpPr/>
            <p:nvPr/>
          </p:nvSpPr>
          <p:spPr>
            <a:xfrm>
              <a:off x="5717880" y="4083120"/>
              <a:ext cx="276120" cy="44316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93098"/>
                  </a:moveTo>
                  <a:cubicBezTo>
                    <a:pt x="84517" y="-31896"/>
                    <a:pt x="422585" y="-30164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42955" y="776749"/>
                    <a:pt x="355300" y="742614"/>
                    <a:pt x="258479" y="742614"/>
                  </a:cubicBezTo>
                  <a:cubicBezTo>
                    <a:pt x="161658" y="742614"/>
                    <a:pt x="74004" y="776749"/>
                    <a:pt x="10554" y="831938"/>
                  </a:cubicBezTo>
                  <a:lnTo>
                    <a:pt x="0" y="843064"/>
                  </a:lnTo>
                  <a:lnTo>
                    <a:pt x="0" y="93098"/>
                  </a:lnTo>
                  <a:close/>
                </a:path>
              </a:pathLst>
            </a:custGeom>
            <a:solidFill>
              <a:srgbClr val="dd821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04" name="Freeform: Shape 228"/>
            <p:cNvSpPr/>
            <p:nvPr/>
          </p:nvSpPr>
          <p:spPr>
            <a:xfrm>
              <a:off x="5516280" y="3664080"/>
              <a:ext cx="617400" cy="84348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838892"/>
                  </a:moveTo>
                  <a:lnTo>
                    <a:pt x="734" y="842290"/>
                  </a:lnTo>
                  <a:lnTo>
                    <a:pt x="0" y="843064"/>
                  </a:lnTo>
                  <a:lnTo>
                    <a:pt x="0" y="838892"/>
                  </a:lnTo>
                  <a:close/>
                  <a:moveTo>
                    <a:pt x="253551" y="2"/>
                  </a:moveTo>
                  <a:cubicBezTo>
                    <a:pt x="359198" y="219"/>
                    <a:pt x="464844" y="31467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74680" y="804344"/>
                    <a:pt x="436904" y="782013"/>
                    <a:pt x="394956" y="766580"/>
                  </a:cubicBezTo>
                  <a:lnTo>
                    <a:pt x="354875" y="759542"/>
                  </a:lnTo>
                  <a:lnTo>
                    <a:pt x="306006" y="744165"/>
                  </a:lnTo>
                  <a:cubicBezTo>
                    <a:pt x="279653" y="738963"/>
                    <a:pt x="250680" y="736087"/>
                    <a:pt x="220267" y="736087"/>
                  </a:cubicBezTo>
                  <a:cubicBezTo>
                    <a:pt x="113823" y="736087"/>
                    <a:pt x="25013" y="771323"/>
                    <a:pt x="4473" y="818166"/>
                  </a:cubicBezTo>
                  <a:lnTo>
                    <a:pt x="0" y="838874"/>
                  </a:lnTo>
                  <a:lnTo>
                    <a:pt x="0" y="93098"/>
                  </a:lnTo>
                  <a:cubicBezTo>
                    <a:pt x="42259" y="30601"/>
                    <a:pt x="147905" y="-215"/>
                    <a:pt x="253551" y="2"/>
                  </a:cubicBezTo>
                  <a:close/>
                </a:path>
              </a:pathLst>
            </a:custGeom>
            <a:gradFill rotWithShape="0">
              <a:gsLst>
                <a:gs pos="0">
                  <a:srgbClr val="fac86f"/>
                </a:gs>
                <a:gs pos="100000">
                  <a:srgbClr val="ce8537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105" name="Group 231"/>
          <p:cNvGrpSpPr/>
          <p:nvPr/>
        </p:nvGrpSpPr>
        <p:grpSpPr>
          <a:xfrm>
            <a:off x="379440" y="592200"/>
            <a:ext cx="4486320" cy="1035000"/>
            <a:chOff x="379440" y="592200"/>
            <a:chExt cx="4486320" cy="1035000"/>
          </a:xfrm>
        </p:grpSpPr>
        <p:grpSp>
          <p:nvGrpSpPr>
            <p:cNvPr id="13106" name="Rectangle 232"/>
            <p:cNvGrpSpPr/>
            <p:nvPr/>
          </p:nvGrpSpPr>
          <p:grpSpPr>
            <a:xfrm>
              <a:off x="4018320" y="840960"/>
              <a:ext cx="847440" cy="786240"/>
              <a:chOff x="4018320" y="840960"/>
              <a:chExt cx="847440" cy="786240"/>
            </a:xfrm>
          </p:grpSpPr>
          <p:pic>
            <p:nvPicPr>
              <p:cNvPr id="13107" name="Rectangle 232" descr=""/>
              <p:cNvPicPr/>
              <p:nvPr/>
            </p:nvPicPr>
            <p:blipFill>
              <a:blip r:embed="rId3"/>
              <a:stretch/>
            </p:blipFill>
            <p:spPr>
              <a:xfrm>
                <a:off x="4018320" y="840960"/>
                <a:ext cx="846720" cy="78624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108" name=""/>
              <p:cNvSpPr/>
              <p:nvPr/>
            </p:nvSpPr>
            <p:spPr>
              <a:xfrm>
                <a:off x="4020120" y="840960"/>
                <a:ext cx="845640" cy="7858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109" name="Freeform: Shape 233"/>
            <p:cNvSpPr/>
            <p:nvPr/>
          </p:nvSpPr>
          <p:spPr>
            <a:xfrm rot="5400000">
              <a:off x="4088520" y="1323360"/>
              <a:ext cx="282240" cy="212760"/>
            </a:xfrm>
            <a:custGeom>
              <a:avLst/>
              <a:gdLst/>
              <a:ahLst/>
              <a:rect l="l" t="t" r="r" b="b"/>
              <a:pathLst>
                <a:path w="476740" h="238369">
                  <a:moveTo>
                    <a:pt x="238370" y="0"/>
                  </a:moveTo>
                  <a:cubicBezTo>
                    <a:pt x="337106" y="0"/>
                    <a:pt x="421821" y="60031"/>
                    <a:pt x="458008" y="145586"/>
                  </a:cubicBezTo>
                  <a:lnTo>
                    <a:pt x="476740" y="238369"/>
                  </a:lnTo>
                  <a:lnTo>
                    <a:pt x="0" y="238369"/>
                  </a:lnTo>
                  <a:lnTo>
                    <a:pt x="18733" y="145586"/>
                  </a:lnTo>
                  <a:cubicBezTo>
                    <a:pt x="54919" y="60031"/>
                    <a:pt x="139634" y="0"/>
                    <a:pt x="238370" y="0"/>
                  </a:cubicBezTo>
                  <a:close/>
                </a:path>
              </a:pathLst>
            </a:custGeom>
            <a:solidFill>
              <a:srgbClr val="004846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10" name="Rectangle 234"/>
            <p:cNvSpPr/>
            <p:nvPr/>
          </p:nvSpPr>
          <p:spPr>
            <a:xfrm>
              <a:off x="379440" y="909360"/>
              <a:ext cx="3744360" cy="661680"/>
            </a:xfrm>
            <a:prstGeom prst="rect">
              <a:avLst/>
            </a:prstGeom>
            <a:gradFill rotWithShape="0">
              <a:gsLst>
                <a:gs pos="0">
                  <a:srgbClr val="00cc99"/>
                </a:gs>
                <a:gs pos="100000">
                  <a:srgbClr val="006666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grpSp>
          <p:nvGrpSpPr>
            <p:cNvPr id="13111" name="Group 235"/>
            <p:cNvGrpSpPr/>
            <p:nvPr/>
          </p:nvGrpSpPr>
          <p:grpSpPr>
            <a:xfrm>
              <a:off x="3828960" y="1326960"/>
              <a:ext cx="390240" cy="205200"/>
              <a:chOff x="3828960" y="1326960"/>
              <a:chExt cx="390240" cy="205200"/>
            </a:xfrm>
          </p:grpSpPr>
          <p:sp>
            <p:nvSpPr>
              <p:cNvPr id="13112" name="Oval 238"/>
              <p:cNvSpPr/>
              <p:nvPr/>
            </p:nvSpPr>
            <p:spPr>
              <a:xfrm>
                <a:off x="3828960" y="1326960"/>
                <a:ext cx="390240" cy="205200"/>
              </a:xfrm>
              <a:prstGeom prst="ellipse">
                <a:avLst/>
              </a:prstGeom>
              <a:gradFill rotWithShape="0">
                <a:gsLst>
                  <a:gs pos="0">
                    <a:srgbClr val="004846"/>
                  </a:gs>
                  <a:gs pos="100000">
                    <a:srgbClr val="00cc99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113" name="Freeform: Shape 239"/>
              <p:cNvSpPr/>
              <p:nvPr/>
            </p:nvSpPr>
            <p:spPr>
              <a:xfrm flipH="1" rot="16200000">
                <a:off x="3989880" y="1389960"/>
                <a:ext cx="114480" cy="10944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846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114" name="Freeform: Shape 236"/>
            <p:cNvSpPr/>
            <p:nvPr/>
          </p:nvSpPr>
          <p:spPr>
            <a:xfrm>
              <a:off x="3995280" y="1017360"/>
              <a:ext cx="225360" cy="44100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93098"/>
                  </a:moveTo>
                  <a:cubicBezTo>
                    <a:pt x="84517" y="-31896"/>
                    <a:pt x="422585" y="-30164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42955" y="776749"/>
                    <a:pt x="355300" y="742614"/>
                    <a:pt x="258479" y="742614"/>
                  </a:cubicBezTo>
                  <a:cubicBezTo>
                    <a:pt x="161658" y="742614"/>
                    <a:pt x="74004" y="776749"/>
                    <a:pt x="10554" y="831938"/>
                  </a:cubicBezTo>
                  <a:lnTo>
                    <a:pt x="0" y="843064"/>
                  </a:lnTo>
                  <a:lnTo>
                    <a:pt x="0" y="93098"/>
                  </a:lnTo>
                  <a:close/>
                </a:path>
              </a:pathLst>
            </a:custGeom>
            <a:solidFill>
              <a:srgbClr val="008e69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15" name="Freeform: Shape 237"/>
            <p:cNvSpPr/>
            <p:nvPr/>
          </p:nvSpPr>
          <p:spPr>
            <a:xfrm>
              <a:off x="3828600" y="592200"/>
              <a:ext cx="507960" cy="84096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838892"/>
                  </a:moveTo>
                  <a:lnTo>
                    <a:pt x="734" y="842290"/>
                  </a:lnTo>
                  <a:lnTo>
                    <a:pt x="0" y="843064"/>
                  </a:lnTo>
                  <a:lnTo>
                    <a:pt x="0" y="838892"/>
                  </a:lnTo>
                  <a:close/>
                  <a:moveTo>
                    <a:pt x="253551" y="2"/>
                  </a:moveTo>
                  <a:cubicBezTo>
                    <a:pt x="359198" y="219"/>
                    <a:pt x="464844" y="31467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74680" y="804344"/>
                    <a:pt x="436904" y="782013"/>
                    <a:pt x="394956" y="766580"/>
                  </a:cubicBezTo>
                  <a:lnTo>
                    <a:pt x="354875" y="759542"/>
                  </a:lnTo>
                  <a:lnTo>
                    <a:pt x="306006" y="744165"/>
                  </a:lnTo>
                  <a:cubicBezTo>
                    <a:pt x="279653" y="738963"/>
                    <a:pt x="250680" y="736087"/>
                    <a:pt x="220267" y="736087"/>
                  </a:cubicBezTo>
                  <a:cubicBezTo>
                    <a:pt x="113823" y="736087"/>
                    <a:pt x="25013" y="771323"/>
                    <a:pt x="4473" y="818166"/>
                  </a:cubicBezTo>
                  <a:lnTo>
                    <a:pt x="0" y="838874"/>
                  </a:lnTo>
                  <a:lnTo>
                    <a:pt x="0" y="93098"/>
                  </a:lnTo>
                  <a:cubicBezTo>
                    <a:pt x="42259" y="30601"/>
                    <a:pt x="147905" y="-215"/>
                    <a:pt x="253551" y="2"/>
                  </a:cubicBezTo>
                  <a:close/>
                </a:path>
              </a:pathLst>
            </a:custGeom>
            <a:gradFill rotWithShape="0">
              <a:gsLst>
                <a:gs pos="0">
                  <a:srgbClr val="00cc99"/>
                </a:gs>
                <a:gs pos="100000">
                  <a:srgbClr val="006666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116" name="Group 240"/>
          <p:cNvGrpSpPr/>
          <p:nvPr/>
        </p:nvGrpSpPr>
        <p:grpSpPr>
          <a:xfrm>
            <a:off x="409680" y="1487520"/>
            <a:ext cx="6307200" cy="1036440"/>
            <a:chOff x="409680" y="1487520"/>
            <a:chExt cx="6307200" cy="1036440"/>
          </a:xfrm>
        </p:grpSpPr>
        <p:grpSp>
          <p:nvGrpSpPr>
            <p:cNvPr id="13117" name="Rectangle 241"/>
            <p:cNvGrpSpPr/>
            <p:nvPr/>
          </p:nvGrpSpPr>
          <p:grpSpPr>
            <a:xfrm>
              <a:off x="5869800" y="1737360"/>
              <a:ext cx="847080" cy="786600"/>
              <a:chOff x="5869800" y="1737360"/>
              <a:chExt cx="847080" cy="786600"/>
            </a:xfrm>
          </p:grpSpPr>
          <p:pic>
            <p:nvPicPr>
              <p:cNvPr id="13118" name="Rectangle 241" descr=""/>
              <p:cNvPicPr/>
              <p:nvPr/>
            </p:nvPicPr>
            <p:blipFill>
              <a:blip r:embed="rId4"/>
              <a:stretch/>
            </p:blipFill>
            <p:spPr>
              <a:xfrm>
                <a:off x="5870160" y="1737720"/>
                <a:ext cx="846720" cy="78588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119" name=""/>
              <p:cNvSpPr/>
              <p:nvPr/>
            </p:nvSpPr>
            <p:spPr>
              <a:xfrm>
                <a:off x="5869800" y="1737360"/>
                <a:ext cx="846360" cy="786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120" name="Freeform: Shape 242"/>
            <p:cNvSpPr/>
            <p:nvPr/>
          </p:nvSpPr>
          <p:spPr>
            <a:xfrm rot="5400000">
              <a:off x="5937120" y="2220120"/>
              <a:ext cx="284040" cy="212400"/>
            </a:xfrm>
            <a:custGeom>
              <a:avLst/>
              <a:gdLst/>
              <a:ahLst/>
              <a:rect l="l" t="t" r="r" b="b"/>
              <a:pathLst>
                <a:path w="476740" h="238369">
                  <a:moveTo>
                    <a:pt x="238370" y="0"/>
                  </a:moveTo>
                  <a:cubicBezTo>
                    <a:pt x="337106" y="0"/>
                    <a:pt x="421821" y="60031"/>
                    <a:pt x="458008" y="145586"/>
                  </a:cubicBezTo>
                  <a:lnTo>
                    <a:pt x="476740" y="238369"/>
                  </a:lnTo>
                  <a:lnTo>
                    <a:pt x="0" y="238369"/>
                  </a:lnTo>
                  <a:lnTo>
                    <a:pt x="18733" y="145586"/>
                  </a:lnTo>
                  <a:cubicBezTo>
                    <a:pt x="54919" y="60031"/>
                    <a:pt x="139634" y="0"/>
                    <a:pt x="238370" y="0"/>
                  </a:cubicBezTo>
                  <a:close/>
                </a:path>
              </a:pathLst>
            </a:custGeom>
            <a:solidFill>
              <a:srgbClr val="00458a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21" name="Rectangle 243"/>
            <p:cNvSpPr/>
            <p:nvPr/>
          </p:nvSpPr>
          <p:spPr>
            <a:xfrm>
              <a:off x="409680" y="1805040"/>
              <a:ext cx="5563440" cy="663840"/>
            </a:xfrm>
            <a:prstGeom prst="rect">
              <a:avLst/>
            </a:prstGeom>
            <a:gradFill rotWithShape="0">
              <a:gsLst>
                <a:gs pos="0">
                  <a:srgbClr val="0099ff"/>
                </a:gs>
                <a:gs pos="100000">
                  <a:srgbClr val="0066cc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2400" spc="-1" strike="noStrike">
                  <a:solidFill>
                    <a:srgbClr val="ffffff"/>
                  </a:solidFill>
                  <a:latin typeface="Calibri"/>
                </a:rPr>
                <a:t>Assessment &amp; Audits</a:t>
              </a:r>
              <a:endParaRPr b="0" lang="en-US" sz="2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grpSp>
          <p:nvGrpSpPr>
            <p:cNvPr id="13122" name="Group 244"/>
            <p:cNvGrpSpPr/>
            <p:nvPr/>
          </p:nvGrpSpPr>
          <p:grpSpPr>
            <a:xfrm>
              <a:off x="5678280" y="2224080"/>
              <a:ext cx="389880" cy="205560"/>
              <a:chOff x="5678280" y="2224080"/>
              <a:chExt cx="389880" cy="205560"/>
            </a:xfrm>
          </p:grpSpPr>
          <p:sp>
            <p:nvSpPr>
              <p:cNvPr id="13123" name="Oval 247"/>
              <p:cNvSpPr/>
              <p:nvPr/>
            </p:nvSpPr>
            <p:spPr>
              <a:xfrm>
                <a:off x="5678280" y="2224080"/>
                <a:ext cx="389880" cy="205560"/>
              </a:xfrm>
              <a:prstGeom prst="ellipse">
                <a:avLst/>
              </a:prstGeom>
              <a:gradFill rotWithShape="0">
                <a:gsLst>
                  <a:gs pos="0">
                    <a:srgbClr val="00458a"/>
                  </a:gs>
                  <a:gs pos="100000">
                    <a:srgbClr val="00458a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124" name="Freeform: Shape 248"/>
              <p:cNvSpPr/>
              <p:nvPr/>
            </p:nvSpPr>
            <p:spPr>
              <a:xfrm flipH="1" rot="16200000">
                <a:off x="5830200" y="2286360"/>
                <a:ext cx="120960" cy="10440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28585e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125" name="Freeform: Shape 245"/>
            <p:cNvSpPr/>
            <p:nvPr/>
          </p:nvSpPr>
          <p:spPr>
            <a:xfrm>
              <a:off x="5841360" y="1913040"/>
              <a:ext cx="225360" cy="44280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93098"/>
                  </a:moveTo>
                  <a:cubicBezTo>
                    <a:pt x="84517" y="-31896"/>
                    <a:pt x="422585" y="-30164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42955" y="776749"/>
                    <a:pt x="355300" y="742614"/>
                    <a:pt x="258479" y="742614"/>
                  </a:cubicBezTo>
                  <a:cubicBezTo>
                    <a:pt x="161658" y="742614"/>
                    <a:pt x="74004" y="776749"/>
                    <a:pt x="10554" y="831938"/>
                  </a:cubicBezTo>
                  <a:lnTo>
                    <a:pt x="0" y="843064"/>
                  </a:lnTo>
                  <a:lnTo>
                    <a:pt x="0" y="93098"/>
                  </a:lnTo>
                  <a:close/>
                </a:path>
              </a:pathLst>
            </a:custGeom>
            <a:solidFill>
              <a:srgbClr val="81c6d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26" name="Freeform: Shape 246"/>
            <p:cNvSpPr/>
            <p:nvPr/>
          </p:nvSpPr>
          <p:spPr>
            <a:xfrm>
              <a:off x="5677920" y="1487520"/>
              <a:ext cx="507600" cy="84312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838892"/>
                  </a:moveTo>
                  <a:lnTo>
                    <a:pt x="734" y="842290"/>
                  </a:lnTo>
                  <a:lnTo>
                    <a:pt x="0" y="843064"/>
                  </a:lnTo>
                  <a:lnTo>
                    <a:pt x="0" y="838892"/>
                  </a:lnTo>
                  <a:close/>
                  <a:moveTo>
                    <a:pt x="253551" y="2"/>
                  </a:moveTo>
                  <a:cubicBezTo>
                    <a:pt x="359198" y="219"/>
                    <a:pt x="464844" y="31467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74680" y="804344"/>
                    <a:pt x="436904" y="782013"/>
                    <a:pt x="394956" y="766580"/>
                  </a:cubicBezTo>
                  <a:lnTo>
                    <a:pt x="354875" y="759542"/>
                  </a:lnTo>
                  <a:lnTo>
                    <a:pt x="306006" y="744165"/>
                  </a:lnTo>
                  <a:cubicBezTo>
                    <a:pt x="279653" y="738963"/>
                    <a:pt x="250680" y="736087"/>
                    <a:pt x="220267" y="736087"/>
                  </a:cubicBezTo>
                  <a:cubicBezTo>
                    <a:pt x="113823" y="736087"/>
                    <a:pt x="25013" y="771323"/>
                    <a:pt x="4473" y="818166"/>
                  </a:cubicBezTo>
                  <a:lnTo>
                    <a:pt x="0" y="838874"/>
                  </a:lnTo>
                  <a:lnTo>
                    <a:pt x="0" y="93098"/>
                  </a:lnTo>
                  <a:cubicBezTo>
                    <a:pt x="42259" y="30601"/>
                    <a:pt x="147905" y="-215"/>
                    <a:pt x="253551" y="2"/>
                  </a:cubicBezTo>
                  <a:close/>
                </a:path>
              </a:pathLst>
            </a:custGeom>
            <a:gradFill rotWithShape="0">
              <a:gsLst>
                <a:gs pos="0">
                  <a:srgbClr val="0099ff"/>
                </a:gs>
                <a:gs pos="100000">
                  <a:srgbClr val="0066cc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127" name="Group 249"/>
          <p:cNvGrpSpPr/>
          <p:nvPr/>
        </p:nvGrpSpPr>
        <p:grpSpPr>
          <a:xfrm>
            <a:off x="393840" y="4618080"/>
            <a:ext cx="5295600" cy="1031760"/>
            <a:chOff x="393840" y="4618080"/>
            <a:chExt cx="5295600" cy="1031760"/>
          </a:xfrm>
        </p:grpSpPr>
        <p:grpSp>
          <p:nvGrpSpPr>
            <p:cNvPr id="13128" name="Rectangle 250"/>
            <p:cNvGrpSpPr/>
            <p:nvPr/>
          </p:nvGrpSpPr>
          <p:grpSpPr>
            <a:xfrm>
              <a:off x="4360320" y="4864320"/>
              <a:ext cx="1329120" cy="785520"/>
              <a:chOff x="4360320" y="4864320"/>
              <a:chExt cx="1329120" cy="785520"/>
            </a:xfrm>
          </p:grpSpPr>
          <p:pic>
            <p:nvPicPr>
              <p:cNvPr id="13129" name="Rectangle 250" descr=""/>
              <p:cNvPicPr/>
              <p:nvPr/>
            </p:nvPicPr>
            <p:blipFill>
              <a:blip r:embed="rId5"/>
              <a:stretch/>
            </p:blipFill>
            <p:spPr>
              <a:xfrm>
                <a:off x="4360320" y="4866120"/>
                <a:ext cx="1327320" cy="78372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130" name=""/>
              <p:cNvSpPr/>
              <p:nvPr/>
            </p:nvSpPr>
            <p:spPr>
              <a:xfrm>
                <a:off x="4361760" y="4864320"/>
                <a:ext cx="1327680" cy="7848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131" name="Freeform: Shape 251"/>
            <p:cNvSpPr/>
            <p:nvPr/>
          </p:nvSpPr>
          <p:spPr>
            <a:xfrm rot="5400000">
              <a:off x="4530240" y="5290200"/>
              <a:ext cx="283680" cy="331560"/>
            </a:xfrm>
            <a:custGeom>
              <a:avLst/>
              <a:gdLst/>
              <a:ahLst/>
              <a:rect l="l" t="t" r="r" b="b"/>
              <a:pathLst>
                <a:path w="476740" h="238369">
                  <a:moveTo>
                    <a:pt x="238370" y="0"/>
                  </a:moveTo>
                  <a:cubicBezTo>
                    <a:pt x="337106" y="0"/>
                    <a:pt x="421821" y="60031"/>
                    <a:pt x="458008" y="145586"/>
                  </a:cubicBezTo>
                  <a:lnTo>
                    <a:pt x="476740" y="238369"/>
                  </a:lnTo>
                  <a:lnTo>
                    <a:pt x="0" y="238369"/>
                  </a:lnTo>
                  <a:lnTo>
                    <a:pt x="18733" y="145586"/>
                  </a:lnTo>
                  <a:cubicBezTo>
                    <a:pt x="54919" y="60031"/>
                    <a:pt x="139634" y="0"/>
                    <a:pt x="238370" y="0"/>
                  </a:cubicBezTo>
                  <a:close/>
                </a:path>
              </a:pathLst>
            </a:custGeom>
            <a:solidFill>
              <a:srgbClr val="500050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32" name="Rectangle 252"/>
            <p:cNvSpPr/>
            <p:nvPr/>
          </p:nvSpPr>
          <p:spPr>
            <a:xfrm>
              <a:off x="393840" y="4935240"/>
              <a:ext cx="4113000" cy="662760"/>
            </a:xfrm>
            <a:prstGeom prst="rect">
              <a:avLst/>
            </a:prstGeom>
            <a:gradFill rotWithShape="0">
              <a:gsLst>
                <a:gs pos="0">
                  <a:srgbClr val="cc00cc"/>
                </a:gs>
                <a:gs pos="100000">
                  <a:srgbClr val="800080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2400" spc="-1" strike="noStrike">
                  <a:solidFill>
                    <a:srgbClr val="ffffff"/>
                  </a:solidFill>
                  <a:latin typeface="Calibri"/>
                </a:rPr>
                <a:t>Capability Building</a:t>
              </a:r>
              <a:endParaRPr b="0" lang="en-US" sz="2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grpSp>
          <p:nvGrpSpPr>
            <p:cNvPr id="13133" name="Group 253"/>
            <p:cNvGrpSpPr/>
            <p:nvPr/>
          </p:nvGrpSpPr>
          <p:grpSpPr>
            <a:xfrm>
              <a:off x="4042800" y="5353560"/>
              <a:ext cx="612720" cy="205200"/>
              <a:chOff x="4042800" y="5353560"/>
              <a:chExt cx="612720" cy="205200"/>
            </a:xfrm>
          </p:grpSpPr>
          <p:sp>
            <p:nvSpPr>
              <p:cNvPr id="13134" name="Oval 256"/>
              <p:cNvSpPr/>
              <p:nvPr/>
            </p:nvSpPr>
            <p:spPr>
              <a:xfrm>
                <a:off x="4042800" y="5353560"/>
                <a:ext cx="612720" cy="205200"/>
              </a:xfrm>
              <a:prstGeom prst="ellipse">
                <a:avLst/>
              </a:prstGeom>
              <a:gradFill rotWithShape="0">
                <a:gsLst>
                  <a:gs pos="0">
                    <a:srgbClr val="500050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135" name="Freeform: Shape 257"/>
              <p:cNvSpPr/>
              <p:nvPr/>
            </p:nvSpPr>
            <p:spPr>
              <a:xfrm flipH="1" rot="16200000">
                <a:off x="4317120" y="5401440"/>
                <a:ext cx="105120" cy="14904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1a001a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136" name="Freeform: Shape 254"/>
            <p:cNvSpPr/>
            <p:nvPr/>
          </p:nvSpPr>
          <p:spPr>
            <a:xfrm>
              <a:off x="4298760" y="5042880"/>
              <a:ext cx="353880" cy="44244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93098"/>
                  </a:moveTo>
                  <a:cubicBezTo>
                    <a:pt x="84517" y="-31896"/>
                    <a:pt x="422585" y="-30164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42955" y="776749"/>
                    <a:pt x="355300" y="742614"/>
                    <a:pt x="258479" y="742614"/>
                  </a:cubicBezTo>
                  <a:cubicBezTo>
                    <a:pt x="161658" y="742614"/>
                    <a:pt x="74004" y="776749"/>
                    <a:pt x="10554" y="831938"/>
                  </a:cubicBezTo>
                  <a:lnTo>
                    <a:pt x="0" y="843064"/>
                  </a:lnTo>
                  <a:lnTo>
                    <a:pt x="0" y="93098"/>
                  </a:lnTo>
                  <a:close/>
                </a:path>
              </a:pathLst>
            </a:custGeom>
            <a:solidFill>
              <a:srgbClr val="500050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37" name="Freeform: Shape 255"/>
            <p:cNvSpPr/>
            <p:nvPr/>
          </p:nvSpPr>
          <p:spPr>
            <a:xfrm>
              <a:off x="4043160" y="4618080"/>
              <a:ext cx="795600" cy="84204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838892"/>
                  </a:moveTo>
                  <a:lnTo>
                    <a:pt x="734" y="842290"/>
                  </a:lnTo>
                  <a:lnTo>
                    <a:pt x="0" y="843064"/>
                  </a:lnTo>
                  <a:lnTo>
                    <a:pt x="0" y="838892"/>
                  </a:lnTo>
                  <a:close/>
                  <a:moveTo>
                    <a:pt x="253551" y="2"/>
                  </a:moveTo>
                  <a:cubicBezTo>
                    <a:pt x="359198" y="219"/>
                    <a:pt x="464844" y="31467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74680" y="804344"/>
                    <a:pt x="436904" y="782013"/>
                    <a:pt x="394956" y="766580"/>
                  </a:cubicBezTo>
                  <a:lnTo>
                    <a:pt x="354875" y="759542"/>
                  </a:lnTo>
                  <a:lnTo>
                    <a:pt x="306006" y="744165"/>
                  </a:lnTo>
                  <a:cubicBezTo>
                    <a:pt x="279653" y="738963"/>
                    <a:pt x="250680" y="736087"/>
                    <a:pt x="220267" y="736087"/>
                  </a:cubicBezTo>
                  <a:cubicBezTo>
                    <a:pt x="113823" y="736087"/>
                    <a:pt x="25013" y="771323"/>
                    <a:pt x="4473" y="818166"/>
                  </a:cubicBezTo>
                  <a:lnTo>
                    <a:pt x="0" y="838874"/>
                  </a:lnTo>
                  <a:lnTo>
                    <a:pt x="0" y="93098"/>
                  </a:lnTo>
                  <a:cubicBezTo>
                    <a:pt x="42259" y="30601"/>
                    <a:pt x="147905" y="-215"/>
                    <a:pt x="253551" y="2"/>
                  </a:cubicBezTo>
                  <a:close/>
                </a:path>
              </a:pathLst>
            </a:custGeom>
            <a:gradFill rotWithShape="0">
              <a:gsLst>
                <a:gs pos="0">
                  <a:srgbClr val="cc00cc"/>
                </a:gs>
                <a:gs pos="100000">
                  <a:srgbClr val="800080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sp>
        <p:nvSpPr>
          <p:cNvPr id="13138" name="TextBox 259"/>
          <p:cNvSpPr/>
          <p:nvPr/>
        </p:nvSpPr>
        <p:spPr>
          <a:xfrm>
            <a:off x="436680" y="1006560"/>
            <a:ext cx="3485880" cy="4597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400" spc="-1" strike="noStrike">
                <a:solidFill>
                  <a:srgbClr val="ffffff"/>
                </a:solidFill>
                <a:latin typeface="Calibri"/>
              </a:rPr>
              <a:t>Risk Management 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3139" name="Group 262"/>
          <p:cNvGrpSpPr/>
          <p:nvPr/>
        </p:nvGrpSpPr>
        <p:grpSpPr>
          <a:xfrm>
            <a:off x="6907320" y="3984480"/>
            <a:ext cx="1454040" cy="398880"/>
            <a:chOff x="6907320" y="3984480"/>
            <a:chExt cx="1454040" cy="398880"/>
          </a:xfrm>
        </p:grpSpPr>
        <p:sp>
          <p:nvSpPr>
            <p:cNvPr id="13140" name="Isosceles Triangle 263"/>
            <p:cNvSpPr/>
            <p:nvPr/>
          </p:nvSpPr>
          <p:spPr>
            <a:xfrm rot="16200000">
              <a:off x="6886440" y="4092120"/>
              <a:ext cx="30204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db9948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41" name="TextBox 264"/>
            <p:cNvSpPr/>
            <p:nvPr/>
          </p:nvSpPr>
          <p:spPr>
            <a:xfrm>
              <a:off x="7061040" y="3984480"/>
              <a:ext cx="1300320" cy="398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 algn="ctr"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000" spc="-1" strike="noStrike">
                  <a:solidFill>
                    <a:srgbClr val="3b3838"/>
                  </a:solidFill>
                  <a:latin typeface="Century Gothic"/>
                </a:rPr>
                <a:t>8 Items</a:t>
              </a:r>
              <a:endParaRPr b="0" lang="en-US" sz="20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3142" name="Group 265"/>
          <p:cNvGrpSpPr/>
          <p:nvPr/>
        </p:nvGrpSpPr>
        <p:grpSpPr>
          <a:xfrm>
            <a:off x="4799160" y="900000"/>
            <a:ext cx="1881000" cy="398880"/>
            <a:chOff x="4799160" y="900000"/>
            <a:chExt cx="1881000" cy="398880"/>
          </a:xfrm>
        </p:grpSpPr>
        <p:sp>
          <p:nvSpPr>
            <p:cNvPr id="13143" name="Isosceles Triangle 266"/>
            <p:cNvSpPr/>
            <p:nvPr/>
          </p:nvSpPr>
          <p:spPr>
            <a:xfrm rot="16200000">
              <a:off x="4778280" y="969480"/>
              <a:ext cx="30204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007a70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44" name="TextBox 267"/>
            <p:cNvSpPr/>
            <p:nvPr/>
          </p:nvSpPr>
          <p:spPr>
            <a:xfrm>
              <a:off x="5010120" y="900000"/>
              <a:ext cx="1670040" cy="398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 algn="ctr"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000" spc="-1" strike="noStrike">
                  <a:solidFill>
                    <a:srgbClr val="3b3838"/>
                  </a:solidFill>
                  <a:latin typeface="Century Gothic"/>
                </a:rPr>
                <a:t>4 Items</a:t>
              </a:r>
              <a:endParaRPr b="0" lang="en-US" sz="20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3145" name="Group 268"/>
          <p:cNvGrpSpPr/>
          <p:nvPr/>
        </p:nvGrpSpPr>
        <p:grpSpPr>
          <a:xfrm>
            <a:off x="7031160" y="1763640"/>
            <a:ext cx="1522440" cy="398880"/>
            <a:chOff x="7031160" y="1763640"/>
            <a:chExt cx="1522440" cy="398880"/>
          </a:xfrm>
        </p:grpSpPr>
        <p:sp>
          <p:nvSpPr>
            <p:cNvPr id="13146" name="Isosceles Triangle 269"/>
            <p:cNvSpPr/>
            <p:nvPr/>
          </p:nvSpPr>
          <p:spPr>
            <a:xfrm rot="16200000">
              <a:off x="7010280" y="183312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006cd2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47" name="TextBox 270"/>
            <p:cNvSpPr/>
            <p:nvPr/>
          </p:nvSpPr>
          <p:spPr>
            <a:xfrm>
              <a:off x="7176960" y="1763640"/>
              <a:ext cx="1376640" cy="398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 algn="ctr"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000" spc="-1" strike="noStrike">
                  <a:solidFill>
                    <a:srgbClr val="3b3838"/>
                  </a:solidFill>
                  <a:latin typeface="Century Gothic"/>
                </a:rPr>
                <a:t>5 items</a:t>
              </a:r>
              <a:endParaRPr b="0" lang="en-US" sz="20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3148" name="Group 271"/>
          <p:cNvGrpSpPr/>
          <p:nvPr/>
        </p:nvGrpSpPr>
        <p:grpSpPr>
          <a:xfrm>
            <a:off x="5705640" y="4944960"/>
            <a:ext cx="1608120" cy="398880"/>
            <a:chOff x="5705640" y="4944960"/>
            <a:chExt cx="1608120" cy="398880"/>
          </a:xfrm>
        </p:grpSpPr>
        <p:sp>
          <p:nvSpPr>
            <p:cNvPr id="13149" name="Isosceles Triangle 272"/>
            <p:cNvSpPr/>
            <p:nvPr/>
          </p:nvSpPr>
          <p:spPr>
            <a:xfrm rot="16200000">
              <a:off x="5684760" y="5014440"/>
              <a:ext cx="30204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9a009a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50" name="TextBox 273"/>
            <p:cNvSpPr/>
            <p:nvPr/>
          </p:nvSpPr>
          <p:spPr>
            <a:xfrm>
              <a:off x="5916600" y="4944960"/>
              <a:ext cx="1397160" cy="398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 algn="ctr"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000" spc="-1" strike="noStrike">
                  <a:solidFill>
                    <a:srgbClr val="3b3838"/>
                  </a:solidFill>
                  <a:latin typeface="Century Gothic"/>
                </a:rPr>
                <a:t>8 Items</a:t>
              </a:r>
              <a:endParaRPr b="0" lang="en-US" sz="20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3151" name="Group 294"/>
          <p:cNvGrpSpPr/>
          <p:nvPr/>
        </p:nvGrpSpPr>
        <p:grpSpPr>
          <a:xfrm>
            <a:off x="379440" y="2536920"/>
            <a:ext cx="4419720" cy="1472040"/>
            <a:chOff x="379440" y="2536920"/>
            <a:chExt cx="4419720" cy="1472040"/>
          </a:xfrm>
        </p:grpSpPr>
        <p:sp>
          <p:nvSpPr>
            <p:cNvPr id="13152" name="TextBox 260"/>
            <p:cNvSpPr/>
            <p:nvPr/>
          </p:nvSpPr>
          <p:spPr>
            <a:xfrm>
              <a:off x="2019960" y="3305160"/>
              <a:ext cx="500400" cy="70380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2000" spc="-1" strike="noStrike">
                  <a:solidFill>
                    <a:srgbClr val="ffffff"/>
                  </a:solidFill>
                  <a:latin typeface="Impact"/>
                </a:rPr>
                <a:t>03</a:t>
              </a:r>
              <a:endParaRPr b="0" lang="en-US" sz="20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153" name="Rectangle 289"/>
            <p:cNvSpPr/>
            <p:nvPr/>
          </p:nvSpPr>
          <p:spPr>
            <a:xfrm>
              <a:off x="379440" y="2870280"/>
              <a:ext cx="4258080" cy="696960"/>
            </a:xfrm>
            <a:prstGeom prst="rect">
              <a:avLst/>
            </a:prstGeom>
            <a:solidFill>
              <a:srgbClr val="8faadc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2400" spc="-1" strike="noStrike">
                  <a:solidFill>
                    <a:srgbClr val="ffffff"/>
                  </a:solidFill>
                  <a:latin typeface="Calibri"/>
                </a:rPr>
                <a:t>Safety Management</a:t>
              </a:r>
              <a:endParaRPr b="0" lang="en-US" sz="2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154" name="Freeform: Shape 290"/>
            <p:cNvSpPr/>
            <p:nvPr/>
          </p:nvSpPr>
          <p:spPr>
            <a:xfrm>
              <a:off x="4535640" y="2984400"/>
              <a:ext cx="172800" cy="46332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93098"/>
                  </a:moveTo>
                  <a:cubicBezTo>
                    <a:pt x="84517" y="-31896"/>
                    <a:pt x="422585" y="-30164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42955" y="776749"/>
                    <a:pt x="355300" y="742614"/>
                    <a:pt x="258479" y="742614"/>
                  </a:cubicBezTo>
                  <a:cubicBezTo>
                    <a:pt x="161658" y="742614"/>
                    <a:pt x="74004" y="776749"/>
                    <a:pt x="10554" y="831938"/>
                  </a:cubicBezTo>
                  <a:lnTo>
                    <a:pt x="0" y="843064"/>
                  </a:lnTo>
                  <a:lnTo>
                    <a:pt x="0" y="93098"/>
                  </a:lnTo>
                  <a:close/>
                </a:path>
              </a:pathLst>
            </a:custGeom>
            <a:solidFill>
              <a:srgbClr val="81c6d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55" name="Freeform: Shape 291"/>
            <p:cNvSpPr/>
            <p:nvPr/>
          </p:nvSpPr>
          <p:spPr>
            <a:xfrm>
              <a:off x="4411800" y="2536920"/>
              <a:ext cx="387360" cy="88560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838892"/>
                  </a:moveTo>
                  <a:lnTo>
                    <a:pt x="734" y="842290"/>
                  </a:lnTo>
                  <a:lnTo>
                    <a:pt x="0" y="843064"/>
                  </a:lnTo>
                  <a:lnTo>
                    <a:pt x="0" y="838892"/>
                  </a:lnTo>
                  <a:close/>
                  <a:moveTo>
                    <a:pt x="253551" y="2"/>
                  </a:moveTo>
                  <a:cubicBezTo>
                    <a:pt x="359198" y="219"/>
                    <a:pt x="464844" y="31467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74680" y="804344"/>
                    <a:pt x="436904" y="782013"/>
                    <a:pt x="394956" y="766580"/>
                  </a:cubicBezTo>
                  <a:lnTo>
                    <a:pt x="354875" y="759542"/>
                  </a:lnTo>
                  <a:lnTo>
                    <a:pt x="306006" y="744165"/>
                  </a:lnTo>
                  <a:cubicBezTo>
                    <a:pt x="279653" y="738963"/>
                    <a:pt x="250680" y="736087"/>
                    <a:pt x="220267" y="736087"/>
                  </a:cubicBezTo>
                  <a:cubicBezTo>
                    <a:pt x="113823" y="736087"/>
                    <a:pt x="25013" y="771323"/>
                    <a:pt x="4473" y="818166"/>
                  </a:cubicBezTo>
                  <a:lnTo>
                    <a:pt x="0" y="838874"/>
                  </a:lnTo>
                  <a:lnTo>
                    <a:pt x="0" y="93098"/>
                  </a:lnTo>
                  <a:cubicBezTo>
                    <a:pt x="42259" y="30601"/>
                    <a:pt x="147905" y="-215"/>
                    <a:pt x="253551" y="2"/>
                  </a:cubicBezTo>
                  <a:close/>
                </a:path>
              </a:pathLst>
            </a:custGeom>
            <a:solidFill>
              <a:srgbClr val="8faadc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56" name="Oval 292"/>
            <p:cNvSpPr/>
            <p:nvPr/>
          </p:nvSpPr>
          <p:spPr>
            <a:xfrm>
              <a:off x="4429440" y="3309840"/>
              <a:ext cx="298440" cy="215640"/>
            </a:xfrm>
            <a:prstGeom prst="ellipse">
              <a:avLst/>
            </a:prstGeom>
            <a:gradFill rotWithShape="0">
              <a:gsLst>
                <a:gs pos="0">
                  <a:srgbClr val="00458a"/>
                </a:gs>
                <a:gs pos="100000">
                  <a:srgbClr val="00458a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157" name="Group 295"/>
          <p:cNvGrpSpPr/>
          <p:nvPr/>
        </p:nvGrpSpPr>
        <p:grpSpPr>
          <a:xfrm>
            <a:off x="374760" y="5573880"/>
            <a:ext cx="6572160" cy="1036440"/>
            <a:chOff x="374760" y="5573880"/>
            <a:chExt cx="6572160" cy="1036440"/>
          </a:xfrm>
        </p:grpSpPr>
        <p:grpSp>
          <p:nvGrpSpPr>
            <p:cNvPr id="13158" name="Rectangle 296"/>
            <p:cNvGrpSpPr/>
            <p:nvPr/>
          </p:nvGrpSpPr>
          <p:grpSpPr>
            <a:xfrm>
              <a:off x="5703840" y="5822280"/>
              <a:ext cx="1243080" cy="788040"/>
              <a:chOff x="5703840" y="5822280"/>
              <a:chExt cx="1243080" cy="788040"/>
            </a:xfrm>
          </p:grpSpPr>
          <p:pic>
            <p:nvPicPr>
              <p:cNvPr id="13159" name="Rectangle 296" descr=""/>
              <p:cNvPicPr/>
              <p:nvPr/>
            </p:nvPicPr>
            <p:blipFill>
              <a:blip r:embed="rId6"/>
              <a:stretch/>
            </p:blipFill>
            <p:spPr>
              <a:xfrm>
                <a:off x="5703840" y="5822280"/>
                <a:ext cx="1243080" cy="78588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160" name=""/>
              <p:cNvSpPr/>
              <p:nvPr/>
            </p:nvSpPr>
            <p:spPr>
              <a:xfrm>
                <a:off x="5704560" y="5823720"/>
                <a:ext cx="1239840" cy="786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161" name="Freeform: Shape 297"/>
            <p:cNvSpPr/>
            <p:nvPr/>
          </p:nvSpPr>
          <p:spPr>
            <a:xfrm rot="5400000">
              <a:off x="5869440" y="6260040"/>
              <a:ext cx="284760" cy="309240"/>
            </a:xfrm>
            <a:custGeom>
              <a:avLst/>
              <a:gdLst/>
              <a:ahLst/>
              <a:rect l="l" t="t" r="r" b="b"/>
              <a:pathLst>
                <a:path w="476740" h="238369">
                  <a:moveTo>
                    <a:pt x="238370" y="0"/>
                  </a:moveTo>
                  <a:cubicBezTo>
                    <a:pt x="337106" y="0"/>
                    <a:pt x="421821" y="60031"/>
                    <a:pt x="458008" y="145586"/>
                  </a:cubicBezTo>
                  <a:lnTo>
                    <a:pt x="476740" y="238369"/>
                  </a:lnTo>
                  <a:lnTo>
                    <a:pt x="0" y="238369"/>
                  </a:lnTo>
                  <a:lnTo>
                    <a:pt x="18733" y="145586"/>
                  </a:lnTo>
                  <a:cubicBezTo>
                    <a:pt x="54919" y="60031"/>
                    <a:pt x="139634" y="0"/>
                    <a:pt x="238370" y="0"/>
                  </a:cubicBezTo>
                  <a:close/>
                </a:path>
              </a:pathLst>
            </a:custGeom>
            <a:solidFill>
              <a:srgbClr val="004846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62" name="Rectangle 298"/>
            <p:cNvSpPr/>
            <p:nvPr/>
          </p:nvSpPr>
          <p:spPr>
            <a:xfrm>
              <a:off x="374760" y="5892120"/>
              <a:ext cx="5482800" cy="664920"/>
            </a:xfrm>
            <a:prstGeom prst="rect">
              <a:avLst/>
            </a:prstGeom>
            <a:gradFill rotWithShape="0">
              <a:gsLst>
                <a:gs pos="0">
                  <a:srgbClr val="00cc99"/>
                </a:gs>
                <a:gs pos="100000">
                  <a:srgbClr val="006666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2400" spc="-1" strike="noStrike">
                  <a:solidFill>
                    <a:srgbClr val="ffffff"/>
                  </a:solidFill>
                  <a:latin typeface="Calibri"/>
                </a:rPr>
                <a:t>Risk Reduction Initiative</a:t>
              </a:r>
              <a:endParaRPr b="0" lang="en-US" sz="2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grpSp>
          <p:nvGrpSpPr>
            <p:cNvPr id="13163" name="Group 299"/>
            <p:cNvGrpSpPr/>
            <p:nvPr/>
          </p:nvGrpSpPr>
          <p:grpSpPr>
            <a:xfrm>
              <a:off x="5425200" y="6311880"/>
              <a:ext cx="571320" cy="205920"/>
              <a:chOff x="5425200" y="6311880"/>
              <a:chExt cx="571320" cy="205920"/>
            </a:xfrm>
          </p:grpSpPr>
          <p:sp>
            <p:nvSpPr>
              <p:cNvPr id="13164" name="Oval 302"/>
              <p:cNvSpPr/>
              <p:nvPr/>
            </p:nvSpPr>
            <p:spPr>
              <a:xfrm>
                <a:off x="5425200" y="6311880"/>
                <a:ext cx="571320" cy="205920"/>
              </a:xfrm>
              <a:prstGeom prst="ellipse">
                <a:avLst/>
              </a:prstGeom>
              <a:gradFill rotWithShape="0">
                <a:gsLst>
                  <a:gs pos="0">
                    <a:srgbClr val="004846"/>
                  </a:gs>
                  <a:gs pos="100000">
                    <a:srgbClr val="00cc99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165" name="Freeform: Shape 303"/>
              <p:cNvSpPr/>
              <p:nvPr/>
            </p:nvSpPr>
            <p:spPr>
              <a:xfrm flipH="1" rot="16200000">
                <a:off x="5688000" y="6349680"/>
                <a:ext cx="114840" cy="15984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846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166" name="Freeform: Shape 300"/>
            <p:cNvSpPr/>
            <p:nvPr/>
          </p:nvSpPr>
          <p:spPr>
            <a:xfrm>
              <a:off x="5667120" y="6000120"/>
              <a:ext cx="331560" cy="44388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93098"/>
                  </a:moveTo>
                  <a:cubicBezTo>
                    <a:pt x="84517" y="-31896"/>
                    <a:pt x="422585" y="-30164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42955" y="776749"/>
                    <a:pt x="355300" y="742614"/>
                    <a:pt x="258479" y="742614"/>
                  </a:cubicBezTo>
                  <a:cubicBezTo>
                    <a:pt x="161658" y="742614"/>
                    <a:pt x="74004" y="776749"/>
                    <a:pt x="10554" y="831938"/>
                  </a:cubicBezTo>
                  <a:lnTo>
                    <a:pt x="0" y="843064"/>
                  </a:lnTo>
                  <a:lnTo>
                    <a:pt x="0" y="93098"/>
                  </a:lnTo>
                  <a:close/>
                </a:path>
              </a:pathLst>
            </a:custGeom>
            <a:solidFill>
              <a:srgbClr val="008e69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67" name="Freeform: Shape 301"/>
            <p:cNvSpPr/>
            <p:nvPr/>
          </p:nvSpPr>
          <p:spPr>
            <a:xfrm>
              <a:off x="5424120" y="5573880"/>
              <a:ext cx="742680" cy="84492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838892"/>
                  </a:moveTo>
                  <a:lnTo>
                    <a:pt x="734" y="842290"/>
                  </a:lnTo>
                  <a:lnTo>
                    <a:pt x="0" y="843064"/>
                  </a:lnTo>
                  <a:lnTo>
                    <a:pt x="0" y="838892"/>
                  </a:lnTo>
                  <a:close/>
                  <a:moveTo>
                    <a:pt x="253551" y="2"/>
                  </a:moveTo>
                  <a:cubicBezTo>
                    <a:pt x="359198" y="219"/>
                    <a:pt x="464844" y="31467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74680" y="804344"/>
                    <a:pt x="436904" y="782013"/>
                    <a:pt x="394956" y="766580"/>
                  </a:cubicBezTo>
                  <a:lnTo>
                    <a:pt x="354875" y="759542"/>
                  </a:lnTo>
                  <a:lnTo>
                    <a:pt x="306006" y="744165"/>
                  </a:lnTo>
                  <a:cubicBezTo>
                    <a:pt x="279653" y="738963"/>
                    <a:pt x="250680" y="736087"/>
                    <a:pt x="220267" y="736087"/>
                  </a:cubicBezTo>
                  <a:cubicBezTo>
                    <a:pt x="113823" y="736087"/>
                    <a:pt x="25013" y="771323"/>
                    <a:pt x="4473" y="818166"/>
                  </a:cubicBezTo>
                  <a:lnTo>
                    <a:pt x="0" y="838874"/>
                  </a:lnTo>
                  <a:lnTo>
                    <a:pt x="0" y="93098"/>
                  </a:lnTo>
                  <a:cubicBezTo>
                    <a:pt x="42259" y="30601"/>
                    <a:pt x="147905" y="-215"/>
                    <a:pt x="253551" y="2"/>
                  </a:cubicBezTo>
                  <a:close/>
                </a:path>
              </a:pathLst>
            </a:custGeom>
            <a:gradFill rotWithShape="0">
              <a:gsLst>
                <a:gs pos="0">
                  <a:srgbClr val="00cc99"/>
                </a:gs>
                <a:gs pos="100000">
                  <a:srgbClr val="006666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168" name="Group 304"/>
          <p:cNvGrpSpPr/>
          <p:nvPr/>
        </p:nvGrpSpPr>
        <p:grpSpPr>
          <a:xfrm>
            <a:off x="7051680" y="5925960"/>
            <a:ext cx="1500120" cy="398880"/>
            <a:chOff x="7051680" y="5925960"/>
            <a:chExt cx="1500120" cy="398880"/>
          </a:xfrm>
        </p:grpSpPr>
        <p:sp>
          <p:nvSpPr>
            <p:cNvPr id="13169" name="Isosceles Triangle 305"/>
            <p:cNvSpPr/>
            <p:nvPr/>
          </p:nvSpPr>
          <p:spPr>
            <a:xfrm rot="16200000">
              <a:off x="7030800" y="5995440"/>
              <a:ext cx="30204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007a70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170" name="TextBox 306"/>
            <p:cNvSpPr/>
            <p:nvPr/>
          </p:nvSpPr>
          <p:spPr>
            <a:xfrm>
              <a:off x="7262640" y="5925960"/>
              <a:ext cx="1289160" cy="398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 algn="ctr"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000" spc="-1" strike="noStrike">
                  <a:solidFill>
                    <a:srgbClr val="3b3838"/>
                  </a:solidFill>
                  <a:latin typeface="Century Gothic"/>
                </a:rPr>
                <a:t>3 items</a:t>
              </a:r>
              <a:endParaRPr b="0" lang="en-US" sz="20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3171" name="TextBox 307"/>
          <p:cNvSpPr/>
          <p:nvPr/>
        </p:nvSpPr>
        <p:spPr>
          <a:xfrm>
            <a:off x="5749920" y="2887560"/>
            <a:ext cx="1373040" cy="3988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000" spc="-1" strike="noStrike">
                <a:solidFill>
                  <a:srgbClr val="3b3838"/>
                </a:solidFill>
                <a:latin typeface="Century Gothic"/>
              </a:rPr>
              <a:t>1 item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172" name="Isosceles Triangle 310"/>
          <p:cNvSpPr/>
          <p:nvPr/>
        </p:nvSpPr>
        <p:spPr>
          <a:xfrm rot="16200000">
            <a:off x="5595840" y="2965320"/>
            <a:ext cx="301680" cy="260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10800" y="0"/>
                </a:move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rgbClr val="8faad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73" name="TextBox 7"/>
          <p:cNvSpPr/>
          <p:nvPr/>
        </p:nvSpPr>
        <p:spPr>
          <a:xfrm>
            <a:off x="2658960" y="473040"/>
            <a:ext cx="6878880" cy="8989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2200" spc="-1" strike="noStrike">
                <a:solidFill>
                  <a:srgbClr val="ffffff"/>
                </a:solidFill>
                <a:latin typeface="Calibri"/>
                <a:ea typeface="Times New Roman"/>
              </a:rPr>
              <a:t>AOP Review – September, 2020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2300" spc="-1" strike="noStrike">
                <a:solidFill>
                  <a:srgbClr val="ffffff"/>
                </a:solidFill>
                <a:latin typeface="Calibri"/>
                <a:ea typeface="Times New Roman"/>
              </a:rPr>
              <a:t>S&amp;D HSSE Performance (FY20-21)</a:t>
            </a:r>
            <a:endParaRPr b="0" lang="en-US" sz="23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174" name="Rectangle 13"/>
          <p:cNvSpPr/>
          <p:nvPr/>
        </p:nvSpPr>
        <p:spPr>
          <a:xfrm>
            <a:off x="57240" y="15840"/>
            <a:ext cx="12803040" cy="584280"/>
          </a:xfrm>
          <a:prstGeom prst="rect">
            <a:avLst/>
          </a:pr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122040" rIns="122040" tIns="122040" bIns="122040" anchor="ctr">
            <a:normAutofit fontScale="62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    </a:t>
            </a: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HSE AOP’s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175" name="Content Placeholder 2"/>
          <p:cNvSpPr/>
          <p:nvPr/>
        </p:nvSpPr>
        <p:spPr>
          <a:xfrm>
            <a:off x="1103400" y="6730920"/>
            <a:ext cx="12191760" cy="1270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176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2953880" y="-19080"/>
            <a:ext cx="1073160" cy="682560"/>
          </a:xfrm>
          <a:prstGeom prst="rect">
            <a:avLst/>
          </a:prstGeom>
          <a:ln w="0">
            <a:noFill/>
          </a:ln>
        </p:spPr>
      </p:pic>
      <p:sp>
        <p:nvSpPr>
          <p:cNvPr id="13177" name="Content Placeholder 4"/>
          <p:cNvSpPr/>
          <p:nvPr/>
        </p:nvSpPr>
        <p:spPr>
          <a:xfrm>
            <a:off x="7635960" y="5681520"/>
            <a:ext cx="8020080" cy="2816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rmAutofit/>
          </a:bodyPr>
          <a:p>
            <a:pPr>
              <a:lnSpc>
                <a:spcPct val="90000"/>
              </a:lnSpc>
              <a:spcBef>
                <a:spcPts val="10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90000"/>
              </a:lnSpc>
              <a:spcBef>
                <a:spcPts val="10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90000"/>
              </a:lnSpc>
              <a:spcBef>
                <a:spcPts val="10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3178" name="Group 61"/>
          <p:cNvGrpSpPr/>
          <p:nvPr/>
        </p:nvGrpSpPr>
        <p:grpSpPr>
          <a:xfrm>
            <a:off x="1009800" y="577800"/>
            <a:ext cx="12093480" cy="1894680"/>
            <a:chOff x="1009800" y="577800"/>
            <a:chExt cx="12093480" cy="1894680"/>
          </a:xfrm>
        </p:grpSpPr>
        <p:grpSp>
          <p:nvGrpSpPr>
            <p:cNvPr id="13179" name="Group 21"/>
            <p:cNvGrpSpPr/>
            <p:nvPr/>
          </p:nvGrpSpPr>
          <p:grpSpPr>
            <a:xfrm>
              <a:off x="1104120" y="577800"/>
              <a:ext cx="4489920" cy="721440"/>
              <a:chOff x="1104120" y="577800"/>
              <a:chExt cx="4489920" cy="721440"/>
            </a:xfrm>
          </p:grpSpPr>
          <p:sp>
            <p:nvSpPr>
              <p:cNvPr id="13180" name="Freeform: Shape 23"/>
              <p:cNvSpPr/>
              <p:nvPr/>
            </p:nvSpPr>
            <p:spPr>
              <a:xfrm rot="5400000">
                <a:off x="5369400" y="1074600"/>
                <a:ext cx="208080" cy="24120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846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181" name="Rectangle 24"/>
              <p:cNvSpPr/>
              <p:nvPr/>
            </p:nvSpPr>
            <p:spPr>
              <a:xfrm>
                <a:off x="1104120" y="811440"/>
                <a:ext cx="4248720" cy="487800"/>
              </a:xfrm>
              <a:prstGeom prst="rect">
                <a:avLst/>
              </a:prstGeom>
              <a:gradFill rotWithShape="0">
                <a:gsLst>
                  <a:gs pos="0">
                    <a:srgbClr val="00cc99"/>
                  </a:gs>
                  <a:gs pos="100000">
                    <a:srgbClr val="006666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Georgia Pro Cond Light"/>
                  </a:rPr>
                  <a:t>01 Base line PHA for Tada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182" name="Group 25"/>
              <p:cNvGrpSpPr/>
              <p:nvPr/>
            </p:nvGrpSpPr>
            <p:grpSpPr>
              <a:xfrm>
                <a:off x="5018400" y="1119960"/>
                <a:ext cx="442800" cy="151200"/>
                <a:chOff x="5018400" y="1119960"/>
                <a:chExt cx="442800" cy="151200"/>
              </a:xfrm>
            </p:grpSpPr>
            <p:sp>
              <p:nvSpPr>
                <p:cNvPr id="13183" name="Oval 30"/>
                <p:cNvSpPr/>
                <p:nvPr/>
              </p:nvSpPr>
              <p:spPr>
                <a:xfrm>
                  <a:off x="5018400" y="1119960"/>
                  <a:ext cx="442800" cy="15120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846"/>
                    </a:gs>
                    <a:gs pos="100000">
                      <a:srgbClr val="00cc99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184" name="Freeform: Shape 31"/>
                <p:cNvSpPr/>
                <p:nvPr/>
              </p:nvSpPr>
              <p:spPr>
                <a:xfrm flipH="1" rot="16200000">
                  <a:off x="5223960" y="1144800"/>
                  <a:ext cx="84240" cy="12384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004846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185" name="Freeform: Shape 26"/>
              <p:cNvSpPr/>
              <p:nvPr/>
            </p:nvSpPr>
            <p:spPr>
              <a:xfrm>
                <a:off x="5206680" y="891000"/>
                <a:ext cx="255600" cy="32580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008e69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186" name="Freeform: Shape 29"/>
              <p:cNvSpPr/>
              <p:nvPr/>
            </p:nvSpPr>
            <p:spPr>
              <a:xfrm>
                <a:off x="5017680" y="577800"/>
                <a:ext cx="576360" cy="61992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00cc99"/>
                  </a:gs>
                  <a:gs pos="100000">
                    <a:srgbClr val="006666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grpSp>
          <p:nvGrpSpPr>
            <p:cNvPr id="13187" name="Group 60"/>
            <p:cNvGrpSpPr/>
            <p:nvPr/>
          </p:nvGrpSpPr>
          <p:grpSpPr>
            <a:xfrm>
              <a:off x="1009800" y="712440"/>
              <a:ext cx="12093480" cy="1760040"/>
              <a:chOff x="1009800" y="712440"/>
              <a:chExt cx="12093480" cy="1760040"/>
            </a:xfrm>
          </p:grpSpPr>
          <p:grpSp>
            <p:nvGrpSpPr>
              <p:cNvPr id="13188" name="Group 146"/>
              <p:cNvGrpSpPr/>
              <p:nvPr/>
            </p:nvGrpSpPr>
            <p:grpSpPr>
              <a:xfrm>
                <a:off x="1009800" y="784080"/>
                <a:ext cx="10514520" cy="1688400"/>
                <a:chOff x="1009800" y="784080"/>
                <a:chExt cx="10514520" cy="1688400"/>
              </a:xfrm>
            </p:grpSpPr>
            <p:sp>
              <p:nvSpPr>
                <p:cNvPr id="13189" name="TextBox 118"/>
                <p:cNvSpPr/>
                <p:nvPr/>
              </p:nvSpPr>
              <p:spPr>
                <a:xfrm>
                  <a:off x="5834880" y="784080"/>
                  <a:ext cx="846360" cy="3988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1" lang="en-US" sz="2000" spc="-1" strike="noStrike">
                      <a:solidFill>
                        <a:srgbClr val="3b3838"/>
                      </a:solidFill>
                      <a:latin typeface="Century Gothic"/>
                    </a:rPr>
                    <a:t>10%</a:t>
                  </a:r>
                  <a:endParaRPr b="0" lang="en-US" sz="20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grpSp>
              <p:nvGrpSpPr>
                <p:cNvPr id="13190" name="Group 52"/>
                <p:cNvGrpSpPr/>
                <p:nvPr/>
              </p:nvGrpSpPr>
              <p:grpSpPr>
                <a:xfrm>
                  <a:off x="1009800" y="1748520"/>
                  <a:ext cx="10092240" cy="723960"/>
                  <a:chOff x="1009800" y="1748520"/>
                  <a:chExt cx="10092240" cy="723960"/>
                </a:xfrm>
              </p:grpSpPr>
              <p:sp>
                <p:nvSpPr>
                  <p:cNvPr id="13191" name="Rectangle: Rounded Corners 27"/>
                  <p:cNvSpPr/>
                  <p:nvPr/>
                </p:nvSpPr>
                <p:spPr>
                  <a:xfrm>
                    <a:off x="1703520" y="1884960"/>
                    <a:ext cx="9024120" cy="239400"/>
                  </a:xfrm>
                  <a:custGeom>
                    <a:avLst/>
                    <a:gdLst/>
                    <a:ahLst/>
                    <a:rect l="l" t="t" r="r" b="b"/>
                    <a:pathLst>
                      <a:path w="813016" h="21600">
                        <a:moveTo>
                          <a:pt x="10800" y="0"/>
                        </a:moveTo>
                        <a:arcTo wR="10800" hR="10800" stAng="16200000" swAng="-5400000"/>
                        <a:lnTo>
                          <a:pt x="0" y="10800"/>
                        </a:lnTo>
                        <a:arcTo wR="10800" hR="10800" stAng="10800000" swAng="-5400000"/>
                        <a:lnTo>
                          <a:pt x="802216" y="21600"/>
                        </a:lnTo>
                        <a:arcTo wR="780616" hR="10800" stAng="5400000" swAng="5400000"/>
                        <a:lnTo>
                          <a:pt x="21600" y="10800"/>
                        </a:lnTo>
                        <a:arcTo wR="780616" hR="10800" stAng="10800000" swAng="5400000"/>
                        <a:close/>
                      </a:path>
                    </a:pathLst>
                  </a:custGeom>
                  <a:solidFill>
                    <a:srgbClr val="bfbfbf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192" name="Rectangle: Rounded Corners 28"/>
                  <p:cNvSpPr/>
                  <p:nvPr/>
                </p:nvSpPr>
                <p:spPr>
                  <a:xfrm>
                    <a:off x="1703520" y="1884960"/>
                    <a:ext cx="5212080" cy="239400"/>
                  </a:xfrm>
                  <a:custGeom>
                    <a:avLst/>
                    <a:gdLst/>
                    <a:ahLst/>
                    <a:rect l="l" t="t" r="r" b="b"/>
                    <a:pathLst>
                      <a:path w="469589" h="21600">
                        <a:moveTo>
                          <a:pt x="10800" y="0"/>
                        </a:moveTo>
                        <a:arcTo wR="10800" hR="10800" stAng="16200000" swAng="-5400000"/>
                        <a:lnTo>
                          <a:pt x="0" y="10800"/>
                        </a:lnTo>
                        <a:arcTo wR="10800" hR="10800" stAng="10800000" swAng="-5400000"/>
                        <a:lnTo>
                          <a:pt x="458789" y="21600"/>
                        </a:lnTo>
                        <a:arcTo wR="437189" hR="10800" stAng="5400000" swAng="5400000"/>
                        <a:lnTo>
                          <a:pt x="21600" y="10800"/>
                        </a:lnTo>
                        <a:arcTo wR="437189" hR="10800" stAng="10800000" swAng="5400000"/>
                        <a:close/>
                      </a:path>
                    </a:pathLst>
                  </a:custGeom>
                  <a:solidFill>
                    <a:srgbClr val="afabab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193" name="Oval 38"/>
                  <p:cNvSpPr/>
                  <p:nvPr/>
                </p:nvSpPr>
                <p:spPr>
                  <a:xfrm>
                    <a:off x="1425600" y="1748520"/>
                    <a:ext cx="554040" cy="418680"/>
                  </a:xfrm>
                  <a:prstGeom prst="ellipse">
                    <a:avLst/>
                  </a:prstGeom>
                  <a:solidFill>
                    <a:srgbClr val="92d050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1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194" name="TextBox 10"/>
                  <p:cNvSpPr/>
                  <p:nvPr/>
                </p:nvSpPr>
                <p:spPr>
                  <a:xfrm>
                    <a:off x="1009800" y="2135160"/>
                    <a:ext cx="193896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IN" sz="1600" spc="-1" strike="noStrike">
                        <a:solidFill>
                          <a:srgbClr val="385723"/>
                        </a:solidFill>
                        <a:latin typeface="Calibri"/>
                      </a:rPr>
                      <a:t>Initiation &amp; Planning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195" name="Oval 41"/>
                  <p:cNvSpPr/>
                  <p:nvPr/>
                </p:nvSpPr>
                <p:spPr>
                  <a:xfrm>
                    <a:off x="3581640" y="1748520"/>
                    <a:ext cx="555480" cy="418680"/>
                  </a:xfrm>
                  <a:prstGeom prst="ellipse">
                    <a:avLst/>
                  </a:prstGeom>
                  <a:solidFill>
                    <a:srgbClr val="fbe5d6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00000"/>
                        </a:solidFill>
                        <a:latin typeface="Calibri"/>
                      </a:rPr>
                      <a:t>2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196" name="TextBox 13"/>
                  <p:cNvSpPr/>
                  <p:nvPr/>
                </p:nvSpPr>
                <p:spPr>
                  <a:xfrm>
                    <a:off x="2898360" y="2121120"/>
                    <a:ext cx="266760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Data Collection &amp; Preparation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197" name="Oval 44"/>
                  <p:cNvSpPr/>
                  <p:nvPr/>
                </p:nvSpPr>
                <p:spPr>
                  <a:xfrm>
                    <a:off x="6395040" y="1788120"/>
                    <a:ext cx="554040" cy="41868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3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198" name="Oval 47"/>
                  <p:cNvSpPr/>
                  <p:nvPr/>
                </p:nvSpPr>
                <p:spPr>
                  <a:xfrm>
                    <a:off x="8471520" y="1788120"/>
                    <a:ext cx="554040" cy="418680"/>
                  </a:xfrm>
                  <a:prstGeom prst="ellipse">
                    <a:avLst/>
                  </a:prstGeom>
                  <a:solidFill>
                    <a:srgbClr val="a6a6a6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4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199" name="Oval 50"/>
                  <p:cNvSpPr/>
                  <p:nvPr/>
                </p:nvSpPr>
                <p:spPr>
                  <a:xfrm>
                    <a:off x="10548000" y="1788120"/>
                    <a:ext cx="554040" cy="418680"/>
                  </a:xfrm>
                  <a:prstGeom prst="ellipse">
                    <a:avLst/>
                  </a:prstGeom>
                  <a:solidFill>
                    <a:srgbClr val="a6a6a6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5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  <p:sp>
              <p:nvSpPr>
                <p:cNvPr id="13200" name="TextBox 13"/>
                <p:cNvSpPr/>
                <p:nvPr/>
              </p:nvSpPr>
              <p:spPr>
                <a:xfrm>
                  <a:off x="5749200" y="2115000"/>
                  <a:ext cx="1913400" cy="33732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600" spc="-1" strike="noStrike">
                      <a:solidFill>
                        <a:srgbClr val="000000"/>
                      </a:solidFill>
                      <a:latin typeface="Calibri"/>
                    </a:rPr>
                    <a:t>Workshop Execution</a:t>
                  </a: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01" name="TextBox 13"/>
                <p:cNvSpPr/>
                <p:nvPr/>
              </p:nvSpPr>
              <p:spPr>
                <a:xfrm>
                  <a:off x="7948440" y="2111760"/>
                  <a:ext cx="1653120" cy="33732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600" spc="-1" strike="noStrike">
                      <a:solidFill>
                        <a:srgbClr val="000000"/>
                      </a:solidFill>
                      <a:latin typeface="Calibri"/>
                    </a:rPr>
                    <a:t>Report Review</a:t>
                  </a: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02" name="TextBox 13"/>
                <p:cNvSpPr/>
                <p:nvPr/>
              </p:nvSpPr>
              <p:spPr>
                <a:xfrm>
                  <a:off x="10192680" y="2089440"/>
                  <a:ext cx="1331640" cy="33732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600" spc="-1" strike="noStrike">
                      <a:solidFill>
                        <a:srgbClr val="000000"/>
                      </a:solidFill>
                      <a:latin typeface="Calibri"/>
                    </a:rPr>
                    <a:t>Close Out</a:t>
                  </a: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</p:grpSp>
          <p:sp>
            <p:nvSpPr>
              <p:cNvPr id="13203" name="TextBox 145"/>
              <p:cNvSpPr/>
              <p:nvPr/>
            </p:nvSpPr>
            <p:spPr>
              <a:xfrm>
                <a:off x="6512400" y="712440"/>
                <a:ext cx="6590880" cy="642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One round of initial Discussion held with Depot Officer. Training planned on 3</a:t>
                </a:r>
                <a:r>
                  <a:rPr b="0" lang="en-US" sz="1800" spc="-1" strike="noStrike" baseline="30000">
                    <a:solidFill>
                      <a:srgbClr val="000000"/>
                    </a:solidFill>
                    <a:latin typeface="Calibri"/>
                  </a:rPr>
                  <a:t>rd</a:t>
                </a: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 Week of Sept’26 to proceed.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204" name="Isosceles Triangle 32"/>
              <p:cNvSpPr/>
              <p:nvPr/>
            </p:nvSpPr>
            <p:spPr>
              <a:xfrm rot="16200000">
                <a:off x="5636520" y="852480"/>
                <a:ext cx="299880" cy="260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10800" y="0"/>
                    </a:moveTo>
                    <a:lnTo>
                      <a:pt x="21600" y="21600"/>
                    </a:lnTo>
                    <a:lnTo>
                      <a:pt x="0" y="21600"/>
                    </a:lnTo>
                    <a:close/>
                  </a:path>
                </a:pathLst>
              </a:custGeom>
              <a:solidFill>
                <a:srgbClr val="007a7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205" name="TextBox 49"/>
              <p:cNvSpPr/>
              <p:nvPr/>
            </p:nvSpPr>
            <p:spPr>
              <a:xfrm>
                <a:off x="1104120" y="1447200"/>
                <a:ext cx="133200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1800" spc="-1" strike="noStrike">
                    <a:solidFill>
                      <a:srgbClr val="385723"/>
                    </a:solidFill>
                    <a:latin typeface="Calibri"/>
                  </a:rPr>
                  <a:t>June’26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206" name="TextBox 53"/>
              <p:cNvSpPr/>
              <p:nvPr/>
            </p:nvSpPr>
            <p:spPr>
              <a:xfrm>
                <a:off x="3516120" y="1447200"/>
                <a:ext cx="85104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IN" sz="1800" spc="-1" strike="noStrike">
                    <a:solidFill>
                      <a:srgbClr val="000000"/>
                    </a:solidFill>
                    <a:latin typeface="Calibri"/>
                  </a:rPr>
                  <a:t>Aug’26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207" name="TextBox 55"/>
              <p:cNvSpPr/>
              <p:nvPr/>
            </p:nvSpPr>
            <p:spPr>
              <a:xfrm>
                <a:off x="6228000" y="1478520"/>
                <a:ext cx="92988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IN" sz="1800" spc="-1" strike="noStrike">
                    <a:solidFill>
                      <a:srgbClr val="000000"/>
                    </a:solidFill>
                    <a:latin typeface="Calibri"/>
                  </a:rPr>
                  <a:t>Sept’26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208" name="TextBox 57"/>
              <p:cNvSpPr/>
              <p:nvPr/>
            </p:nvSpPr>
            <p:spPr>
              <a:xfrm>
                <a:off x="8214120" y="1478520"/>
                <a:ext cx="94572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IN" sz="1800" spc="-1" strike="noStrike">
                    <a:solidFill>
                      <a:srgbClr val="000000"/>
                    </a:solidFill>
                    <a:latin typeface="Calibri"/>
                  </a:rPr>
                  <a:t>Oct’26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209" name="TextBox 59"/>
              <p:cNvSpPr/>
              <p:nvPr/>
            </p:nvSpPr>
            <p:spPr>
              <a:xfrm>
                <a:off x="10342440" y="1478520"/>
                <a:ext cx="96156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IN" sz="1800" spc="-1" strike="noStrike">
                    <a:solidFill>
                      <a:srgbClr val="000000"/>
                    </a:solidFill>
                    <a:latin typeface="Calibri"/>
                  </a:rPr>
                  <a:t>Nov’26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</p:grpSp>
      <p:sp>
        <p:nvSpPr>
          <p:cNvPr id="13210" name="TextBox 13"/>
          <p:cNvSpPr/>
          <p:nvPr/>
        </p:nvSpPr>
        <p:spPr>
          <a:xfrm>
            <a:off x="11383920" y="5925960"/>
            <a:ext cx="203832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600" spc="-1" strike="noStrike">
                <a:solidFill>
                  <a:srgbClr val="000000"/>
                </a:solidFill>
                <a:latin typeface="Calibri"/>
              </a:rPr>
              <a:t>Approval – RNE &amp; RR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3211" name="Group 131"/>
          <p:cNvGrpSpPr/>
          <p:nvPr/>
        </p:nvGrpSpPr>
        <p:grpSpPr>
          <a:xfrm>
            <a:off x="993600" y="4502160"/>
            <a:ext cx="12107880" cy="1794240"/>
            <a:chOff x="993600" y="4502160"/>
            <a:chExt cx="12107880" cy="1794240"/>
          </a:xfrm>
        </p:grpSpPr>
        <p:grpSp>
          <p:nvGrpSpPr>
            <p:cNvPr id="13212" name="Group 68"/>
            <p:cNvGrpSpPr/>
            <p:nvPr/>
          </p:nvGrpSpPr>
          <p:grpSpPr>
            <a:xfrm>
              <a:off x="993600" y="4502160"/>
              <a:ext cx="12107880" cy="1794240"/>
              <a:chOff x="993600" y="4502160"/>
              <a:chExt cx="12107880" cy="1794240"/>
            </a:xfrm>
          </p:grpSpPr>
          <p:grpSp>
            <p:nvGrpSpPr>
              <p:cNvPr id="13213" name="Group 69"/>
              <p:cNvGrpSpPr/>
              <p:nvPr/>
            </p:nvGrpSpPr>
            <p:grpSpPr>
              <a:xfrm>
                <a:off x="1056600" y="4639680"/>
                <a:ext cx="4490280" cy="537480"/>
                <a:chOff x="1056600" y="4639680"/>
                <a:chExt cx="4490280" cy="537480"/>
              </a:xfrm>
            </p:grpSpPr>
            <p:sp>
              <p:nvSpPr>
                <p:cNvPr id="13214" name="Freeform: Shape 102"/>
                <p:cNvSpPr/>
                <p:nvPr/>
              </p:nvSpPr>
              <p:spPr>
                <a:xfrm rot="5400000">
                  <a:off x="5348160" y="4978440"/>
                  <a:ext cx="155880" cy="24120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004846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215" name="Rectangle 103"/>
                <p:cNvSpPr/>
                <p:nvPr/>
              </p:nvSpPr>
              <p:spPr>
                <a:xfrm>
                  <a:off x="1056600" y="4814640"/>
                  <a:ext cx="4249080" cy="362520"/>
                </a:xfrm>
                <a:prstGeom prst="rect">
                  <a:avLst/>
                </a:prstGeom>
                <a:gradFill rotWithShape="0">
                  <a:gsLst>
                    <a:gs pos="0">
                      <a:srgbClr val="00cc99"/>
                    </a:gs>
                    <a:gs pos="100000">
                      <a:srgbClr val="006666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ctr">
                  <a:noAutofit/>
                </a:bodyPr>
                <a:p>
                  <a:pPr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1" lang="en-US" sz="2000" spc="-1" strike="noStrike">
                      <a:solidFill>
                        <a:srgbClr val="ffffff"/>
                      </a:solidFill>
                      <a:latin typeface="Georgia Pro Cond Light"/>
                    </a:rPr>
                    <a:t>03 Risk Register Review &amp; RNE</a:t>
                  </a:r>
                  <a:endParaRPr b="0" lang="en-US" sz="20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grpSp>
              <p:nvGrpSpPr>
                <p:cNvPr id="13216" name="Group 104"/>
                <p:cNvGrpSpPr/>
                <p:nvPr/>
              </p:nvGrpSpPr>
              <p:grpSpPr>
                <a:xfrm>
                  <a:off x="4971600" y="5043600"/>
                  <a:ext cx="442800" cy="112680"/>
                  <a:chOff x="4971600" y="5043600"/>
                  <a:chExt cx="442800" cy="112680"/>
                </a:xfrm>
              </p:grpSpPr>
              <p:sp>
                <p:nvSpPr>
                  <p:cNvPr id="13217" name="Oval 107"/>
                  <p:cNvSpPr/>
                  <p:nvPr/>
                </p:nvSpPr>
                <p:spPr>
                  <a:xfrm>
                    <a:off x="4971600" y="5043600"/>
                    <a:ext cx="442800" cy="112680"/>
                  </a:xfrm>
                  <a:prstGeom prst="ellipse">
                    <a:avLst/>
                  </a:prstGeom>
                  <a:gradFill rotWithShape="0">
                    <a:gsLst>
                      <a:gs pos="0">
                        <a:srgbClr val="004846"/>
                      </a:gs>
                      <a:gs pos="100000">
                        <a:srgbClr val="00cc99"/>
                      </a:gs>
                    </a:gsLst>
                    <a:lin ang="0"/>
                  </a:gra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218" name="Freeform: Shape 108"/>
                  <p:cNvSpPr/>
                  <p:nvPr/>
                </p:nvSpPr>
                <p:spPr>
                  <a:xfrm flipH="1" rot="16200000">
                    <a:off x="5187600" y="5046480"/>
                    <a:ext cx="63360" cy="123840"/>
                  </a:xfrm>
                  <a:custGeom>
                    <a:avLst/>
                    <a:gdLst/>
                    <a:ahLst/>
                    <a:rect l="l" t="t" r="r" b="b"/>
                    <a:pathLst>
                      <a:path w="476740" h="238369">
                        <a:moveTo>
                          <a:pt x="238370" y="0"/>
                        </a:moveTo>
                        <a:cubicBezTo>
                          <a:pt x="337106" y="0"/>
                          <a:pt x="421821" y="60031"/>
                          <a:pt x="458008" y="145586"/>
                        </a:cubicBezTo>
                        <a:lnTo>
                          <a:pt x="476740" y="238369"/>
                        </a:lnTo>
                        <a:lnTo>
                          <a:pt x="0" y="238369"/>
                        </a:lnTo>
                        <a:lnTo>
                          <a:pt x="18733" y="145586"/>
                        </a:lnTo>
                        <a:cubicBezTo>
                          <a:pt x="54919" y="60031"/>
                          <a:pt x="139634" y="0"/>
                          <a:pt x="238370" y="0"/>
                        </a:cubicBezTo>
                        <a:close/>
                      </a:path>
                    </a:pathLst>
                  </a:custGeom>
                  <a:solidFill>
                    <a:srgbClr val="004846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</p:grpSp>
            <p:sp>
              <p:nvSpPr>
                <p:cNvPr id="13219" name="Freeform: Shape 105"/>
                <p:cNvSpPr/>
                <p:nvPr/>
              </p:nvSpPr>
              <p:spPr>
                <a:xfrm>
                  <a:off x="5159520" y="4873320"/>
                  <a:ext cx="255600" cy="241560"/>
                </a:xfrm>
                <a:custGeom>
                  <a:avLst/>
                  <a:gdLst/>
                  <a:ahLst/>
                  <a:rect l="l" t="t" r="r" b="b"/>
                  <a:pathLst>
                    <a:path w="507102" h="843064">
                      <a:moveTo>
                        <a:pt x="0" y="93098"/>
                      </a:moveTo>
                      <a:cubicBezTo>
                        <a:pt x="84517" y="-31896"/>
                        <a:pt x="422585" y="-30164"/>
                        <a:pt x="507102" y="93098"/>
                      </a:cubicBezTo>
                      <a:lnTo>
                        <a:pt x="507102" y="832673"/>
                      </a:lnTo>
                      <a:lnTo>
                        <a:pt x="506404" y="831938"/>
                      </a:lnTo>
                      <a:cubicBezTo>
                        <a:pt x="442955" y="776749"/>
                        <a:pt x="355300" y="742614"/>
                        <a:pt x="258479" y="742614"/>
                      </a:cubicBezTo>
                      <a:cubicBezTo>
                        <a:pt x="161658" y="742614"/>
                        <a:pt x="74004" y="776749"/>
                        <a:pt x="10554" y="831938"/>
                      </a:cubicBezTo>
                      <a:lnTo>
                        <a:pt x="0" y="843064"/>
                      </a:lnTo>
                      <a:lnTo>
                        <a:pt x="0" y="93098"/>
                      </a:lnTo>
                      <a:close/>
                    </a:path>
                  </a:pathLst>
                </a:custGeom>
                <a:solidFill>
                  <a:srgbClr val="008e69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220" name="Freeform: Shape 106"/>
                <p:cNvSpPr/>
                <p:nvPr/>
              </p:nvSpPr>
              <p:spPr>
                <a:xfrm>
                  <a:off x="4970520" y="4639680"/>
                  <a:ext cx="576360" cy="462960"/>
                </a:xfrm>
                <a:custGeom>
                  <a:avLst/>
                  <a:gdLst/>
                  <a:ahLst/>
                  <a:rect l="l" t="t" r="r" b="b"/>
                  <a:pathLst>
                    <a:path w="507102" h="843064">
                      <a:moveTo>
                        <a:pt x="0" y="838892"/>
                      </a:moveTo>
                      <a:lnTo>
                        <a:pt x="734" y="842290"/>
                      </a:lnTo>
                      <a:lnTo>
                        <a:pt x="0" y="843064"/>
                      </a:lnTo>
                      <a:lnTo>
                        <a:pt x="0" y="838892"/>
                      </a:lnTo>
                      <a:close/>
                      <a:moveTo>
                        <a:pt x="253551" y="2"/>
                      </a:moveTo>
                      <a:cubicBezTo>
                        <a:pt x="359198" y="219"/>
                        <a:pt x="464844" y="31467"/>
                        <a:pt x="507102" y="93098"/>
                      </a:cubicBezTo>
                      <a:lnTo>
                        <a:pt x="507102" y="832673"/>
                      </a:lnTo>
                      <a:lnTo>
                        <a:pt x="506404" y="831938"/>
                      </a:lnTo>
                      <a:cubicBezTo>
                        <a:pt x="474680" y="804344"/>
                        <a:pt x="436904" y="782013"/>
                        <a:pt x="394956" y="766580"/>
                      </a:cubicBezTo>
                      <a:lnTo>
                        <a:pt x="354875" y="759542"/>
                      </a:lnTo>
                      <a:lnTo>
                        <a:pt x="306006" y="744165"/>
                      </a:lnTo>
                      <a:cubicBezTo>
                        <a:pt x="279653" y="738963"/>
                        <a:pt x="250680" y="736087"/>
                        <a:pt x="220267" y="736087"/>
                      </a:cubicBezTo>
                      <a:cubicBezTo>
                        <a:pt x="113823" y="736087"/>
                        <a:pt x="25013" y="771323"/>
                        <a:pt x="4473" y="818166"/>
                      </a:cubicBezTo>
                      <a:lnTo>
                        <a:pt x="0" y="838874"/>
                      </a:lnTo>
                      <a:lnTo>
                        <a:pt x="0" y="93098"/>
                      </a:lnTo>
                      <a:cubicBezTo>
                        <a:pt x="42259" y="30601"/>
                        <a:pt x="147905" y="-215"/>
                        <a:pt x="253551" y="2"/>
                      </a:cubicBezTo>
                      <a:close/>
                    </a:path>
                  </a:pathLst>
                </a:custGeom>
                <a:gradFill rotWithShape="0">
                  <a:gsLst>
                    <a:gs pos="0">
                      <a:srgbClr val="00cc99"/>
                    </a:gs>
                    <a:gs pos="100000">
                      <a:srgbClr val="006666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grpSp>
            <p:nvGrpSpPr>
              <p:cNvPr id="13221" name="Group 70"/>
              <p:cNvGrpSpPr/>
              <p:nvPr/>
            </p:nvGrpSpPr>
            <p:grpSpPr>
              <a:xfrm>
                <a:off x="993600" y="4502160"/>
                <a:ext cx="12107880" cy="1794240"/>
                <a:chOff x="993600" y="4502160"/>
                <a:chExt cx="12107880" cy="1794240"/>
              </a:xfrm>
            </p:grpSpPr>
            <p:grpSp>
              <p:nvGrpSpPr>
                <p:cNvPr id="13222" name="Group 71"/>
                <p:cNvGrpSpPr/>
                <p:nvPr/>
              </p:nvGrpSpPr>
              <p:grpSpPr>
                <a:xfrm>
                  <a:off x="993600" y="4541400"/>
                  <a:ext cx="11288520" cy="1755000"/>
                  <a:chOff x="993600" y="4541400"/>
                  <a:chExt cx="11288520" cy="1755000"/>
                </a:xfrm>
              </p:grpSpPr>
              <p:sp>
                <p:nvSpPr>
                  <p:cNvPr id="13223" name="TextBox 88"/>
                  <p:cNvSpPr/>
                  <p:nvPr/>
                </p:nvSpPr>
                <p:spPr>
                  <a:xfrm>
                    <a:off x="5771520" y="4541400"/>
                    <a:ext cx="846360" cy="3988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2000" spc="-1" strike="noStrike">
                        <a:solidFill>
                          <a:srgbClr val="3b3838"/>
                        </a:solidFill>
                        <a:latin typeface="Century Gothic"/>
                      </a:rPr>
                      <a:t>10%</a:t>
                    </a:r>
                    <a:endParaRPr b="0" lang="en-US" sz="20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grpSp>
                <p:nvGrpSpPr>
                  <p:cNvPr id="13224" name="Group 89"/>
                  <p:cNvGrpSpPr/>
                  <p:nvPr/>
                </p:nvGrpSpPr>
                <p:grpSpPr>
                  <a:xfrm>
                    <a:off x="993600" y="5512320"/>
                    <a:ext cx="11288520" cy="709200"/>
                    <a:chOff x="993600" y="5512320"/>
                    <a:chExt cx="11288520" cy="709200"/>
                  </a:xfrm>
                </p:grpSpPr>
                <p:sp>
                  <p:nvSpPr>
                    <p:cNvPr id="13225" name="Rectangle: Rounded Corners 93"/>
                    <p:cNvSpPr/>
                    <p:nvPr/>
                  </p:nvSpPr>
                  <p:spPr>
                    <a:xfrm>
                      <a:off x="1655280" y="5613840"/>
                      <a:ext cx="10626840" cy="196560"/>
                    </a:xfrm>
                    <a:custGeom>
                      <a:avLst/>
                      <a:gdLst/>
                      <a:ahLst/>
                      <a:rect l="l" t="t" r="r" b="b"/>
                      <a:pathLst>
                        <a:path w="1165689" h="21600">
                          <a:moveTo>
                            <a:pt x="10800" y="0"/>
                          </a:moveTo>
                          <a:arcTo wR="10800" hR="10800" stAng="16200000" swAng="-5400000"/>
                          <a:lnTo>
                            <a:pt x="0" y="10800"/>
                          </a:lnTo>
                          <a:arcTo wR="10800" hR="10800" stAng="10800000" swAng="-5400000"/>
                          <a:lnTo>
                            <a:pt x="1154889" y="21600"/>
                          </a:lnTo>
                          <a:arcTo wR="1133289" hR="10800" stAng="5400000" swAng="5400000"/>
                          <a:lnTo>
                            <a:pt x="21600" y="10800"/>
                          </a:lnTo>
                          <a:arcTo wR="1133289" hR="10800" stAng="10800000" swAng="5400000"/>
                          <a:close/>
                        </a:path>
                      </a:pathLst>
                    </a:custGeom>
                    <a:solidFill>
                      <a:srgbClr val="bfbfbf"/>
                    </a:solidFill>
                    <a:ln w="0">
                      <a:noFill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</p:sp>
                <p:sp>
                  <p:nvSpPr>
                    <p:cNvPr id="13226" name="Rectangle: Rounded Corners 94"/>
                    <p:cNvSpPr/>
                    <p:nvPr/>
                  </p:nvSpPr>
                  <p:spPr>
                    <a:xfrm>
                      <a:off x="1655280" y="5613840"/>
                      <a:ext cx="5211720" cy="237960"/>
                    </a:xfrm>
                    <a:custGeom>
                      <a:avLst/>
                      <a:gdLst/>
                      <a:ahLst/>
                      <a:rect l="l" t="t" r="r" b="b"/>
                      <a:pathLst>
                        <a:path w="472394" h="21600">
                          <a:moveTo>
                            <a:pt x="10800" y="0"/>
                          </a:moveTo>
                          <a:arcTo wR="10800" hR="10800" stAng="16200000" swAng="-5400000"/>
                          <a:lnTo>
                            <a:pt x="0" y="10800"/>
                          </a:lnTo>
                          <a:arcTo wR="10800" hR="10800" stAng="10800000" swAng="-5400000"/>
                          <a:lnTo>
                            <a:pt x="461594" y="21600"/>
                          </a:lnTo>
                          <a:arcTo wR="439994" hR="10800" stAng="5400000" swAng="5400000"/>
                          <a:lnTo>
                            <a:pt x="21600" y="10800"/>
                          </a:lnTo>
                          <a:arcTo wR="439994" hR="10800" stAng="10800000" swAng="5400000"/>
                          <a:close/>
                        </a:path>
                      </a:pathLst>
                    </a:custGeom>
                    <a:solidFill>
                      <a:srgbClr val="afabab"/>
                    </a:solidFill>
                    <a:ln w="0">
                      <a:noFill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</p:sp>
                <p:sp>
                  <p:nvSpPr>
                    <p:cNvPr id="13227" name="Oval 95"/>
                    <p:cNvSpPr/>
                    <p:nvPr/>
                  </p:nvSpPr>
                  <p:spPr>
                    <a:xfrm>
                      <a:off x="1377720" y="5512320"/>
                      <a:ext cx="555480" cy="414000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 w="28440">
                      <a:solidFill>
                        <a:srgbClr val="ffffff"/>
                      </a:solidFill>
                      <a:miter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  <p:txBody>
                    <a:bodyPr lIns="90000" rIns="90000" tIns="46800" bIns="46800" anchor="ctr">
                      <a:norm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800" spc="-1" strike="noStrike">
                          <a:solidFill>
                            <a:srgbClr val="ffffff"/>
                          </a:solidFill>
                          <a:latin typeface="Calibri"/>
                        </a:rPr>
                        <a:t>1</a:t>
                      </a:r>
                      <a:endParaRPr b="0" lang="en-US" sz="18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p:txBody>
                </p:sp>
                <p:sp>
                  <p:nvSpPr>
                    <p:cNvPr id="13228" name="TextBox 10"/>
                    <p:cNvSpPr/>
                    <p:nvPr/>
                  </p:nvSpPr>
                  <p:spPr>
                    <a:xfrm>
                      <a:off x="993600" y="5876280"/>
                      <a:ext cx="1592280" cy="337320"/>
                    </a:xfrm>
                    <a:custGeom>
                      <a:avLst/>
                      <a:gdLst/>
                      <a:ahLst/>
                      <a:rect l="l" t="t" r="r" b="b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21600" y="0"/>
                          </a:lnTo>
                          <a:lnTo>
                            <a:pt x="21600" y="21600"/>
                          </a:lnTo>
                          <a:lnTo>
                            <a:pt x="0" y="2160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0">
                      <a:noFill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  <p:txBody>
                    <a:bodyPr lIns="90000" rIns="90000" tIns="46800" bIns="46800" anchor="t">
                      <a:sp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d0d0d"/>
                          </a:solidFill>
                          <a:latin typeface="Calibri"/>
                        </a:rPr>
                        <a:t>T</a:t>
                      </a:r>
                      <a:r>
                        <a:rPr b="0" lang="en-IN" sz="1600" spc="-1" strike="noStrike">
                          <a:solidFill>
                            <a:srgbClr val="0d0d0d"/>
                          </a:solidFill>
                          <a:latin typeface="Calibri"/>
                        </a:rPr>
                        <a:t>eam Formation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p:txBody>
                </p:sp>
                <p:sp>
                  <p:nvSpPr>
                    <p:cNvPr id="13229" name="Oval 97"/>
                    <p:cNvSpPr/>
                    <p:nvPr/>
                  </p:nvSpPr>
                  <p:spPr>
                    <a:xfrm>
                      <a:off x="3535200" y="5512320"/>
                      <a:ext cx="554040" cy="414000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 w="28440">
                      <a:solidFill>
                        <a:srgbClr val="ffffff"/>
                      </a:solidFill>
                      <a:miter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  <p:txBody>
                    <a:bodyPr lIns="90000" rIns="90000" tIns="46800" bIns="46800" anchor="ctr">
                      <a:norm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800" spc="-1" strike="noStrike">
                          <a:solidFill>
                            <a:srgbClr val="ffffff"/>
                          </a:solidFill>
                          <a:latin typeface="Calibri"/>
                        </a:rPr>
                        <a:t>2</a:t>
                      </a:r>
                      <a:endParaRPr b="0" lang="en-US" sz="18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p:txBody>
                </p:sp>
                <p:sp>
                  <p:nvSpPr>
                    <p:cNvPr id="13230" name="TextBox 13"/>
                    <p:cNvSpPr/>
                    <p:nvPr/>
                  </p:nvSpPr>
                  <p:spPr>
                    <a:xfrm>
                      <a:off x="2992680" y="5884200"/>
                      <a:ext cx="1658520" cy="337320"/>
                    </a:xfrm>
                    <a:custGeom>
                      <a:avLst/>
                      <a:gdLst/>
                      <a:ahLst/>
                      <a:rect l="l" t="t" r="r" b="b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21600" y="0"/>
                          </a:lnTo>
                          <a:lnTo>
                            <a:pt x="21600" y="21600"/>
                          </a:lnTo>
                          <a:lnTo>
                            <a:pt x="0" y="2160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0">
                      <a:noFill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  <p:txBody>
                    <a:bodyPr lIns="90000" rIns="90000" tIns="46800" bIns="46800" anchor="t">
                      <a:sp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Location Review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p:txBody>
                </p:sp>
                <p:sp>
                  <p:nvSpPr>
                    <p:cNvPr id="13231" name="Oval 99"/>
                    <p:cNvSpPr/>
                    <p:nvPr/>
                  </p:nvSpPr>
                  <p:spPr>
                    <a:xfrm>
                      <a:off x="6348240" y="5542200"/>
                      <a:ext cx="554040" cy="412560"/>
                    </a:xfrm>
                    <a:prstGeom prst="ellipse">
                      <a:avLst/>
                    </a:prstGeom>
                    <a:solidFill>
                      <a:srgbClr val="fbe5d6"/>
                    </a:solidFill>
                    <a:ln w="28440">
                      <a:solidFill>
                        <a:srgbClr val="ffffff"/>
                      </a:solidFill>
                      <a:miter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  <p:txBody>
                    <a:bodyPr lIns="90000" rIns="90000" tIns="46800" bIns="46800" anchor="ctr">
                      <a:norm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8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3</a:t>
                      </a:r>
                      <a:endParaRPr b="0" lang="en-US" sz="18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p:txBody>
                </p:sp>
                <p:sp>
                  <p:nvSpPr>
                    <p:cNvPr id="13232" name="Oval 100"/>
                    <p:cNvSpPr/>
                    <p:nvPr/>
                  </p:nvSpPr>
                  <p:spPr>
                    <a:xfrm>
                      <a:off x="8424720" y="5542200"/>
                      <a:ext cx="554040" cy="412560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28440">
                      <a:solidFill>
                        <a:srgbClr val="ffffff"/>
                      </a:solidFill>
                      <a:miter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  <p:txBody>
                    <a:bodyPr lIns="90000" rIns="90000" tIns="46800" bIns="46800" anchor="ctr">
                      <a:norm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800" spc="-1" strike="noStrike">
                          <a:solidFill>
                            <a:srgbClr val="ffffff"/>
                          </a:solidFill>
                          <a:latin typeface="Calibri"/>
                        </a:rPr>
                        <a:t>4</a:t>
                      </a:r>
                      <a:endParaRPr b="0" lang="en-US" sz="18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p:txBody>
                </p:sp>
                <p:sp>
                  <p:nvSpPr>
                    <p:cNvPr id="13233" name="Oval 101"/>
                    <p:cNvSpPr/>
                    <p:nvPr/>
                  </p:nvSpPr>
                  <p:spPr>
                    <a:xfrm>
                      <a:off x="10342440" y="5542200"/>
                      <a:ext cx="555480" cy="412560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28440">
                      <a:solidFill>
                        <a:srgbClr val="ffffff"/>
                      </a:solidFill>
                      <a:miter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  <p:txBody>
                    <a:bodyPr lIns="90000" rIns="90000" tIns="46800" bIns="46800" anchor="ctr">
                      <a:norm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800" spc="-1" strike="noStrike">
                          <a:solidFill>
                            <a:srgbClr val="ffffff"/>
                          </a:solidFill>
                          <a:latin typeface="Calibri"/>
                        </a:rPr>
                        <a:t>5</a:t>
                      </a:r>
                      <a:endParaRPr b="0" lang="en-US" sz="18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p:txBody>
                </p:sp>
              </p:grpSp>
              <p:sp>
                <p:nvSpPr>
                  <p:cNvPr id="13234" name="TextBox 13"/>
                  <p:cNvSpPr/>
                  <p:nvPr/>
                </p:nvSpPr>
                <p:spPr>
                  <a:xfrm>
                    <a:off x="5581440" y="5911200"/>
                    <a:ext cx="219312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Cross – Terminal Review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235" name="TextBox 13"/>
                  <p:cNvSpPr/>
                  <p:nvPr/>
                </p:nvSpPr>
                <p:spPr>
                  <a:xfrm>
                    <a:off x="8011800" y="5959080"/>
                    <a:ext cx="133200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HO Review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236" name="TextBox 13"/>
                  <p:cNvSpPr/>
                  <p:nvPr/>
                </p:nvSpPr>
                <p:spPr>
                  <a:xfrm>
                    <a:off x="9791280" y="5930640"/>
                    <a:ext cx="154404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DRR Updation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  <p:sp>
              <p:nvSpPr>
                <p:cNvPr id="13237" name="TextBox 72"/>
                <p:cNvSpPr/>
                <p:nvPr/>
              </p:nvSpPr>
              <p:spPr>
                <a:xfrm>
                  <a:off x="6509880" y="4502160"/>
                  <a:ext cx="6591600" cy="64260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US" sz="1800" spc="-1" strike="noStrike">
                      <a:solidFill>
                        <a:srgbClr val="000000"/>
                      </a:solidFill>
                      <a:latin typeface="Calibri"/>
                    </a:rPr>
                    <a:t>RR review initiated, QRA input to RR session also completed, from QRA input scenario selection is in progress.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38" name="Isosceles Triangle 73"/>
                <p:cNvSpPr/>
                <p:nvPr/>
              </p:nvSpPr>
              <p:spPr>
                <a:xfrm rot="16200000">
                  <a:off x="5657400" y="4638240"/>
                  <a:ext cx="225360" cy="260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10800" y="0"/>
                      </a:moveTo>
                      <a:lnTo>
                        <a:pt x="21600" y="21600"/>
                      </a:lnTo>
                      <a:lnTo>
                        <a:pt x="0" y="21600"/>
                      </a:lnTo>
                      <a:close/>
                    </a:path>
                  </a:pathLst>
                </a:custGeom>
                <a:solidFill>
                  <a:srgbClr val="007a70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239" name="TextBox 74"/>
                <p:cNvSpPr/>
                <p:nvPr/>
              </p:nvSpPr>
              <p:spPr>
                <a:xfrm>
                  <a:off x="1056600" y="5201280"/>
                  <a:ext cx="1332000" cy="368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1" lang="en-US" sz="1800" spc="-1" strike="noStrike">
                      <a:solidFill>
                        <a:srgbClr val="385723"/>
                      </a:solidFill>
                      <a:latin typeface="Calibri"/>
                    </a:rPr>
                    <a:t>June’26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40" name="TextBox 84"/>
                <p:cNvSpPr/>
                <p:nvPr/>
              </p:nvSpPr>
              <p:spPr>
                <a:xfrm>
                  <a:off x="3468600" y="5189400"/>
                  <a:ext cx="851040" cy="368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800" spc="-1" strike="noStrike">
                      <a:solidFill>
                        <a:srgbClr val="000000"/>
                      </a:solidFill>
                      <a:latin typeface="Calibri"/>
                    </a:rPr>
                    <a:t>July’26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41" name="TextBox 85"/>
                <p:cNvSpPr/>
                <p:nvPr/>
              </p:nvSpPr>
              <p:spPr>
                <a:xfrm>
                  <a:off x="6180480" y="5197320"/>
                  <a:ext cx="929880" cy="368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800" spc="-1" strike="noStrike">
                      <a:solidFill>
                        <a:srgbClr val="000000"/>
                      </a:solidFill>
                      <a:latin typeface="Calibri"/>
                    </a:rPr>
                    <a:t>Aug’26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42" name="TextBox 86"/>
                <p:cNvSpPr/>
                <p:nvPr/>
              </p:nvSpPr>
              <p:spPr>
                <a:xfrm>
                  <a:off x="8166960" y="5228640"/>
                  <a:ext cx="945720" cy="368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800" spc="-1" strike="noStrike">
                      <a:solidFill>
                        <a:srgbClr val="000000"/>
                      </a:solidFill>
                      <a:latin typeface="Calibri"/>
                    </a:rPr>
                    <a:t>Sept’26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43" name="TextBox 87"/>
                <p:cNvSpPr/>
                <p:nvPr/>
              </p:nvSpPr>
              <p:spPr>
                <a:xfrm>
                  <a:off x="10090800" y="5244480"/>
                  <a:ext cx="961560" cy="368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800" spc="-1" strike="noStrike">
                      <a:solidFill>
                        <a:srgbClr val="000000"/>
                      </a:solidFill>
                      <a:latin typeface="Calibri"/>
                    </a:rPr>
                    <a:t>Oct’26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</p:grpSp>
        </p:grpSp>
        <p:sp>
          <p:nvSpPr>
            <p:cNvPr id="13244" name="Oval 109"/>
            <p:cNvSpPr/>
            <p:nvPr/>
          </p:nvSpPr>
          <p:spPr>
            <a:xfrm>
              <a:off x="12087360" y="5491080"/>
              <a:ext cx="555480" cy="412560"/>
            </a:xfrm>
            <a:prstGeom prst="ellipse">
              <a:avLst/>
            </a:prstGeom>
            <a:solidFill>
              <a:srgbClr val="a6a6a6"/>
            </a:solidFill>
            <a:ln w="28440">
              <a:solidFill>
                <a:srgbClr val="ffffff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ctr">
              <a:normAutofit/>
            </a:bodyPr>
            <a:p>
              <a:pPr algn="ctr"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1800" spc="-1" strike="noStrike">
                  <a:solidFill>
                    <a:srgbClr val="ffffff"/>
                  </a:solidFill>
                  <a:latin typeface="Calibri"/>
                </a:rPr>
                <a:t>6</a:t>
              </a:r>
              <a:endParaRPr b="0" lang="en-US" sz="18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245" name="TextBox 113"/>
            <p:cNvSpPr/>
            <p:nvPr/>
          </p:nvSpPr>
          <p:spPr>
            <a:xfrm>
              <a:off x="11898360" y="5189760"/>
              <a:ext cx="961560" cy="368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 algn="ctr"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800" spc="-1" strike="noStrike">
                  <a:solidFill>
                    <a:srgbClr val="000000"/>
                  </a:solidFill>
                  <a:latin typeface="Calibri"/>
                </a:rPr>
                <a:t>Nov’26</a:t>
              </a:r>
              <a:endParaRPr b="0" lang="en-US" sz="1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3246" name="Group 204"/>
          <p:cNvGrpSpPr/>
          <p:nvPr/>
        </p:nvGrpSpPr>
        <p:grpSpPr>
          <a:xfrm>
            <a:off x="993600" y="2519280"/>
            <a:ext cx="12303360" cy="2080440"/>
            <a:chOff x="993600" y="2519280"/>
            <a:chExt cx="12303360" cy="2080440"/>
          </a:xfrm>
        </p:grpSpPr>
        <p:sp>
          <p:nvSpPr>
            <p:cNvPr id="13247" name="Rectangle: Rounded Corners 132"/>
            <p:cNvSpPr/>
            <p:nvPr/>
          </p:nvSpPr>
          <p:spPr>
            <a:xfrm rot="10800000">
              <a:off x="1560240" y="3852000"/>
              <a:ext cx="6894720" cy="183960"/>
            </a:xfrm>
            <a:custGeom>
              <a:avLst/>
              <a:gdLst/>
              <a:ahLst/>
              <a:rect l="l" t="t" r="r" b="b"/>
              <a:pathLst>
                <a:path w="808017" h="21600">
                  <a:moveTo>
                    <a:pt x="10800" y="0"/>
                  </a:moveTo>
                  <a:arcTo wR="10800" hR="10800" stAng="16200000" swAng="-5400000"/>
                  <a:lnTo>
                    <a:pt x="0" y="10800"/>
                  </a:lnTo>
                  <a:arcTo wR="10800" hR="10800" stAng="10800000" swAng="-5400000"/>
                  <a:lnTo>
                    <a:pt x="797217" y="21600"/>
                  </a:lnTo>
                  <a:arcTo wR="775617" hR="10800" stAng="5400000" swAng="5400000"/>
                  <a:lnTo>
                    <a:pt x="21600" y="10800"/>
                  </a:lnTo>
                  <a:arcTo wR="775617" hR="10800" stAng="10800000" swAng="5400000"/>
                  <a:close/>
                </a:path>
              </a:pathLst>
            </a:custGeom>
            <a:solidFill>
              <a:srgbClr val="bfbfbf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grpSp>
          <p:nvGrpSpPr>
            <p:cNvPr id="13248" name="Group 203"/>
            <p:cNvGrpSpPr/>
            <p:nvPr/>
          </p:nvGrpSpPr>
          <p:grpSpPr>
            <a:xfrm>
              <a:off x="993600" y="2519280"/>
              <a:ext cx="12303360" cy="2080440"/>
              <a:chOff x="993600" y="2519280"/>
              <a:chExt cx="12303360" cy="2080440"/>
            </a:xfrm>
          </p:grpSpPr>
          <p:grpSp>
            <p:nvGrpSpPr>
              <p:cNvPr id="13249" name="Group 130"/>
              <p:cNvGrpSpPr/>
              <p:nvPr/>
            </p:nvGrpSpPr>
            <p:grpSpPr>
              <a:xfrm>
                <a:off x="1104840" y="2519280"/>
                <a:ext cx="12192120" cy="916920"/>
                <a:chOff x="1104840" y="2519280"/>
                <a:chExt cx="12192120" cy="916920"/>
              </a:xfrm>
            </p:grpSpPr>
            <p:sp>
              <p:nvSpPr>
                <p:cNvPr id="13250" name="TextBox 201"/>
                <p:cNvSpPr/>
                <p:nvPr/>
              </p:nvSpPr>
              <p:spPr>
                <a:xfrm>
                  <a:off x="6421680" y="2519280"/>
                  <a:ext cx="6875280" cy="91692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US" sz="1800" spc="-1" strike="noStrike">
                      <a:solidFill>
                        <a:srgbClr val="000000"/>
                      </a:solidFill>
                      <a:latin typeface="Calibri"/>
                    </a:rPr>
                    <a:t>All required data collected, review of data in progress, modelling will be planned shortly facing constrain in getting slot as we have only one license at group level.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grpSp>
              <p:nvGrpSpPr>
                <p:cNvPr id="13251" name="Group 33"/>
                <p:cNvGrpSpPr/>
                <p:nvPr/>
              </p:nvGrpSpPr>
              <p:grpSpPr>
                <a:xfrm>
                  <a:off x="1104840" y="2620440"/>
                  <a:ext cx="4490280" cy="721800"/>
                  <a:chOff x="1104840" y="2620440"/>
                  <a:chExt cx="4490280" cy="721800"/>
                </a:xfrm>
              </p:grpSpPr>
              <p:sp>
                <p:nvSpPr>
                  <p:cNvPr id="13252" name="Freeform: Shape 34"/>
                  <p:cNvSpPr/>
                  <p:nvPr/>
                </p:nvSpPr>
                <p:spPr>
                  <a:xfrm rot="5400000">
                    <a:off x="5370840" y="3114720"/>
                    <a:ext cx="207360" cy="241200"/>
                  </a:xfrm>
                  <a:custGeom>
                    <a:avLst/>
                    <a:gdLst/>
                    <a:ahLst/>
                    <a:rect l="l" t="t" r="r" b="b"/>
                    <a:pathLst>
                      <a:path w="476740" h="238369">
                        <a:moveTo>
                          <a:pt x="238370" y="0"/>
                        </a:moveTo>
                        <a:cubicBezTo>
                          <a:pt x="337106" y="0"/>
                          <a:pt x="421821" y="60031"/>
                          <a:pt x="458008" y="145586"/>
                        </a:cubicBezTo>
                        <a:lnTo>
                          <a:pt x="476740" y="238369"/>
                        </a:lnTo>
                        <a:lnTo>
                          <a:pt x="0" y="238369"/>
                        </a:lnTo>
                        <a:lnTo>
                          <a:pt x="18733" y="145586"/>
                        </a:lnTo>
                        <a:cubicBezTo>
                          <a:pt x="54919" y="60031"/>
                          <a:pt x="139634" y="0"/>
                          <a:pt x="238370" y="0"/>
                        </a:cubicBezTo>
                        <a:close/>
                      </a:path>
                    </a:pathLst>
                  </a:custGeom>
                  <a:solidFill>
                    <a:srgbClr val="004846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253" name="Rectangle 35"/>
                  <p:cNvSpPr/>
                  <p:nvPr/>
                </p:nvSpPr>
                <p:spPr>
                  <a:xfrm>
                    <a:off x="1104840" y="2856240"/>
                    <a:ext cx="4249080" cy="486000"/>
                  </a:xfrm>
                  <a:prstGeom prst="rect">
                    <a:avLst/>
                  </a:prstGeom>
                  <a:gradFill rotWithShape="0">
                    <a:gsLst>
                      <a:gs pos="0">
                        <a:srgbClr val="00cc99"/>
                      </a:gs>
                      <a:gs pos="100000">
                        <a:srgbClr val="006666"/>
                      </a:gs>
                    </a:gsLst>
                    <a:lin ang="0"/>
                  </a:gra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Autofit/>
                  </a:bodyPr>
                  <a:p>
                    <a:pPr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2000" spc="-1" strike="noStrike">
                        <a:solidFill>
                          <a:srgbClr val="ffffff"/>
                        </a:solidFill>
                        <a:latin typeface="Georgia Pro Cond Light"/>
                      </a:rPr>
                      <a:t>02 QRA for 10 Mini Depots</a:t>
                    </a:r>
                    <a:endParaRPr b="0" lang="en-US" sz="20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grpSp>
                <p:nvGrpSpPr>
                  <p:cNvPr id="13254" name="Group 36"/>
                  <p:cNvGrpSpPr/>
                  <p:nvPr/>
                </p:nvGrpSpPr>
                <p:grpSpPr>
                  <a:xfrm>
                    <a:off x="5020200" y="3160080"/>
                    <a:ext cx="442800" cy="150840"/>
                    <a:chOff x="5020200" y="3160080"/>
                    <a:chExt cx="442800" cy="150840"/>
                  </a:xfrm>
                </p:grpSpPr>
                <p:sp>
                  <p:nvSpPr>
                    <p:cNvPr id="13255" name="Oval 43"/>
                    <p:cNvSpPr/>
                    <p:nvPr/>
                  </p:nvSpPr>
                  <p:spPr>
                    <a:xfrm>
                      <a:off x="5020200" y="3160080"/>
                      <a:ext cx="442800" cy="150840"/>
                    </a:xfrm>
                    <a:prstGeom prst="ellipse">
                      <a:avLst/>
                    </a:prstGeom>
                    <a:gradFill rotWithShape="0">
                      <a:gsLst>
                        <a:gs pos="0">
                          <a:srgbClr val="004846"/>
                        </a:gs>
                        <a:gs pos="100000">
                          <a:srgbClr val="00cc99"/>
                        </a:gs>
                      </a:gsLst>
                      <a:lin ang="0"/>
                    </a:gradFill>
                    <a:ln w="0">
                      <a:noFill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</p:sp>
                <p:sp>
                  <p:nvSpPr>
                    <p:cNvPr id="13256" name="Freeform: Shape 45"/>
                    <p:cNvSpPr/>
                    <p:nvPr/>
                  </p:nvSpPr>
                  <p:spPr>
                    <a:xfrm flipH="1" rot="16200000">
                      <a:off x="5225760" y="3184560"/>
                      <a:ext cx="84240" cy="123840"/>
                    </a:xfrm>
                    <a:custGeom>
                      <a:avLst/>
                      <a:gdLst/>
                      <a:ahLst/>
                      <a:rect l="l" t="t" r="r" b="b"/>
                      <a:pathLst>
                        <a:path w="476740" h="238369">
                          <a:moveTo>
                            <a:pt x="238370" y="0"/>
                          </a:moveTo>
                          <a:cubicBezTo>
                            <a:pt x="337106" y="0"/>
                            <a:pt x="421821" y="60031"/>
                            <a:pt x="458008" y="145586"/>
                          </a:cubicBezTo>
                          <a:lnTo>
                            <a:pt x="476740" y="238369"/>
                          </a:lnTo>
                          <a:lnTo>
                            <a:pt x="0" y="238369"/>
                          </a:lnTo>
                          <a:lnTo>
                            <a:pt x="18733" y="145586"/>
                          </a:lnTo>
                          <a:cubicBezTo>
                            <a:pt x="54919" y="60031"/>
                            <a:pt x="139634" y="0"/>
                            <a:pt x="238370" y="0"/>
                          </a:cubicBezTo>
                          <a:close/>
                        </a:path>
                      </a:pathLst>
                    </a:custGeom>
                    <a:solidFill>
                      <a:srgbClr val="004846"/>
                    </a:solidFill>
                    <a:ln w="0">
                      <a:noFill/>
                    </a:ln>
                  </p:spPr>
                  <p:style>
                    <a:lnRef idx="0"/>
                    <a:fillRef idx="0"/>
                    <a:effectRef idx="0"/>
                    <a:fontRef idx="minor"/>
                  </p:style>
                </p:sp>
              </p:grpSp>
              <p:sp>
                <p:nvSpPr>
                  <p:cNvPr id="13257" name="Freeform: Shape 37"/>
                  <p:cNvSpPr/>
                  <p:nvPr/>
                </p:nvSpPr>
                <p:spPr>
                  <a:xfrm>
                    <a:off x="5207760" y="2932200"/>
                    <a:ext cx="255600" cy="324360"/>
                  </a:xfrm>
                  <a:custGeom>
                    <a:avLst/>
                    <a:gdLst/>
                    <a:ahLst/>
                    <a:rect l="l" t="t" r="r" b="b"/>
                    <a:pathLst>
                      <a:path w="507102" h="843064">
                        <a:moveTo>
                          <a:pt x="0" y="93098"/>
                        </a:moveTo>
                        <a:cubicBezTo>
                          <a:pt x="84517" y="-31896"/>
                          <a:pt x="422585" y="-30164"/>
                          <a:pt x="507102" y="93098"/>
                        </a:cubicBezTo>
                        <a:lnTo>
                          <a:pt x="507102" y="832673"/>
                        </a:lnTo>
                        <a:lnTo>
                          <a:pt x="506404" y="831938"/>
                        </a:lnTo>
                        <a:cubicBezTo>
                          <a:pt x="442955" y="776749"/>
                          <a:pt x="355300" y="742614"/>
                          <a:pt x="258479" y="742614"/>
                        </a:cubicBezTo>
                        <a:cubicBezTo>
                          <a:pt x="161658" y="742614"/>
                          <a:pt x="74004" y="776749"/>
                          <a:pt x="10554" y="831938"/>
                        </a:cubicBezTo>
                        <a:lnTo>
                          <a:pt x="0" y="843064"/>
                        </a:lnTo>
                        <a:lnTo>
                          <a:pt x="0" y="93098"/>
                        </a:lnTo>
                        <a:close/>
                      </a:path>
                    </a:pathLst>
                  </a:custGeom>
                  <a:solidFill>
                    <a:srgbClr val="008e69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258" name="Freeform: Shape 40"/>
                  <p:cNvSpPr/>
                  <p:nvPr/>
                </p:nvSpPr>
                <p:spPr>
                  <a:xfrm>
                    <a:off x="5018760" y="2620440"/>
                    <a:ext cx="576360" cy="617400"/>
                  </a:xfrm>
                  <a:custGeom>
                    <a:avLst/>
                    <a:gdLst/>
                    <a:ahLst/>
                    <a:rect l="l" t="t" r="r" b="b"/>
                    <a:pathLst>
                      <a:path w="507102" h="843064">
                        <a:moveTo>
                          <a:pt x="0" y="838892"/>
                        </a:moveTo>
                        <a:lnTo>
                          <a:pt x="734" y="842290"/>
                        </a:lnTo>
                        <a:lnTo>
                          <a:pt x="0" y="843064"/>
                        </a:lnTo>
                        <a:lnTo>
                          <a:pt x="0" y="838892"/>
                        </a:lnTo>
                        <a:close/>
                        <a:moveTo>
                          <a:pt x="253551" y="2"/>
                        </a:moveTo>
                        <a:cubicBezTo>
                          <a:pt x="359198" y="219"/>
                          <a:pt x="464844" y="31467"/>
                          <a:pt x="507102" y="93098"/>
                        </a:cubicBezTo>
                        <a:lnTo>
                          <a:pt x="507102" y="832673"/>
                        </a:lnTo>
                        <a:lnTo>
                          <a:pt x="506404" y="831938"/>
                        </a:lnTo>
                        <a:cubicBezTo>
                          <a:pt x="474680" y="804344"/>
                          <a:pt x="436904" y="782013"/>
                          <a:pt x="394956" y="766580"/>
                        </a:cubicBezTo>
                        <a:lnTo>
                          <a:pt x="354875" y="759542"/>
                        </a:lnTo>
                        <a:lnTo>
                          <a:pt x="306006" y="744165"/>
                        </a:lnTo>
                        <a:cubicBezTo>
                          <a:pt x="279653" y="738963"/>
                          <a:pt x="250680" y="736087"/>
                          <a:pt x="220267" y="736087"/>
                        </a:cubicBezTo>
                        <a:cubicBezTo>
                          <a:pt x="113823" y="736087"/>
                          <a:pt x="25013" y="771323"/>
                          <a:pt x="4473" y="818166"/>
                        </a:cubicBezTo>
                        <a:lnTo>
                          <a:pt x="0" y="838874"/>
                        </a:lnTo>
                        <a:lnTo>
                          <a:pt x="0" y="93098"/>
                        </a:lnTo>
                        <a:cubicBezTo>
                          <a:pt x="42259" y="30601"/>
                          <a:pt x="147905" y="-215"/>
                          <a:pt x="253551" y="2"/>
                        </a:cubicBez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00cc99"/>
                      </a:gs>
                      <a:gs pos="100000">
                        <a:srgbClr val="006666"/>
                      </a:gs>
                    </a:gsLst>
                    <a:lin ang="0"/>
                  </a:gra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</p:grpSp>
            <p:sp>
              <p:nvSpPr>
                <p:cNvPr id="13259" name="Isosceles Triangle 46"/>
                <p:cNvSpPr/>
                <p:nvPr/>
              </p:nvSpPr>
              <p:spPr>
                <a:xfrm rot="16200000">
                  <a:off x="5614920" y="2882880"/>
                  <a:ext cx="301680" cy="260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10800" y="0"/>
                      </a:moveTo>
                      <a:lnTo>
                        <a:pt x="21600" y="21600"/>
                      </a:lnTo>
                      <a:lnTo>
                        <a:pt x="0" y="21600"/>
                      </a:lnTo>
                      <a:close/>
                    </a:path>
                  </a:pathLst>
                </a:custGeom>
                <a:solidFill>
                  <a:srgbClr val="007a70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260" name="TextBox 129"/>
                <p:cNvSpPr/>
                <p:nvPr/>
              </p:nvSpPr>
              <p:spPr>
                <a:xfrm>
                  <a:off x="5787720" y="2814840"/>
                  <a:ext cx="846360" cy="3988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1" lang="en-US" sz="2000" spc="-1" strike="noStrike">
                      <a:solidFill>
                        <a:srgbClr val="3b3838"/>
                      </a:solidFill>
                      <a:latin typeface="Century Gothic"/>
                    </a:rPr>
                    <a:t>10%</a:t>
                  </a:r>
                  <a:endParaRPr b="0" lang="en-US" sz="20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</p:grpSp>
          <p:grpSp>
            <p:nvGrpSpPr>
              <p:cNvPr id="13261" name="Group 202"/>
              <p:cNvGrpSpPr/>
              <p:nvPr/>
            </p:nvGrpSpPr>
            <p:grpSpPr>
              <a:xfrm>
                <a:off x="993600" y="3316320"/>
                <a:ext cx="8255520" cy="1283400"/>
                <a:chOff x="993600" y="3316320"/>
                <a:chExt cx="8255520" cy="1283400"/>
              </a:xfrm>
            </p:grpSpPr>
            <p:sp>
              <p:nvSpPr>
                <p:cNvPr id="13262" name="Rectangle: Rounded Corners 133"/>
                <p:cNvSpPr/>
                <p:nvPr/>
              </p:nvSpPr>
              <p:spPr>
                <a:xfrm rot="10800000">
                  <a:off x="1560240" y="3852720"/>
                  <a:ext cx="5212080" cy="177840"/>
                </a:xfrm>
                <a:custGeom>
                  <a:avLst/>
                  <a:gdLst/>
                  <a:ahLst/>
                  <a:rect l="l" t="t" r="r" b="b"/>
                  <a:pathLst>
                    <a:path w="631811" h="21600">
                      <a:moveTo>
                        <a:pt x="10800" y="0"/>
                      </a:moveTo>
                      <a:arcTo wR="10800" hR="10800" stAng="16200000" swAng="-5400000"/>
                      <a:lnTo>
                        <a:pt x="0" y="10800"/>
                      </a:lnTo>
                      <a:arcTo wR="10800" hR="10800" stAng="10800000" swAng="-5400000"/>
                      <a:lnTo>
                        <a:pt x="621011" y="21600"/>
                      </a:lnTo>
                      <a:arcTo wR="599411" hR="10800" stAng="5400000" swAng="5400000"/>
                      <a:lnTo>
                        <a:pt x="21600" y="10800"/>
                      </a:lnTo>
                      <a:arcTo wR="599411" hR="10800" stAng="10800000" swAng="5400000"/>
                      <a:close/>
                    </a:path>
                  </a:pathLst>
                </a:custGeom>
                <a:solidFill>
                  <a:srgbClr val="afabab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263" name="Oval 134"/>
                <p:cNvSpPr/>
                <p:nvPr/>
              </p:nvSpPr>
              <p:spPr>
                <a:xfrm>
                  <a:off x="1284120" y="3762000"/>
                  <a:ext cx="554040" cy="311040"/>
                </a:xfrm>
                <a:prstGeom prst="ellipse">
                  <a:avLst/>
                </a:prstGeom>
                <a:solidFill>
                  <a:srgbClr val="92d050"/>
                </a:solidFill>
                <a:ln w="28440">
                  <a:solidFill>
                    <a:srgbClr val="ffffff"/>
                  </a:solidFill>
                  <a:miter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ctr">
                  <a:normAutofit fontScale="79000"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US" sz="1800" spc="-1" strike="noStrike">
                      <a:solidFill>
                        <a:srgbClr val="ffffff"/>
                      </a:solidFill>
                      <a:latin typeface="Calibri"/>
                    </a:rPr>
                    <a:t>1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64" name="TextBox 10"/>
                <p:cNvSpPr/>
                <p:nvPr/>
              </p:nvSpPr>
              <p:spPr>
                <a:xfrm>
                  <a:off x="993600" y="4086360"/>
                  <a:ext cx="1829520" cy="33732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600" spc="-1" strike="noStrike">
                      <a:solidFill>
                        <a:srgbClr val="000000"/>
                      </a:solidFill>
                      <a:latin typeface="Calibri"/>
                    </a:rPr>
                    <a:t>QRA Modelling </a:t>
                  </a: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65" name="Oval 136"/>
                <p:cNvSpPr/>
                <p:nvPr/>
              </p:nvSpPr>
              <p:spPr>
                <a:xfrm>
                  <a:off x="3439800" y="3715920"/>
                  <a:ext cx="554040" cy="309600"/>
                </a:xfrm>
                <a:prstGeom prst="ellipse">
                  <a:avLst/>
                </a:prstGeom>
                <a:solidFill>
                  <a:srgbClr val="afabab"/>
                </a:solidFill>
                <a:ln w="28440">
                  <a:solidFill>
                    <a:srgbClr val="ffffff"/>
                  </a:solidFill>
                  <a:miter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ctr">
                  <a:normAutofit fontScale="79000"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US" sz="1800" spc="-1" strike="noStrike">
                      <a:solidFill>
                        <a:srgbClr val="ffffff"/>
                      </a:solidFill>
                      <a:latin typeface="Calibri"/>
                    </a:rPr>
                    <a:t>2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66" name="TextBox 13"/>
                <p:cNvSpPr/>
                <p:nvPr/>
              </p:nvSpPr>
              <p:spPr>
                <a:xfrm>
                  <a:off x="3071520" y="4072320"/>
                  <a:ext cx="1509480" cy="33732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600" spc="-1" strike="noStrike">
                      <a:solidFill>
                        <a:srgbClr val="000000"/>
                      </a:solidFill>
                      <a:latin typeface="Calibri"/>
                    </a:rPr>
                    <a:t>Risk Evaluation</a:t>
                  </a: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67" name="Oval 138"/>
                <p:cNvSpPr/>
                <p:nvPr/>
              </p:nvSpPr>
              <p:spPr>
                <a:xfrm>
                  <a:off x="6253200" y="3755880"/>
                  <a:ext cx="554040" cy="309600"/>
                </a:xfrm>
                <a:prstGeom prst="ellipse">
                  <a:avLst/>
                </a:prstGeom>
                <a:solidFill>
                  <a:srgbClr val="afabab"/>
                </a:solidFill>
                <a:ln w="28440">
                  <a:solidFill>
                    <a:srgbClr val="ffffff"/>
                  </a:solidFill>
                  <a:miter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ctr">
                  <a:normAutofit fontScale="79000"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US" sz="1800" spc="-1" strike="noStrike">
                      <a:solidFill>
                        <a:srgbClr val="ffffff"/>
                      </a:solidFill>
                      <a:latin typeface="Calibri"/>
                    </a:rPr>
                    <a:t>3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68" name="Oval 139"/>
                <p:cNvSpPr/>
                <p:nvPr/>
              </p:nvSpPr>
              <p:spPr>
                <a:xfrm>
                  <a:off x="8330040" y="3755880"/>
                  <a:ext cx="554040" cy="309600"/>
                </a:xfrm>
                <a:prstGeom prst="ellipse">
                  <a:avLst/>
                </a:prstGeom>
                <a:solidFill>
                  <a:srgbClr val="a6a6a6"/>
                </a:solidFill>
                <a:ln w="28440">
                  <a:solidFill>
                    <a:srgbClr val="ffffff"/>
                  </a:solidFill>
                  <a:miter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ctr">
                  <a:normAutofit fontScale="79000"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US" sz="1800" spc="-1" strike="noStrike">
                      <a:solidFill>
                        <a:srgbClr val="ffffff"/>
                      </a:solidFill>
                      <a:latin typeface="Calibri"/>
                    </a:rPr>
                    <a:t>4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69" name="TextBox 13"/>
                <p:cNvSpPr/>
                <p:nvPr/>
              </p:nvSpPr>
              <p:spPr>
                <a:xfrm>
                  <a:off x="5654520" y="4019040"/>
                  <a:ext cx="1756440" cy="5806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600" spc="-1" strike="noStrike">
                      <a:solidFill>
                        <a:srgbClr val="000000"/>
                      </a:solidFill>
                      <a:latin typeface="Calibri"/>
                    </a:rPr>
                    <a:t>Report &amp; Review</a:t>
                  </a: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70" name="TextBox 13"/>
                <p:cNvSpPr/>
                <p:nvPr/>
              </p:nvSpPr>
              <p:spPr>
                <a:xfrm>
                  <a:off x="7917120" y="3999960"/>
                  <a:ext cx="1332000" cy="33732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600" spc="-1" strike="noStrike">
                      <a:solidFill>
                        <a:srgbClr val="000000"/>
                      </a:solidFill>
                      <a:latin typeface="Calibri"/>
                    </a:rPr>
                    <a:t>Closeout</a:t>
                  </a: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71" name="TextBox 142"/>
                <p:cNvSpPr/>
                <p:nvPr/>
              </p:nvSpPr>
              <p:spPr>
                <a:xfrm>
                  <a:off x="1167480" y="3353040"/>
                  <a:ext cx="914400" cy="368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US" sz="1800" spc="-1" strike="noStrike">
                      <a:solidFill>
                        <a:srgbClr val="0d0d0d"/>
                      </a:solidFill>
                      <a:latin typeface="Calibri"/>
                    </a:rPr>
                    <a:t>Aug’26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72" name="TextBox 143"/>
                <p:cNvSpPr/>
                <p:nvPr/>
              </p:nvSpPr>
              <p:spPr>
                <a:xfrm>
                  <a:off x="3227760" y="3316320"/>
                  <a:ext cx="914400" cy="368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US" sz="1800" spc="-1" strike="noStrike">
                      <a:solidFill>
                        <a:srgbClr val="0d0d0d"/>
                      </a:solidFill>
                      <a:latin typeface="Calibri"/>
                    </a:rPr>
                    <a:t>Sept’26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73" name="TextBox 154"/>
                <p:cNvSpPr/>
                <p:nvPr/>
              </p:nvSpPr>
              <p:spPr>
                <a:xfrm>
                  <a:off x="6081480" y="3379320"/>
                  <a:ext cx="914400" cy="368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US" sz="1800" spc="-1" strike="noStrike">
                      <a:solidFill>
                        <a:srgbClr val="0d0d0d"/>
                      </a:solidFill>
                      <a:latin typeface="Calibri"/>
                    </a:rPr>
                    <a:t>Oct’26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274" name="TextBox 163"/>
                <p:cNvSpPr/>
                <p:nvPr/>
              </p:nvSpPr>
              <p:spPr>
                <a:xfrm>
                  <a:off x="8068320" y="3379320"/>
                  <a:ext cx="914400" cy="3682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US" sz="1800" spc="-1" strike="noStrike">
                      <a:solidFill>
                        <a:srgbClr val="0d0d0d"/>
                      </a:solidFill>
                      <a:latin typeface="Calibri"/>
                    </a:rPr>
                    <a:t>Dec’26</a:t>
                  </a:r>
                  <a:endParaRPr b="0" lang="en-US" sz="18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</p:grpSp>
        </p:grpSp>
      </p:grp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75" name="TextBox 7"/>
          <p:cNvSpPr/>
          <p:nvPr/>
        </p:nvSpPr>
        <p:spPr>
          <a:xfrm>
            <a:off x="2658960" y="473040"/>
            <a:ext cx="6878880" cy="8989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2200" spc="-1" strike="noStrike">
                <a:solidFill>
                  <a:srgbClr val="ffffff"/>
                </a:solidFill>
                <a:latin typeface="Calibri"/>
                <a:ea typeface="Times New Roman"/>
              </a:rPr>
              <a:t>AOP Review – September, 2020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2300" spc="-1" strike="noStrike">
                <a:solidFill>
                  <a:srgbClr val="ffffff"/>
                </a:solidFill>
                <a:latin typeface="Calibri"/>
                <a:ea typeface="Times New Roman"/>
              </a:rPr>
              <a:t>S&amp;D HSSE Performance (FY20-21)</a:t>
            </a:r>
            <a:endParaRPr b="0" lang="en-US" sz="23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276" name="Rectangle 13"/>
          <p:cNvSpPr/>
          <p:nvPr/>
        </p:nvSpPr>
        <p:spPr>
          <a:xfrm>
            <a:off x="100080" y="31680"/>
            <a:ext cx="13034880" cy="582840"/>
          </a:xfrm>
          <a:prstGeom prst="rect">
            <a:avLst/>
          </a:pr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122040" rIns="122040" tIns="122040" bIns="122040" anchor="ctr">
            <a:normAutofit fontScale="61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    </a:t>
            </a: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HSE AOP’s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277" name="Content Placeholder 2"/>
          <p:cNvSpPr/>
          <p:nvPr/>
        </p:nvSpPr>
        <p:spPr>
          <a:xfrm>
            <a:off x="1103400" y="6730920"/>
            <a:ext cx="12191760" cy="1270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278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3134960" y="55440"/>
            <a:ext cx="1074600" cy="584280"/>
          </a:xfrm>
          <a:prstGeom prst="rect">
            <a:avLst/>
          </a:prstGeom>
          <a:ln w="0">
            <a:noFill/>
          </a:ln>
        </p:spPr>
      </p:pic>
      <p:grpSp>
        <p:nvGrpSpPr>
          <p:cNvPr id="13279" name="Group 61"/>
          <p:cNvGrpSpPr/>
          <p:nvPr/>
        </p:nvGrpSpPr>
        <p:grpSpPr>
          <a:xfrm>
            <a:off x="1009800" y="587520"/>
            <a:ext cx="12280680" cy="2082960"/>
            <a:chOff x="1009800" y="587520"/>
            <a:chExt cx="12280680" cy="2082960"/>
          </a:xfrm>
        </p:grpSpPr>
        <p:grpSp>
          <p:nvGrpSpPr>
            <p:cNvPr id="13280" name="Group 21"/>
            <p:cNvGrpSpPr/>
            <p:nvPr/>
          </p:nvGrpSpPr>
          <p:grpSpPr>
            <a:xfrm>
              <a:off x="1104120" y="598680"/>
              <a:ext cx="4489560" cy="684360"/>
              <a:chOff x="1104120" y="598680"/>
              <a:chExt cx="4489560" cy="684360"/>
            </a:xfrm>
          </p:grpSpPr>
          <p:sp>
            <p:nvSpPr>
              <p:cNvPr id="13281" name="Freeform: Shape 23"/>
              <p:cNvSpPr/>
              <p:nvPr/>
            </p:nvSpPr>
            <p:spPr>
              <a:xfrm rot="5400000">
                <a:off x="5369040" y="1058400"/>
                <a:ext cx="208080" cy="24120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846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282" name="Rectangle 24"/>
              <p:cNvSpPr/>
              <p:nvPr/>
            </p:nvSpPr>
            <p:spPr>
              <a:xfrm>
                <a:off x="1104120" y="795600"/>
                <a:ext cx="4248360" cy="401760"/>
              </a:xfrm>
              <a:prstGeom prst="rect">
                <a:avLst/>
              </a:prstGeom>
              <a:gradFill rotWithShape="0">
                <a:gsLst>
                  <a:gs pos="0">
                    <a:srgbClr val="00cc99"/>
                  </a:gs>
                  <a:gs pos="100000">
                    <a:srgbClr val="006666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Georgia Pro Cond Light"/>
                  </a:rPr>
                  <a:t>04 F&amp;G Mapping Study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283" name="Group 25"/>
              <p:cNvGrpSpPr/>
              <p:nvPr/>
            </p:nvGrpSpPr>
            <p:grpSpPr>
              <a:xfrm>
                <a:off x="5018040" y="1103400"/>
                <a:ext cx="442800" cy="151200"/>
                <a:chOff x="5018040" y="1103400"/>
                <a:chExt cx="442800" cy="151200"/>
              </a:xfrm>
            </p:grpSpPr>
            <p:sp>
              <p:nvSpPr>
                <p:cNvPr id="13284" name="Oval 30"/>
                <p:cNvSpPr/>
                <p:nvPr/>
              </p:nvSpPr>
              <p:spPr>
                <a:xfrm>
                  <a:off x="5018040" y="1103400"/>
                  <a:ext cx="442800" cy="15120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846"/>
                    </a:gs>
                    <a:gs pos="100000">
                      <a:srgbClr val="00cc99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285" name="Freeform: Shape 31"/>
                <p:cNvSpPr/>
                <p:nvPr/>
              </p:nvSpPr>
              <p:spPr>
                <a:xfrm flipH="1" rot="16200000">
                  <a:off x="5223600" y="1128240"/>
                  <a:ext cx="84240" cy="12384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004846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286" name="Freeform: Shape 26"/>
              <p:cNvSpPr/>
              <p:nvPr/>
            </p:nvSpPr>
            <p:spPr>
              <a:xfrm>
                <a:off x="5206320" y="874800"/>
                <a:ext cx="255600" cy="32544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008e69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287" name="Freeform: Shape 29"/>
              <p:cNvSpPr/>
              <p:nvPr/>
            </p:nvSpPr>
            <p:spPr>
              <a:xfrm>
                <a:off x="5044680" y="598680"/>
                <a:ext cx="549000" cy="58284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00cc99"/>
                  </a:gs>
                  <a:gs pos="100000">
                    <a:srgbClr val="006666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grpSp>
          <p:nvGrpSpPr>
            <p:cNvPr id="13288" name="Group 60"/>
            <p:cNvGrpSpPr/>
            <p:nvPr/>
          </p:nvGrpSpPr>
          <p:grpSpPr>
            <a:xfrm>
              <a:off x="1009800" y="587520"/>
              <a:ext cx="12280680" cy="2082960"/>
              <a:chOff x="1009800" y="587520"/>
              <a:chExt cx="12280680" cy="2082960"/>
            </a:xfrm>
          </p:grpSpPr>
          <p:grpSp>
            <p:nvGrpSpPr>
              <p:cNvPr id="13289" name="Group 146"/>
              <p:cNvGrpSpPr/>
              <p:nvPr/>
            </p:nvGrpSpPr>
            <p:grpSpPr>
              <a:xfrm>
                <a:off x="1009800" y="767520"/>
                <a:ext cx="11240280" cy="1902960"/>
                <a:chOff x="1009800" y="767520"/>
                <a:chExt cx="11240280" cy="1902960"/>
              </a:xfrm>
            </p:grpSpPr>
            <p:sp>
              <p:nvSpPr>
                <p:cNvPr id="13290" name="TextBox 118"/>
                <p:cNvSpPr/>
                <p:nvPr/>
              </p:nvSpPr>
              <p:spPr>
                <a:xfrm>
                  <a:off x="5834520" y="767520"/>
                  <a:ext cx="846360" cy="3988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1" lang="en-US" sz="2000" spc="-1" strike="noStrike">
                      <a:solidFill>
                        <a:srgbClr val="3b3838"/>
                      </a:solidFill>
                      <a:latin typeface="Century Gothic"/>
                    </a:rPr>
                    <a:t>10%</a:t>
                  </a:r>
                  <a:endParaRPr b="0" lang="en-US" sz="20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grpSp>
              <p:nvGrpSpPr>
                <p:cNvPr id="13291" name="Group 52"/>
                <p:cNvGrpSpPr/>
                <p:nvPr/>
              </p:nvGrpSpPr>
              <p:grpSpPr>
                <a:xfrm>
                  <a:off x="1009800" y="1732680"/>
                  <a:ext cx="11240280" cy="723600"/>
                  <a:chOff x="1009800" y="1732680"/>
                  <a:chExt cx="11240280" cy="723600"/>
                </a:xfrm>
              </p:grpSpPr>
              <p:sp>
                <p:nvSpPr>
                  <p:cNvPr id="13292" name="Rectangle: Rounded Corners 27"/>
                  <p:cNvSpPr/>
                  <p:nvPr/>
                </p:nvSpPr>
                <p:spPr>
                  <a:xfrm>
                    <a:off x="1703520" y="1869120"/>
                    <a:ext cx="10546560" cy="196920"/>
                  </a:xfrm>
                  <a:custGeom>
                    <a:avLst/>
                    <a:gdLst/>
                    <a:ahLst/>
                    <a:rect l="l" t="t" r="r" b="b"/>
                    <a:pathLst>
                      <a:path w="1154772" h="21600">
                        <a:moveTo>
                          <a:pt x="10800" y="0"/>
                        </a:moveTo>
                        <a:arcTo wR="10800" hR="10800" stAng="16200000" swAng="-5400000"/>
                        <a:lnTo>
                          <a:pt x="0" y="10800"/>
                        </a:lnTo>
                        <a:arcTo wR="10800" hR="10800" stAng="10800000" swAng="-5400000"/>
                        <a:lnTo>
                          <a:pt x="1143972" y="21600"/>
                        </a:lnTo>
                        <a:arcTo wR="1122372" hR="10800" stAng="5400000" swAng="5400000"/>
                        <a:lnTo>
                          <a:pt x="21600" y="10800"/>
                        </a:lnTo>
                        <a:arcTo wR="1122372" hR="10800" stAng="10800000" swAng="5400000"/>
                        <a:close/>
                      </a:path>
                    </a:pathLst>
                  </a:custGeom>
                  <a:solidFill>
                    <a:srgbClr val="bfbfbf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293" name="Rectangle: Rounded Corners 28"/>
                  <p:cNvSpPr/>
                  <p:nvPr/>
                </p:nvSpPr>
                <p:spPr>
                  <a:xfrm>
                    <a:off x="1703520" y="1869120"/>
                    <a:ext cx="5210640" cy="239760"/>
                  </a:xfrm>
                  <a:custGeom>
                    <a:avLst/>
                    <a:gdLst/>
                    <a:ahLst/>
                    <a:rect l="l" t="t" r="r" b="b"/>
                    <a:pathLst>
                      <a:path w="468756" h="21600">
                        <a:moveTo>
                          <a:pt x="10800" y="0"/>
                        </a:moveTo>
                        <a:arcTo wR="10800" hR="10800" stAng="16200000" swAng="-5400000"/>
                        <a:lnTo>
                          <a:pt x="0" y="10800"/>
                        </a:lnTo>
                        <a:arcTo wR="10800" hR="10800" stAng="10800000" swAng="-5400000"/>
                        <a:lnTo>
                          <a:pt x="457956" y="21600"/>
                        </a:lnTo>
                        <a:arcTo wR="436356" hR="10800" stAng="5400000" swAng="5400000"/>
                        <a:lnTo>
                          <a:pt x="21600" y="10800"/>
                        </a:lnTo>
                        <a:arcTo wR="436356" hR="10800" stAng="10800000" swAng="5400000"/>
                        <a:close/>
                      </a:path>
                    </a:pathLst>
                  </a:custGeom>
                  <a:solidFill>
                    <a:srgbClr val="afabab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294" name="Oval 38"/>
                  <p:cNvSpPr/>
                  <p:nvPr/>
                </p:nvSpPr>
                <p:spPr>
                  <a:xfrm>
                    <a:off x="1457280" y="1780200"/>
                    <a:ext cx="554040" cy="419400"/>
                  </a:xfrm>
                  <a:prstGeom prst="ellipse">
                    <a:avLst/>
                  </a:prstGeom>
                  <a:solidFill>
                    <a:srgbClr val="92d050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1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295" name="TextBox 10"/>
                  <p:cNvSpPr/>
                  <p:nvPr/>
                </p:nvSpPr>
                <p:spPr>
                  <a:xfrm>
                    <a:off x="1009800" y="2118960"/>
                    <a:ext cx="193896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IN" sz="1600" spc="-1" strike="noStrike">
                        <a:solidFill>
                          <a:srgbClr val="385723"/>
                        </a:solidFill>
                        <a:latin typeface="Calibri"/>
                      </a:rPr>
                      <a:t>Scope Finalization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296" name="Oval 41"/>
                  <p:cNvSpPr/>
                  <p:nvPr/>
                </p:nvSpPr>
                <p:spPr>
                  <a:xfrm>
                    <a:off x="3581640" y="1732680"/>
                    <a:ext cx="554040" cy="41940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2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297" name="TextBox 13"/>
                  <p:cNvSpPr/>
                  <p:nvPr/>
                </p:nvSpPr>
                <p:spPr>
                  <a:xfrm>
                    <a:off x="2898360" y="2104920"/>
                    <a:ext cx="217872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Data Collection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298" name="Oval 44"/>
                  <p:cNvSpPr/>
                  <p:nvPr/>
                </p:nvSpPr>
                <p:spPr>
                  <a:xfrm>
                    <a:off x="6395040" y="1772280"/>
                    <a:ext cx="554040" cy="41940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3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299" name="Oval 47"/>
                  <p:cNvSpPr/>
                  <p:nvPr/>
                </p:nvSpPr>
                <p:spPr>
                  <a:xfrm>
                    <a:off x="8471520" y="1772280"/>
                    <a:ext cx="554040" cy="419400"/>
                  </a:xfrm>
                  <a:prstGeom prst="ellipse">
                    <a:avLst/>
                  </a:prstGeom>
                  <a:solidFill>
                    <a:srgbClr val="a6a6a6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4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00" name="Oval 50"/>
                  <p:cNvSpPr/>
                  <p:nvPr/>
                </p:nvSpPr>
                <p:spPr>
                  <a:xfrm>
                    <a:off x="10546560" y="1772280"/>
                    <a:ext cx="555480" cy="419400"/>
                  </a:xfrm>
                  <a:prstGeom prst="ellipse">
                    <a:avLst/>
                  </a:prstGeom>
                  <a:solidFill>
                    <a:srgbClr val="a6a6a6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5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  <p:sp>
              <p:nvSpPr>
                <p:cNvPr id="13301" name="TextBox 13"/>
                <p:cNvSpPr/>
                <p:nvPr/>
              </p:nvSpPr>
              <p:spPr>
                <a:xfrm>
                  <a:off x="5749200" y="2099520"/>
                  <a:ext cx="1913040" cy="33732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600" spc="-1" strike="noStrike">
                      <a:solidFill>
                        <a:srgbClr val="000000"/>
                      </a:solidFill>
                      <a:latin typeface="Calibri"/>
                    </a:rPr>
                    <a:t>PR/PO</a:t>
                  </a: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302" name="TextBox 13"/>
                <p:cNvSpPr/>
                <p:nvPr/>
              </p:nvSpPr>
              <p:spPr>
                <a:xfrm>
                  <a:off x="7948440" y="2096280"/>
                  <a:ext cx="1653120" cy="33732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600" spc="-1" strike="noStrike">
                      <a:solidFill>
                        <a:srgbClr val="000000"/>
                      </a:solidFill>
                      <a:latin typeface="Calibri"/>
                    </a:rPr>
                    <a:t>Study Initiation</a:t>
                  </a: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  <p:sp>
              <p:nvSpPr>
                <p:cNvPr id="13303" name="TextBox 13"/>
                <p:cNvSpPr/>
                <p:nvPr/>
              </p:nvSpPr>
              <p:spPr>
                <a:xfrm>
                  <a:off x="9948600" y="2089800"/>
                  <a:ext cx="1685880" cy="58068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  <p:txBody>
                <a:bodyPr lIns="90000" rIns="90000" tIns="46800" bIns="46800" anchor="t">
                  <a:spAutoFit/>
                </a:bodyPr>
                <a:p>
                  <a:pPr algn="ctr">
                    <a:lnSpc>
                      <a:spcPct val="100000"/>
                    </a:lnSpc>
                    <a:tabLst>
                      <a:tab algn="l" pos="0"/>
                      <a:tab algn="l" pos="914400"/>
                      <a:tab algn="l" pos="1828800"/>
                      <a:tab algn="l" pos="2743200"/>
                      <a:tab algn="l" pos="3657600"/>
                      <a:tab algn="l" pos="4572000"/>
                      <a:tab algn="l" pos="5486400"/>
                      <a:tab algn="l" pos="6400800"/>
                      <a:tab algn="l" pos="7315200"/>
                      <a:tab algn="l" pos="8229600"/>
                      <a:tab algn="l" pos="9144000"/>
                      <a:tab algn="l" pos="10058400"/>
                    </a:tabLst>
                  </a:pPr>
                  <a:r>
                    <a:rPr b="0" lang="en-IN" sz="1600" spc="-1" strike="noStrike">
                      <a:solidFill>
                        <a:srgbClr val="000000"/>
                      </a:solidFill>
                      <a:latin typeface="Calibri"/>
                    </a:rPr>
                    <a:t>Coverage analysis &amp; S&amp;OR Review</a:t>
                  </a:r>
                  <a:endParaRPr b="0" lang="en-US" sz="1600" spc="-1" strike="noStrike">
                    <a:solidFill>
                      <a:srgbClr val="000000"/>
                    </a:solidFill>
                    <a:latin typeface="Arial"/>
                  </a:endParaRPr>
                </a:p>
              </p:txBody>
            </p:sp>
          </p:grpSp>
          <p:sp>
            <p:nvSpPr>
              <p:cNvPr id="13304" name="TextBox 145"/>
              <p:cNvSpPr/>
              <p:nvPr/>
            </p:nvSpPr>
            <p:spPr>
              <a:xfrm>
                <a:off x="6512040" y="587520"/>
                <a:ext cx="6778440" cy="91692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just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Received quotes from 4 approved vendors; 2 were technically approved after S&amp;OR evaluation, and Details shared with Projects for WO. Planned only for Rewari.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305" name="Isosceles Triangle 32"/>
              <p:cNvSpPr/>
              <p:nvPr/>
            </p:nvSpPr>
            <p:spPr>
              <a:xfrm rot="16200000">
                <a:off x="5635800" y="836280"/>
                <a:ext cx="301320" cy="260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10800" y="0"/>
                    </a:moveTo>
                    <a:lnTo>
                      <a:pt x="21600" y="21600"/>
                    </a:lnTo>
                    <a:lnTo>
                      <a:pt x="0" y="21600"/>
                    </a:lnTo>
                    <a:close/>
                  </a:path>
                </a:pathLst>
              </a:custGeom>
              <a:solidFill>
                <a:srgbClr val="007a7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306" name="TextBox 49"/>
              <p:cNvSpPr/>
              <p:nvPr/>
            </p:nvSpPr>
            <p:spPr>
              <a:xfrm>
                <a:off x="1104120" y="1431360"/>
                <a:ext cx="133200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1800" spc="-1" strike="noStrike">
                    <a:solidFill>
                      <a:srgbClr val="385723"/>
                    </a:solidFill>
                    <a:latin typeface="Calibri"/>
                  </a:rPr>
                  <a:t>June’26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307" name="TextBox 53"/>
              <p:cNvSpPr/>
              <p:nvPr/>
            </p:nvSpPr>
            <p:spPr>
              <a:xfrm>
                <a:off x="3516120" y="1431360"/>
                <a:ext cx="85104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IN" sz="1800" spc="-1" strike="noStrike">
                    <a:solidFill>
                      <a:srgbClr val="000000"/>
                    </a:solidFill>
                    <a:latin typeface="Calibri"/>
                  </a:rPr>
                  <a:t>Aug’26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308" name="TextBox 55"/>
              <p:cNvSpPr/>
              <p:nvPr/>
            </p:nvSpPr>
            <p:spPr>
              <a:xfrm>
                <a:off x="6227640" y="1462680"/>
                <a:ext cx="92988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IN" sz="1800" spc="-1" strike="noStrike">
                    <a:solidFill>
                      <a:srgbClr val="000000"/>
                    </a:solidFill>
                    <a:latin typeface="Calibri"/>
                  </a:rPr>
                  <a:t>Sept’26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309" name="TextBox 57"/>
              <p:cNvSpPr/>
              <p:nvPr/>
            </p:nvSpPr>
            <p:spPr>
              <a:xfrm>
                <a:off x="8214120" y="1462680"/>
                <a:ext cx="94572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IN" sz="1800" spc="-1" strike="noStrike">
                    <a:solidFill>
                      <a:srgbClr val="000000"/>
                    </a:solidFill>
                    <a:latin typeface="Calibri"/>
                  </a:rPr>
                  <a:t>Oct’26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310" name="TextBox 59"/>
              <p:cNvSpPr/>
              <p:nvPr/>
            </p:nvSpPr>
            <p:spPr>
              <a:xfrm>
                <a:off x="10342440" y="1462680"/>
                <a:ext cx="96156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IN" sz="1800" spc="-1" strike="noStrike">
                    <a:solidFill>
                      <a:srgbClr val="000000"/>
                    </a:solidFill>
                    <a:latin typeface="Calibri"/>
                  </a:rPr>
                  <a:t>Dec’26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</p:grpSp>
      <p:sp>
        <p:nvSpPr>
          <p:cNvPr id="13311" name="Oval 1"/>
          <p:cNvSpPr/>
          <p:nvPr/>
        </p:nvSpPr>
        <p:spPr>
          <a:xfrm>
            <a:off x="12134880" y="1751040"/>
            <a:ext cx="554040" cy="419040"/>
          </a:xfrm>
          <a:prstGeom prst="ellipse">
            <a:avLst/>
          </a:prstGeom>
          <a:solidFill>
            <a:srgbClr val="a6a6a6"/>
          </a:solidFill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ffffff"/>
                </a:solidFill>
                <a:latin typeface="Calibri"/>
              </a:rPr>
              <a:t>6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312" name="TextBox 13"/>
          <p:cNvSpPr/>
          <p:nvPr/>
        </p:nvSpPr>
        <p:spPr>
          <a:xfrm>
            <a:off x="11609280" y="2084400"/>
            <a:ext cx="16876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600" spc="-1" strike="noStrike">
                <a:solidFill>
                  <a:srgbClr val="000000"/>
                </a:solidFill>
                <a:latin typeface="Calibri"/>
              </a:rPr>
              <a:t>Closeout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313" name="TextBox 3"/>
          <p:cNvSpPr/>
          <p:nvPr/>
        </p:nvSpPr>
        <p:spPr>
          <a:xfrm>
            <a:off x="11898360" y="1441440"/>
            <a:ext cx="961920" cy="368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Jan’27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3314" name="Group 160"/>
          <p:cNvGrpSpPr/>
          <p:nvPr/>
        </p:nvGrpSpPr>
        <p:grpSpPr>
          <a:xfrm>
            <a:off x="993600" y="2602080"/>
            <a:ext cx="12333960" cy="1821240"/>
            <a:chOff x="993600" y="2602080"/>
            <a:chExt cx="12333960" cy="1821240"/>
          </a:xfrm>
        </p:grpSpPr>
        <p:grpSp>
          <p:nvGrpSpPr>
            <p:cNvPr id="13315" name="Group 4"/>
            <p:cNvGrpSpPr/>
            <p:nvPr/>
          </p:nvGrpSpPr>
          <p:grpSpPr>
            <a:xfrm>
              <a:off x="993600" y="2811960"/>
              <a:ext cx="12333960" cy="1611360"/>
              <a:chOff x="993600" y="2811960"/>
              <a:chExt cx="12333960" cy="1611360"/>
            </a:xfrm>
          </p:grpSpPr>
          <p:sp>
            <p:nvSpPr>
              <p:cNvPr id="13316" name="Rectangle: Rounded Corners 5"/>
              <p:cNvSpPr/>
              <p:nvPr/>
            </p:nvSpPr>
            <p:spPr>
              <a:xfrm rot="10800000">
                <a:off x="1560240" y="3820320"/>
                <a:ext cx="6893280" cy="182520"/>
              </a:xfrm>
              <a:custGeom>
                <a:avLst/>
                <a:gdLst/>
                <a:ahLst/>
                <a:rect l="l" t="t" r="r" b="b"/>
                <a:pathLst>
                  <a:path w="814209" h="21600">
                    <a:moveTo>
                      <a:pt x="10800" y="0"/>
                    </a:moveTo>
                    <a:arcTo wR="10800" hR="10800" stAng="16200000" swAng="-5400000"/>
                    <a:lnTo>
                      <a:pt x="0" y="10800"/>
                    </a:lnTo>
                    <a:arcTo wR="10800" hR="10800" stAng="10800000" swAng="-5400000"/>
                    <a:lnTo>
                      <a:pt x="803409" y="21600"/>
                    </a:lnTo>
                    <a:arcTo wR="781809" hR="10800" stAng="5400000" swAng="5400000"/>
                    <a:lnTo>
                      <a:pt x="21600" y="10800"/>
                    </a:lnTo>
                    <a:arcTo wR="781809" hR="10800" stAng="10800000" swAng="5400000"/>
                    <a:close/>
                  </a:path>
                </a:pathLst>
              </a:custGeom>
              <a:solidFill>
                <a:srgbClr val="bfbfbf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grpSp>
            <p:nvGrpSpPr>
              <p:cNvPr id="13317" name="Group 6"/>
              <p:cNvGrpSpPr/>
              <p:nvPr/>
            </p:nvGrpSpPr>
            <p:grpSpPr>
              <a:xfrm>
                <a:off x="993600" y="2811960"/>
                <a:ext cx="12333960" cy="1611360"/>
                <a:chOff x="993600" y="2811960"/>
                <a:chExt cx="12333960" cy="1611360"/>
              </a:xfrm>
            </p:grpSpPr>
            <p:grpSp>
              <p:nvGrpSpPr>
                <p:cNvPr id="13318" name="Group 8"/>
                <p:cNvGrpSpPr/>
                <p:nvPr/>
              </p:nvGrpSpPr>
              <p:grpSpPr>
                <a:xfrm>
                  <a:off x="5787000" y="2811960"/>
                  <a:ext cx="7540560" cy="401400"/>
                  <a:chOff x="5787000" y="2811960"/>
                  <a:chExt cx="7540560" cy="401400"/>
                </a:xfrm>
              </p:grpSpPr>
              <p:sp>
                <p:nvSpPr>
                  <p:cNvPr id="13319" name="TextBox 62"/>
                  <p:cNvSpPr/>
                  <p:nvPr/>
                </p:nvSpPr>
                <p:spPr>
                  <a:xfrm>
                    <a:off x="6452640" y="2811960"/>
                    <a:ext cx="687492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00000"/>
                        </a:solidFill>
                        <a:latin typeface="Calibri"/>
                      </a:rPr>
                      <a:t>Schedule released, audit planned from Spet’26.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20" name="TextBox 65"/>
                  <p:cNvSpPr/>
                  <p:nvPr/>
                </p:nvSpPr>
                <p:spPr>
                  <a:xfrm>
                    <a:off x="5787000" y="2814480"/>
                    <a:ext cx="846360" cy="3988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2000" spc="-1" strike="noStrike">
                        <a:solidFill>
                          <a:srgbClr val="3b3838"/>
                        </a:solidFill>
                        <a:latin typeface="Century Gothic"/>
                      </a:rPr>
                      <a:t>10%</a:t>
                    </a:r>
                    <a:endParaRPr b="0" lang="en-US" sz="20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  <p:grpSp>
              <p:nvGrpSpPr>
                <p:cNvPr id="13321" name="Group 9"/>
                <p:cNvGrpSpPr/>
                <p:nvPr/>
              </p:nvGrpSpPr>
              <p:grpSpPr>
                <a:xfrm>
                  <a:off x="993600" y="3316320"/>
                  <a:ext cx="9081000" cy="1107000"/>
                  <a:chOff x="993600" y="3316320"/>
                  <a:chExt cx="9081000" cy="1107000"/>
                </a:xfrm>
              </p:grpSpPr>
              <p:sp>
                <p:nvSpPr>
                  <p:cNvPr id="13322" name="Rectangle: Rounded Corners 10"/>
                  <p:cNvSpPr/>
                  <p:nvPr/>
                </p:nvSpPr>
                <p:spPr>
                  <a:xfrm rot="10800000">
                    <a:off x="1560240" y="3821040"/>
                    <a:ext cx="5212080" cy="177840"/>
                  </a:xfrm>
                  <a:custGeom>
                    <a:avLst/>
                    <a:gdLst/>
                    <a:ahLst/>
                    <a:rect l="l" t="t" r="r" b="b"/>
                    <a:pathLst>
                      <a:path w="631811" h="21600">
                        <a:moveTo>
                          <a:pt x="10800" y="0"/>
                        </a:moveTo>
                        <a:arcTo wR="10800" hR="10800" stAng="16200000" swAng="-5400000"/>
                        <a:lnTo>
                          <a:pt x="0" y="10800"/>
                        </a:lnTo>
                        <a:arcTo wR="10800" hR="10800" stAng="10800000" swAng="-5400000"/>
                        <a:lnTo>
                          <a:pt x="621011" y="21600"/>
                        </a:lnTo>
                        <a:arcTo wR="599411" hR="10800" stAng="5400000" swAng="5400000"/>
                        <a:lnTo>
                          <a:pt x="21600" y="10800"/>
                        </a:lnTo>
                        <a:arcTo wR="599411" hR="10800" stAng="10800000" swAng="5400000"/>
                        <a:close/>
                      </a:path>
                    </a:pathLst>
                  </a:custGeom>
                  <a:solidFill>
                    <a:srgbClr val="afabab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323" name="Oval 11"/>
                  <p:cNvSpPr/>
                  <p:nvPr/>
                </p:nvSpPr>
                <p:spPr>
                  <a:xfrm>
                    <a:off x="1284120" y="3762360"/>
                    <a:ext cx="554040" cy="311040"/>
                  </a:xfrm>
                  <a:prstGeom prst="ellipse">
                    <a:avLst/>
                  </a:prstGeom>
                  <a:solidFill>
                    <a:srgbClr val="92d050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1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24" name="TextBox 10"/>
                  <p:cNvSpPr/>
                  <p:nvPr/>
                </p:nvSpPr>
                <p:spPr>
                  <a:xfrm>
                    <a:off x="993600" y="4086000"/>
                    <a:ext cx="137196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Schedule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25" name="Oval 15"/>
                  <p:cNvSpPr/>
                  <p:nvPr/>
                </p:nvSpPr>
                <p:spPr>
                  <a:xfrm>
                    <a:off x="3439800" y="3714840"/>
                    <a:ext cx="55404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2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26" name="TextBox 13"/>
                  <p:cNvSpPr/>
                  <p:nvPr/>
                </p:nvSpPr>
                <p:spPr>
                  <a:xfrm>
                    <a:off x="3008160" y="4056120"/>
                    <a:ext cx="150912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Preparation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27" name="Oval 19"/>
                  <p:cNvSpPr/>
                  <p:nvPr/>
                </p:nvSpPr>
                <p:spPr>
                  <a:xfrm>
                    <a:off x="6251760" y="3754440"/>
                    <a:ext cx="55548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3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28" name="Oval 20"/>
                  <p:cNvSpPr/>
                  <p:nvPr/>
                </p:nvSpPr>
                <p:spPr>
                  <a:xfrm>
                    <a:off x="8328240" y="3754440"/>
                    <a:ext cx="555480" cy="311040"/>
                  </a:xfrm>
                  <a:prstGeom prst="ellipse">
                    <a:avLst/>
                  </a:prstGeom>
                  <a:solidFill>
                    <a:srgbClr val="a6a6a6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4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29" name="TextBox 13"/>
                  <p:cNvSpPr/>
                  <p:nvPr/>
                </p:nvSpPr>
                <p:spPr>
                  <a:xfrm>
                    <a:off x="5654160" y="4018680"/>
                    <a:ext cx="175608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Audit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30" name="TextBox 13"/>
                  <p:cNvSpPr/>
                  <p:nvPr/>
                </p:nvSpPr>
                <p:spPr>
                  <a:xfrm>
                    <a:off x="7394760" y="3999960"/>
                    <a:ext cx="267984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Recommendation Tracking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31" name="TextBox 51"/>
                  <p:cNvSpPr/>
                  <p:nvPr/>
                </p:nvSpPr>
                <p:spPr>
                  <a:xfrm>
                    <a:off x="1167480" y="335304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1800" spc="-1" strike="noStrike">
                        <a:solidFill>
                          <a:srgbClr val="385723"/>
                        </a:solidFill>
                        <a:latin typeface="Calibri"/>
                      </a:rPr>
                      <a:t>July’26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32" name="TextBox 54"/>
                  <p:cNvSpPr/>
                  <p:nvPr/>
                </p:nvSpPr>
                <p:spPr>
                  <a:xfrm>
                    <a:off x="3227400" y="331632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Aug’26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33" name="TextBox 56"/>
                  <p:cNvSpPr/>
                  <p:nvPr/>
                </p:nvSpPr>
                <p:spPr>
                  <a:xfrm>
                    <a:off x="6081120" y="337932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Nov’26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34" name="TextBox 58"/>
                  <p:cNvSpPr/>
                  <p:nvPr/>
                </p:nvSpPr>
                <p:spPr>
                  <a:xfrm>
                    <a:off x="8067240" y="337932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Mar’27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</p:grpSp>
        </p:grpSp>
        <p:grpSp>
          <p:nvGrpSpPr>
            <p:cNvPr id="13335" name="Group 80"/>
            <p:cNvGrpSpPr/>
            <p:nvPr/>
          </p:nvGrpSpPr>
          <p:grpSpPr>
            <a:xfrm>
              <a:off x="1104480" y="2602080"/>
              <a:ext cx="4475880" cy="655920"/>
              <a:chOff x="1104480" y="2602080"/>
              <a:chExt cx="4475880" cy="655920"/>
            </a:xfrm>
          </p:grpSpPr>
          <p:sp>
            <p:nvSpPr>
              <p:cNvPr id="13336" name="Freeform: Shape 82"/>
              <p:cNvSpPr/>
              <p:nvPr/>
            </p:nvSpPr>
            <p:spPr>
              <a:xfrm rot="5400000">
                <a:off x="5403960" y="3081600"/>
                <a:ext cx="189000" cy="16344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58a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337" name="Rectangle 83"/>
              <p:cNvSpPr/>
              <p:nvPr/>
            </p:nvSpPr>
            <p:spPr>
              <a:xfrm>
                <a:off x="1104480" y="2814840"/>
                <a:ext cx="4312440" cy="443160"/>
              </a:xfrm>
              <a:prstGeom prst="rect">
                <a:avLst/>
              </a:prstGeom>
              <a:gradFill rotWithShape="0">
                <a:gsLst>
                  <a:gs pos="0">
                    <a:srgbClr val="0099ff"/>
                  </a:gs>
                  <a:gs pos="100000">
                    <a:srgbClr val="0066cc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Georgia Pro Cond Light"/>
                  </a:rPr>
                  <a:t>05 Cross Terminal LOD -1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338" name="Group 114"/>
              <p:cNvGrpSpPr/>
              <p:nvPr/>
            </p:nvGrpSpPr>
            <p:grpSpPr>
              <a:xfrm>
                <a:off x="5187960" y="3094920"/>
                <a:ext cx="302040" cy="137520"/>
                <a:chOff x="5187960" y="3094920"/>
                <a:chExt cx="302040" cy="137520"/>
              </a:xfrm>
            </p:grpSpPr>
            <p:sp>
              <p:nvSpPr>
                <p:cNvPr id="13339" name="Oval 117"/>
                <p:cNvSpPr/>
                <p:nvPr/>
              </p:nvSpPr>
              <p:spPr>
                <a:xfrm>
                  <a:off x="5187960" y="3094920"/>
                  <a:ext cx="302040" cy="13752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58a"/>
                    </a:gs>
                    <a:gs pos="100000">
                      <a:srgbClr val="00458a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340" name="Freeform: Shape 119"/>
                <p:cNvSpPr/>
                <p:nvPr/>
              </p:nvSpPr>
              <p:spPr>
                <a:xfrm flipH="1" rot="16200000">
                  <a:off x="5310720" y="3131280"/>
                  <a:ext cx="80640" cy="8028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28585e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341" name="Freeform: Shape 115"/>
              <p:cNvSpPr/>
              <p:nvPr/>
            </p:nvSpPr>
            <p:spPr>
              <a:xfrm>
                <a:off x="5313600" y="2886480"/>
                <a:ext cx="174600" cy="29700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81c6d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342" name="Freeform: Shape 116"/>
              <p:cNvSpPr/>
              <p:nvPr/>
            </p:nvSpPr>
            <p:spPr>
              <a:xfrm>
                <a:off x="5186880" y="2602080"/>
                <a:ext cx="393480" cy="56376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0099ff"/>
                  </a:gs>
                  <a:gs pos="100000">
                    <a:srgbClr val="0066cc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343" name="Isosceles Triangle 120"/>
            <p:cNvSpPr/>
            <p:nvPr/>
          </p:nvSpPr>
          <p:spPr>
            <a:xfrm rot="16200000">
              <a:off x="5615640" y="2886480"/>
              <a:ext cx="2998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006cd2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344" name="Group 161"/>
          <p:cNvGrpSpPr/>
          <p:nvPr/>
        </p:nvGrpSpPr>
        <p:grpSpPr>
          <a:xfrm>
            <a:off x="993600" y="4471920"/>
            <a:ext cx="12333960" cy="1822680"/>
            <a:chOff x="993600" y="4471920"/>
            <a:chExt cx="12333960" cy="1822680"/>
          </a:xfrm>
        </p:grpSpPr>
        <p:grpSp>
          <p:nvGrpSpPr>
            <p:cNvPr id="13345" name="Group 162"/>
            <p:cNvGrpSpPr/>
            <p:nvPr/>
          </p:nvGrpSpPr>
          <p:grpSpPr>
            <a:xfrm>
              <a:off x="993600" y="4681440"/>
              <a:ext cx="12333960" cy="1613160"/>
              <a:chOff x="993600" y="4681440"/>
              <a:chExt cx="12333960" cy="1613160"/>
            </a:xfrm>
          </p:grpSpPr>
          <p:sp>
            <p:nvSpPr>
              <p:cNvPr id="13346" name="Rectangle: Rounded Corners 173"/>
              <p:cNvSpPr/>
              <p:nvPr/>
            </p:nvSpPr>
            <p:spPr>
              <a:xfrm rot="10800000">
                <a:off x="1560240" y="5690520"/>
                <a:ext cx="6893280" cy="183960"/>
              </a:xfrm>
              <a:custGeom>
                <a:avLst/>
                <a:gdLst/>
                <a:ahLst/>
                <a:rect l="l" t="t" r="r" b="b"/>
                <a:pathLst>
                  <a:path w="807848" h="21600">
                    <a:moveTo>
                      <a:pt x="10800" y="0"/>
                    </a:moveTo>
                    <a:arcTo wR="10800" hR="10800" stAng="16200000" swAng="-5400000"/>
                    <a:lnTo>
                      <a:pt x="0" y="10800"/>
                    </a:lnTo>
                    <a:arcTo wR="10800" hR="10800" stAng="10800000" swAng="-5400000"/>
                    <a:lnTo>
                      <a:pt x="797048" y="21600"/>
                    </a:lnTo>
                    <a:arcTo wR="775448" hR="10800" stAng="5400000" swAng="5400000"/>
                    <a:lnTo>
                      <a:pt x="21600" y="10800"/>
                    </a:lnTo>
                    <a:arcTo wR="775448" hR="10800" stAng="10800000" swAng="5400000"/>
                    <a:close/>
                  </a:path>
                </a:pathLst>
              </a:custGeom>
              <a:solidFill>
                <a:srgbClr val="bfbfbf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grpSp>
            <p:nvGrpSpPr>
              <p:cNvPr id="13347" name="Group 174"/>
              <p:cNvGrpSpPr/>
              <p:nvPr/>
            </p:nvGrpSpPr>
            <p:grpSpPr>
              <a:xfrm>
                <a:off x="993600" y="4681440"/>
                <a:ext cx="12333960" cy="1613160"/>
                <a:chOff x="993600" y="4681440"/>
                <a:chExt cx="12333960" cy="1613160"/>
              </a:xfrm>
            </p:grpSpPr>
            <p:grpSp>
              <p:nvGrpSpPr>
                <p:cNvPr id="13348" name="Group 175"/>
                <p:cNvGrpSpPr/>
                <p:nvPr/>
              </p:nvGrpSpPr>
              <p:grpSpPr>
                <a:xfrm>
                  <a:off x="5787000" y="4681440"/>
                  <a:ext cx="7540560" cy="401400"/>
                  <a:chOff x="5787000" y="4681440"/>
                  <a:chExt cx="7540560" cy="401400"/>
                </a:xfrm>
              </p:grpSpPr>
              <p:sp>
                <p:nvSpPr>
                  <p:cNvPr id="13349" name="TextBox 190"/>
                  <p:cNvSpPr/>
                  <p:nvPr/>
                </p:nvSpPr>
                <p:spPr>
                  <a:xfrm>
                    <a:off x="6452640" y="4681440"/>
                    <a:ext cx="687492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00000"/>
                        </a:solidFill>
                        <a:latin typeface="Calibri"/>
                      </a:rPr>
                      <a:t>Schedule released, planned from Oct’26.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50" name="TextBox 191"/>
                  <p:cNvSpPr/>
                  <p:nvPr/>
                </p:nvSpPr>
                <p:spPr>
                  <a:xfrm>
                    <a:off x="5787000" y="4683960"/>
                    <a:ext cx="846360" cy="3988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2000" spc="-1" strike="noStrike">
                        <a:solidFill>
                          <a:srgbClr val="3b3838"/>
                        </a:solidFill>
                        <a:latin typeface="Century Gothic"/>
                      </a:rPr>
                      <a:t>10%</a:t>
                    </a:r>
                    <a:endParaRPr b="0" lang="en-US" sz="20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  <p:grpSp>
              <p:nvGrpSpPr>
                <p:cNvPr id="13351" name="Group 176"/>
                <p:cNvGrpSpPr/>
                <p:nvPr/>
              </p:nvGrpSpPr>
              <p:grpSpPr>
                <a:xfrm>
                  <a:off x="993600" y="5186880"/>
                  <a:ext cx="9081000" cy="1107720"/>
                  <a:chOff x="993600" y="5186880"/>
                  <a:chExt cx="9081000" cy="1107720"/>
                </a:xfrm>
              </p:grpSpPr>
              <p:sp>
                <p:nvSpPr>
                  <p:cNvPr id="13352" name="Rectangle: Rounded Corners 177"/>
                  <p:cNvSpPr/>
                  <p:nvPr/>
                </p:nvSpPr>
                <p:spPr>
                  <a:xfrm rot="10800000">
                    <a:off x="1560240" y="5691240"/>
                    <a:ext cx="5212080" cy="177840"/>
                  </a:xfrm>
                  <a:custGeom>
                    <a:avLst/>
                    <a:gdLst/>
                    <a:ahLst/>
                    <a:rect l="l" t="t" r="r" b="b"/>
                    <a:pathLst>
                      <a:path w="631811" h="21600">
                        <a:moveTo>
                          <a:pt x="10800" y="0"/>
                        </a:moveTo>
                        <a:arcTo wR="10800" hR="10800" stAng="16200000" swAng="-5400000"/>
                        <a:lnTo>
                          <a:pt x="0" y="10800"/>
                        </a:lnTo>
                        <a:arcTo wR="10800" hR="10800" stAng="10800000" swAng="-5400000"/>
                        <a:lnTo>
                          <a:pt x="621011" y="21600"/>
                        </a:lnTo>
                        <a:arcTo wR="599411" hR="10800" stAng="5400000" swAng="5400000"/>
                        <a:lnTo>
                          <a:pt x="21600" y="10800"/>
                        </a:lnTo>
                        <a:arcTo wR="599411" hR="10800" stAng="10800000" swAng="5400000"/>
                        <a:close/>
                      </a:path>
                    </a:pathLst>
                  </a:custGeom>
                  <a:solidFill>
                    <a:srgbClr val="afabab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353" name="Oval 178"/>
                  <p:cNvSpPr/>
                  <p:nvPr/>
                </p:nvSpPr>
                <p:spPr>
                  <a:xfrm>
                    <a:off x="1284120" y="5634000"/>
                    <a:ext cx="554040" cy="309600"/>
                  </a:xfrm>
                  <a:prstGeom prst="ellipse">
                    <a:avLst/>
                  </a:prstGeom>
                  <a:solidFill>
                    <a:srgbClr val="92d050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1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54" name="TextBox 10"/>
                  <p:cNvSpPr/>
                  <p:nvPr/>
                </p:nvSpPr>
                <p:spPr>
                  <a:xfrm>
                    <a:off x="993600" y="5957280"/>
                    <a:ext cx="137196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Schedule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55" name="Oval 180"/>
                  <p:cNvSpPr/>
                  <p:nvPr/>
                </p:nvSpPr>
                <p:spPr>
                  <a:xfrm>
                    <a:off x="3439800" y="5586120"/>
                    <a:ext cx="55404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2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56" name="TextBox 13"/>
                  <p:cNvSpPr/>
                  <p:nvPr/>
                </p:nvSpPr>
                <p:spPr>
                  <a:xfrm>
                    <a:off x="3008160" y="5927400"/>
                    <a:ext cx="150912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Preparation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57" name="Oval 182"/>
                  <p:cNvSpPr/>
                  <p:nvPr/>
                </p:nvSpPr>
                <p:spPr>
                  <a:xfrm>
                    <a:off x="6251760" y="5626080"/>
                    <a:ext cx="55548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3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58" name="Oval 183"/>
                  <p:cNvSpPr/>
                  <p:nvPr/>
                </p:nvSpPr>
                <p:spPr>
                  <a:xfrm>
                    <a:off x="8328240" y="5626080"/>
                    <a:ext cx="555480" cy="311040"/>
                  </a:xfrm>
                  <a:prstGeom prst="ellipse">
                    <a:avLst/>
                  </a:prstGeom>
                  <a:solidFill>
                    <a:srgbClr val="a6a6a6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4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59" name="TextBox 13"/>
                  <p:cNvSpPr/>
                  <p:nvPr/>
                </p:nvSpPr>
                <p:spPr>
                  <a:xfrm>
                    <a:off x="5654160" y="5889960"/>
                    <a:ext cx="175608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Audit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60" name="TextBox 13"/>
                  <p:cNvSpPr/>
                  <p:nvPr/>
                </p:nvSpPr>
                <p:spPr>
                  <a:xfrm>
                    <a:off x="7394760" y="5870880"/>
                    <a:ext cx="267984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Recommendation Tracking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61" name="TextBox 186"/>
                  <p:cNvSpPr/>
                  <p:nvPr/>
                </p:nvSpPr>
                <p:spPr>
                  <a:xfrm>
                    <a:off x="1167480" y="522360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1800" spc="-1" strike="noStrike">
                        <a:solidFill>
                          <a:srgbClr val="385723"/>
                        </a:solidFill>
                        <a:latin typeface="Calibri"/>
                      </a:rPr>
                      <a:t>July’26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62" name="TextBox 187"/>
                  <p:cNvSpPr/>
                  <p:nvPr/>
                </p:nvSpPr>
                <p:spPr>
                  <a:xfrm>
                    <a:off x="3227400" y="518688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Sept’26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63" name="TextBox 188"/>
                  <p:cNvSpPr/>
                  <p:nvPr/>
                </p:nvSpPr>
                <p:spPr>
                  <a:xfrm>
                    <a:off x="6081120" y="524988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Jan’27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64" name="TextBox 189"/>
                  <p:cNvSpPr/>
                  <p:nvPr/>
                </p:nvSpPr>
                <p:spPr>
                  <a:xfrm>
                    <a:off x="8067240" y="524988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Mar’27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</p:grpSp>
        </p:grpSp>
        <p:grpSp>
          <p:nvGrpSpPr>
            <p:cNvPr id="13365" name="Group 164"/>
            <p:cNvGrpSpPr/>
            <p:nvPr/>
          </p:nvGrpSpPr>
          <p:grpSpPr>
            <a:xfrm>
              <a:off x="1104480" y="4471920"/>
              <a:ext cx="4475880" cy="656280"/>
              <a:chOff x="1104480" y="4471920"/>
              <a:chExt cx="4475880" cy="656280"/>
            </a:xfrm>
          </p:grpSpPr>
          <p:sp>
            <p:nvSpPr>
              <p:cNvPr id="13366" name="Freeform: Shape 166"/>
              <p:cNvSpPr/>
              <p:nvPr/>
            </p:nvSpPr>
            <p:spPr>
              <a:xfrm rot="5400000">
                <a:off x="5403600" y="4951440"/>
                <a:ext cx="190080" cy="16344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58a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367" name="Rectangle 167"/>
              <p:cNvSpPr/>
              <p:nvPr/>
            </p:nvSpPr>
            <p:spPr>
              <a:xfrm>
                <a:off x="1104480" y="4684320"/>
                <a:ext cx="4312440" cy="443880"/>
              </a:xfrm>
              <a:prstGeom prst="rect">
                <a:avLst/>
              </a:prstGeom>
              <a:gradFill rotWithShape="0">
                <a:gsLst>
                  <a:gs pos="0">
                    <a:srgbClr val="0099ff"/>
                  </a:gs>
                  <a:gs pos="100000">
                    <a:srgbClr val="0066cc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Georgia Pro Cond Light"/>
                  </a:rPr>
                  <a:t>06 LOD-2 Barrier Verification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368" name="Group 168"/>
              <p:cNvGrpSpPr/>
              <p:nvPr/>
            </p:nvGrpSpPr>
            <p:grpSpPr>
              <a:xfrm>
                <a:off x="5187960" y="4964040"/>
                <a:ext cx="302040" cy="137520"/>
                <a:chOff x="5187960" y="4964040"/>
                <a:chExt cx="302040" cy="137520"/>
              </a:xfrm>
            </p:grpSpPr>
            <p:sp>
              <p:nvSpPr>
                <p:cNvPr id="13369" name="Oval 171"/>
                <p:cNvSpPr/>
                <p:nvPr/>
              </p:nvSpPr>
              <p:spPr>
                <a:xfrm>
                  <a:off x="5187960" y="4964040"/>
                  <a:ext cx="302040" cy="13752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58a"/>
                    </a:gs>
                    <a:gs pos="100000">
                      <a:srgbClr val="00458a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370" name="Freeform: Shape 172"/>
                <p:cNvSpPr/>
                <p:nvPr/>
              </p:nvSpPr>
              <p:spPr>
                <a:xfrm flipH="1" rot="16200000">
                  <a:off x="5310720" y="5000400"/>
                  <a:ext cx="80640" cy="8028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28585e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371" name="Freeform: Shape 169"/>
              <p:cNvSpPr/>
              <p:nvPr/>
            </p:nvSpPr>
            <p:spPr>
              <a:xfrm>
                <a:off x="5313600" y="4757400"/>
                <a:ext cx="174600" cy="29484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81c6d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372" name="Freeform: Shape 170"/>
              <p:cNvSpPr/>
              <p:nvPr/>
            </p:nvSpPr>
            <p:spPr>
              <a:xfrm>
                <a:off x="5186880" y="4471920"/>
                <a:ext cx="393480" cy="5644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0099ff"/>
                  </a:gs>
                  <a:gs pos="100000">
                    <a:srgbClr val="0066cc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373" name="Isosceles Triangle 165"/>
            <p:cNvSpPr/>
            <p:nvPr/>
          </p:nvSpPr>
          <p:spPr>
            <a:xfrm rot="16200000">
              <a:off x="5614560" y="475740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006cd2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4" name="TextBox 7"/>
          <p:cNvSpPr/>
          <p:nvPr/>
        </p:nvSpPr>
        <p:spPr>
          <a:xfrm>
            <a:off x="2658960" y="473040"/>
            <a:ext cx="6878880" cy="8989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2200" spc="-1" strike="noStrike">
                <a:solidFill>
                  <a:srgbClr val="ffffff"/>
                </a:solidFill>
                <a:latin typeface="Calibri"/>
                <a:ea typeface="Times New Roman"/>
              </a:rPr>
              <a:t>AOP Review – September, 2020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2300" spc="-1" strike="noStrike">
                <a:solidFill>
                  <a:srgbClr val="ffffff"/>
                </a:solidFill>
                <a:latin typeface="Calibri"/>
                <a:ea typeface="Times New Roman"/>
              </a:rPr>
              <a:t>S&amp;D HSSE Performance (FY20-21)</a:t>
            </a:r>
            <a:endParaRPr b="0" lang="en-US" sz="23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375" name="Rectangle 13"/>
          <p:cNvSpPr/>
          <p:nvPr/>
        </p:nvSpPr>
        <p:spPr>
          <a:xfrm>
            <a:off x="0" y="0"/>
            <a:ext cx="13236480" cy="582480"/>
          </a:xfrm>
          <a:prstGeom prst="rect">
            <a:avLst/>
          </a:pr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122040" rIns="122040" tIns="122040" bIns="122040" anchor="ctr">
            <a:normAutofit fontScale="61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    </a:t>
            </a: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HSE AOP’s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376" name="Content Placeholder 2"/>
          <p:cNvSpPr/>
          <p:nvPr/>
        </p:nvSpPr>
        <p:spPr>
          <a:xfrm>
            <a:off x="1103400" y="6730920"/>
            <a:ext cx="12191760" cy="1270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377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3236480" y="50760"/>
            <a:ext cx="1073160" cy="763560"/>
          </a:xfrm>
          <a:prstGeom prst="rect">
            <a:avLst/>
          </a:prstGeom>
          <a:ln w="0">
            <a:noFill/>
          </a:ln>
        </p:spPr>
      </p:pic>
      <p:grpSp>
        <p:nvGrpSpPr>
          <p:cNvPr id="13378" name="Group 160"/>
          <p:cNvGrpSpPr/>
          <p:nvPr/>
        </p:nvGrpSpPr>
        <p:grpSpPr>
          <a:xfrm>
            <a:off x="993600" y="2602080"/>
            <a:ext cx="12333960" cy="1821240"/>
            <a:chOff x="993600" y="2602080"/>
            <a:chExt cx="12333960" cy="1821240"/>
          </a:xfrm>
        </p:grpSpPr>
        <p:grpSp>
          <p:nvGrpSpPr>
            <p:cNvPr id="13379" name="Group 4"/>
            <p:cNvGrpSpPr/>
            <p:nvPr/>
          </p:nvGrpSpPr>
          <p:grpSpPr>
            <a:xfrm>
              <a:off x="993600" y="2811960"/>
              <a:ext cx="12333960" cy="1611360"/>
              <a:chOff x="993600" y="2811960"/>
              <a:chExt cx="12333960" cy="1611360"/>
            </a:xfrm>
          </p:grpSpPr>
          <p:sp>
            <p:nvSpPr>
              <p:cNvPr id="13380" name="Rectangle: Rounded Corners 5"/>
              <p:cNvSpPr/>
              <p:nvPr/>
            </p:nvSpPr>
            <p:spPr>
              <a:xfrm rot="10800000">
                <a:off x="1560240" y="3820320"/>
                <a:ext cx="6893280" cy="182520"/>
              </a:xfrm>
              <a:custGeom>
                <a:avLst/>
                <a:gdLst/>
                <a:ahLst/>
                <a:rect l="l" t="t" r="r" b="b"/>
                <a:pathLst>
                  <a:path w="814209" h="21600">
                    <a:moveTo>
                      <a:pt x="10800" y="0"/>
                    </a:moveTo>
                    <a:arcTo wR="10800" hR="10800" stAng="16200000" swAng="-5400000"/>
                    <a:lnTo>
                      <a:pt x="0" y="10800"/>
                    </a:lnTo>
                    <a:arcTo wR="10800" hR="10800" stAng="10800000" swAng="-5400000"/>
                    <a:lnTo>
                      <a:pt x="803409" y="21600"/>
                    </a:lnTo>
                    <a:arcTo wR="781809" hR="10800" stAng="5400000" swAng="5400000"/>
                    <a:lnTo>
                      <a:pt x="21600" y="10800"/>
                    </a:lnTo>
                    <a:arcTo wR="781809" hR="10800" stAng="10800000" swAng="5400000"/>
                    <a:close/>
                  </a:path>
                </a:pathLst>
              </a:custGeom>
              <a:solidFill>
                <a:srgbClr val="bfbfbf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grpSp>
            <p:nvGrpSpPr>
              <p:cNvPr id="13381" name="Group 6"/>
              <p:cNvGrpSpPr/>
              <p:nvPr/>
            </p:nvGrpSpPr>
            <p:grpSpPr>
              <a:xfrm>
                <a:off x="993600" y="2811960"/>
                <a:ext cx="12333960" cy="1611360"/>
                <a:chOff x="993600" y="2811960"/>
                <a:chExt cx="12333960" cy="1611360"/>
              </a:xfrm>
            </p:grpSpPr>
            <p:grpSp>
              <p:nvGrpSpPr>
                <p:cNvPr id="13382" name="Group 8"/>
                <p:cNvGrpSpPr/>
                <p:nvPr/>
              </p:nvGrpSpPr>
              <p:grpSpPr>
                <a:xfrm>
                  <a:off x="5787000" y="2811960"/>
                  <a:ext cx="7540560" cy="401400"/>
                  <a:chOff x="5787000" y="2811960"/>
                  <a:chExt cx="7540560" cy="401400"/>
                </a:xfrm>
              </p:grpSpPr>
              <p:sp>
                <p:nvSpPr>
                  <p:cNvPr id="13383" name="TextBox 62"/>
                  <p:cNvSpPr/>
                  <p:nvPr/>
                </p:nvSpPr>
                <p:spPr>
                  <a:xfrm>
                    <a:off x="6452640" y="2811960"/>
                    <a:ext cx="687492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00000"/>
                        </a:solidFill>
                        <a:latin typeface="Calibri"/>
                      </a:rPr>
                      <a:t>Yet to initiate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84" name="TextBox 65"/>
                  <p:cNvSpPr/>
                  <p:nvPr/>
                </p:nvSpPr>
                <p:spPr>
                  <a:xfrm>
                    <a:off x="5787000" y="2814480"/>
                    <a:ext cx="846360" cy="3988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2000" spc="-1" strike="noStrike">
                        <a:solidFill>
                          <a:srgbClr val="3b3838"/>
                        </a:solidFill>
                        <a:latin typeface="Century Gothic"/>
                      </a:rPr>
                      <a:t>0%</a:t>
                    </a:r>
                    <a:endParaRPr b="0" lang="en-US" sz="20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  <p:grpSp>
              <p:nvGrpSpPr>
                <p:cNvPr id="13385" name="Group 9"/>
                <p:cNvGrpSpPr/>
                <p:nvPr/>
              </p:nvGrpSpPr>
              <p:grpSpPr>
                <a:xfrm>
                  <a:off x="993600" y="3316320"/>
                  <a:ext cx="9081000" cy="1107000"/>
                  <a:chOff x="993600" y="3316320"/>
                  <a:chExt cx="9081000" cy="1107000"/>
                </a:xfrm>
              </p:grpSpPr>
              <p:sp>
                <p:nvSpPr>
                  <p:cNvPr id="13386" name="Rectangle: Rounded Corners 10"/>
                  <p:cNvSpPr/>
                  <p:nvPr/>
                </p:nvSpPr>
                <p:spPr>
                  <a:xfrm rot="10800000">
                    <a:off x="1560240" y="3821040"/>
                    <a:ext cx="5212080" cy="177840"/>
                  </a:xfrm>
                  <a:custGeom>
                    <a:avLst/>
                    <a:gdLst/>
                    <a:ahLst/>
                    <a:rect l="l" t="t" r="r" b="b"/>
                    <a:pathLst>
                      <a:path w="631811" h="21600">
                        <a:moveTo>
                          <a:pt x="10800" y="0"/>
                        </a:moveTo>
                        <a:arcTo wR="10800" hR="10800" stAng="16200000" swAng="-5400000"/>
                        <a:lnTo>
                          <a:pt x="0" y="10800"/>
                        </a:lnTo>
                        <a:arcTo wR="10800" hR="10800" stAng="10800000" swAng="-5400000"/>
                        <a:lnTo>
                          <a:pt x="621011" y="21600"/>
                        </a:lnTo>
                        <a:arcTo wR="599411" hR="10800" stAng="5400000" swAng="5400000"/>
                        <a:lnTo>
                          <a:pt x="21600" y="10800"/>
                        </a:lnTo>
                        <a:arcTo wR="599411" hR="10800" stAng="10800000" swAng="5400000"/>
                        <a:close/>
                      </a:path>
                    </a:pathLst>
                  </a:custGeom>
                  <a:solidFill>
                    <a:srgbClr val="afabab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387" name="Oval 11"/>
                  <p:cNvSpPr/>
                  <p:nvPr/>
                </p:nvSpPr>
                <p:spPr>
                  <a:xfrm>
                    <a:off x="1284120" y="3762360"/>
                    <a:ext cx="55404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1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88" name="TextBox 10"/>
                  <p:cNvSpPr/>
                  <p:nvPr/>
                </p:nvSpPr>
                <p:spPr>
                  <a:xfrm>
                    <a:off x="993600" y="4086000"/>
                    <a:ext cx="137196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Schedule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89" name="Oval 15"/>
                  <p:cNvSpPr/>
                  <p:nvPr/>
                </p:nvSpPr>
                <p:spPr>
                  <a:xfrm>
                    <a:off x="3439800" y="3714840"/>
                    <a:ext cx="55404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2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90" name="TextBox 13"/>
                  <p:cNvSpPr/>
                  <p:nvPr/>
                </p:nvSpPr>
                <p:spPr>
                  <a:xfrm>
                    <a:off x="3008160" y="4056120"/>
                    <a:ext cx="150912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Preparation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91" name="Oval 19"/>
                  <p:cNvSpPr/>
                  <p:nvPr/>
                </p:nvSpPr>
                <p:spPr>
                  <a:xfrm>
                    <a:off x="6251760" y="3754440"/>
                    <a:ext cx="55548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3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92" name="Oval 20"/>
                  <p:cNvSpPr/>
                  <p:nvPr/>
                </p:nvSpPr>
                <p:spPr>
                  <a:xfrm>
                    <a:off x="8328240" y="3754440"/>
                    <a:ext cx="555480" cy="311040"/>
                  </a:xfrm>
                  <a:prstGeom prst="ellipse">
                    <a:avLst/>
                  </a:prstGeom>
                  <a:solidFill>
                    <a:srgbClr val="a6a6a6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4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93" name="TextBox 13"/>
                  <p:cNvSpPr/>
                  <p:nvPr/>
                </p:nvSpPr>
                <p:spPr>
                  <a:xfrm>
                    <a:off x="5654160" y="4018680"/>
                    <a:ext cx="175608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Audit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94" name="TextBox 13"/>
                  <p:cNvSpPr/>
                  <p:nvPr/>
                </p:nvSpPr>
                <p:spPr>
                  <a:xfrm>
                    <a:off x="7394760" y="3999960"/>
                    <a:ext cx="267984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Recommendation Tracking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95" name="TextBox 51"/>
                  <p:cNvSpPr/>
                  <p:nvPr/>
                </p:nvSpPr>
                <p:spPr>
                  <a:xfrm>
                    <a:off x="1167480" y="335304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Nov’26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96" name="TextBox 54"/>
                  <p:cNvSpPr/>
                  <p:nvPr/>
                </p:nvSpPr>
                <p:spPr>
                  <a:xfrm>
                    <a:off x="3227400" y="331632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Dec’26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97" name="TextBox 56"/>
                  <p:cNvSpPr/>
                  <p:nvPr/>
                </p:nvSpPr>
                <p:spPr>
                  <a:xfrm>
                    <a:off x="6081120" y="337932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Feb’27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398" name="TextBox 58"/>
                  <p:cNvSpPr/>
                  <p:nvPr/>
                </p:nvSpPr>
                <p:spPr>
                  <a:xfrm>
                    <a:off x="8067240" y="337932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Mar’27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</p:grpSp>
        </p:grpSp>
        <p:grpSp>
          <p:nvGrpSpPr>
            <p:cNvPr id="13399" name="Group 80"/>
            <p:cNvGrpSpPr/>
            <p:nvPr/>
          </p:nvGrpSpPr>
          <p:grpSpPr>
            <a:xfrm>
              <a:off x="1104480" y="2602080"/>
              <a:ext cx="4475880" cy="655920"/>
              <a:chOff x="1104480" y="2602080"/>
              <a:chExt cx="4475880" cy="655920"/>
            </a:xfrm>
          </p:grpSpPr>
          <p:sp>
            <p:nvSpPr>
              <p:cNvPr id="13400" name="Freeform: Shape 82"/>
              <p:cNvSpPr/>
              <p:nvPr/>
            </p:nvSpPr>
            <p:spPr>
              <a:xfrm rot="5400000">
                <a:off x="5403960" y="3081600"/>
                <a:ext cx="189000" cy="16344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58a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401" name="Rectangle 83"/>
              <p:cNvSpPr/>
              <p:nvPr/>
            </p:nvSpPr>
            <p:spPr>
              <a:xfrm>
                <a:off x="1104480" y="2814840"/>
                <a:ext cx="4312440" cy="443160"/>
              </a:xfrm>
              <a:prstGeom prst="rect">
                <a:avLst/>
              </a:prstGeom>
              <a:gradFill rotWithShape="0">
                <a:gsLst>
                  <a:gs pos="0">
                    <a:srgbClr val="0099ff"/>
                  </a:gs>
                  <a:gs pos="100000">
                    <a:srgbClr val="0066cc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Georgia Pro Cond Light"/>
                  </a:rPr>
                  <a:t>08 IMS Surveillance Audit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402" name="Group 114"/>
              <p:cNvGrpSpPr/>
              <p:nvPr/>
            </p:nvGrpSpPr>
            <p:grpSpPr>
              <a:xfrm>
                <a:off x="5187960" y="3094920"/>
                <a:ext cx="302040" cy="137520"/>
                <a:chOff x="5187960" y="3094920"/>
                <a:chExt cx="302040" cy="137520"/>
              </a:xfrm>
            </p:grpSpPr>
            <p:sp>
              <p:nvSpPr>
                <p:cNvPr id="13403" name="Oval 117"/>
                <p:cNvSpPr/>
                <p:nvPr/>
              </p:nvSpPr>
              <p:spPr>
                <a:xfrm>
                  <a:off x="5187960" y="3094920"/>
                  <a:ext cx="302040" cy="13752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58a"/>
                    </a:gs>
                    <a:gs pos="100000">
                      <a:srgbClr val="00458a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404" name="Freeform: Shape 119"/>
                <p:cNvSpPr/>
                <p:nvPr/>
              </p:nvSpPr>
              <p:spPr>
                <a:xfrm flipH="1" rot="16200000">
                  <a:off x="5310720" y="3131280"/>
                  <a:ext cx="80640" cy="8028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28585e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405" name="Freeform: Shape 115"/>
              <p:cNvSpPr/>
              <p:nvPr/>
            </p:nvSpPr>
            <p:spPr>
              <a:xfrm>
                <a:off x="5313600" y="2886480"/>
                <a:ext cx="174600" cy="29700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81c6d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406" name="Freeform: Shape 116"/>
              <p:cNvSpPr/>
              <p:nvPr/>
            </p:nvSpPr>
            <p:spPr>
              <a:xfrm>
                <a:off x="5186880" y="2602080"/>
                <a:ext cx="393480" cy="56376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0099ff"/>
                  </a:gs>
                  <a:gs pos="100000">
                    <a:srgbClr val="0066cc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407" name="Isosceles Triangle 120"/>
            <p:cNvSpPr/>
            <p:nvPr/>
          </p:nvSpPr>
          <p:spPr>
            <a:xfrm rot="16200000">
              <a:off x="5615640" y="2886480"/>
              <a:ext cx="2998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006cd2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408" name="Group 161"/>
          <p:cNvGrpSpPr/>
          <p:nvPr/>
        </p:nvGrpSpPr>
        <p:grpSpPr>
          <a:xfrm>
            <a:off x="993600" y="4471920"/>
            <a:ext cx="12492720" cy="1822680"/>
            <a:chOff x="993600" y="4471920"/>
            <a:chExt cx="12492720" cy="1822680"/>
          </a:xfrm>
        </p:grpSpPr>
        <p:grpSp>
          <p:nvGrpSpPr>
            <p:cNvPr id="13409" name="Group 162"/>
            <p:cNvGrpSpPr/>
            <p:nvPr/>
          </p:nvGrpSpPr>
          <p:grpSpPr>
            <a:xfrm>
              <a:off x="993600" y="4587120"/>
              <a:ext cx="12492720" cy="1707480"/>
              <a:chOff x="993600" y="4587120"/>
              <a:chExt cx="12492720" cy="1707480"/>
            </a:xfrm>
          </p:grpSpPr>
          <p:sp>
            <p:nvSpPr>
              <p:cNvPr id="13410" name="Rectangle: Rounded Corners 173"/>
              <p:cNvSpPr/>
              <p:nvPr/>
            </p:nvSpPr>
            <p:spPr>
              <a:xfrm rot="10800000">
                <a:off x="1560240" y="5690520"/>
                <a:ext cx="6894720" cy="183960"/>
              </a:xfrm>
              <a:custGeom>
                <a:avLst/>
                <a:gdLst/>
                <a:ahLst/>
                <a:rect l="l" t="t" r="r" b="b"/>
                <a:pathLst>
                  <a:path w="808017" h="21600">
                    <a:moveTo>
                      <a:pt x="10800" y="0"/>
                    </a:moveTo>
                    <a:arcTo wR="10800" hR="10800" stAng="16200000" swAng="-5400000"/>
                    <a:lnTo>
                      <a:pt x="0" y="10800"/>
                    </a:lnTo>
                    <a:arcTo wR="10800" hR="10800" stAng="10800000" swAng="-5400000"/>
                    <a:lnTo>
                      <a:pt x="797217" y="21600"/>
                    </a:lnTo>
                    <a:arcTo wR="775617" hR="10800" stAng="5400000" swAng="5400000"/>
                    <a:lnTo>
                      <a:pt x="21600" y="10800"/>
                    </a:lnTo>
                    <a:arcTo wR="775617" hR="10800" stAng="10800000" swAng="5400000"/>
                    <a:close/>
                  </a:path>
                </a:pathLst>
              </a:custGeom>
              <a:solidFill>
                <a:srgbClr val="bfbfbf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grpSp>
            <p:nvGrpSpPr>
              <p:cNvPr id="13411" name="Group 174"/>
              <p:cNvGrpSpPr/>
              <p:nvPr/>
            </p:nvGrpSpPr>
            <p:grpSpPr>
              <a:xfrm>
                <a:off x="993600" y="4587120"/>
                <a:ext cx="12492720" cy="1707480"/>
                <a:chOff x="993600" y="4587120"/>
                <a:chExt cx="12492720" cy="1707480"/>
              </a:xfrm>
            </p:grpSpPr>
            <p:grpSp>
              <p:nvGrpSpPr>
                <p:cNvPr id="13412" name="Group 175"/>
                <p:cNvGrpSpPr/>
                <p:nvPr/>
              </p:nvGrpSpPr>
              <p:grpSpPr>
                <a:xfrm>
                  <a:off x="5787360" y="4587120"/>
                  <a:ext cx="7698960" cy="801000"/>
                  <a:chOff x="5787360" y="4587120"/>
                  <a:chExt cx="7698960" cy="801000"/>
                </a:xfrm>
              </p:grpSpPr>
              <p:sp>
                <p:nvSpPr>
                  <p:cNvPr id="13413" name="TextBox 190"/>
                  <p:cNvSpPr/>
                  <p:nvPr/>
                </p:nvSpPr>
                <p:spPr>
                  <a:xfrm>
                    <a:off x="6610680" y="4587120"/>
                    <a:ext cx="68756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00000"/>
                        </a:solidFill>
                        <a:latin typeface="Calibri"/>
                      </a:rPr>
                      <a:t>Audit Completed, Received certificate.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14" name="TextBox 191"/>
                  <p:cNvSpPr/>
                  <p:nvPr/>
                </p:nvSpPr>
                <p:spPr>
                  <a:xfrm>
                    <a:off x="5787360" y="4684320"/>
                    <a:ext cx="846360" cy="70380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2000" spc="-1" strike="noStrike">
                        <a:solidFill>
                          <a:srgbClr val="3b3838"/>
                        </a:solidFill>
                        <a:latin typeface="Century Gothic"/>
                      </a:rPr>
                      <a:t>100%</a:t>
                    </a:r>
                    <a:endParaRPr b="0" lang="en-US" sz="20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  <p:grpSp>
              <p:nvGrpSpPr>
                <p:cNvPr id="13415" name="Group 176"/>
                <p:cNvGrpSpPr/>
                <p:nvPr/>
              </p:nvGrpSpPr>
              <p:grpSpPr>
                <a:xfrm>
                  <a:off x="993600" y="5186880"/>
                  <a:ext cx="9081720" cy="1107720"/>
                  <a:chOff x="993600" y="5186880"/>
                  <a:chExt cx="9081720" cy="1107720"/>
                </a:xfrm>
              </p:grpSpPr>
              <p:sp>
                <p:nvSpPr>
                  <p:cNvPr id="13416" name="Rectangle: Rounded Corners 177"/>
                  <p:cNvSpPr/>
                  <p:nvPr/>
                </p:nvSpPr>
                <p:spPr>
                  <a:xfrm rot="10800000">
                    <a:off x="1560240" y="5692680"/>
                    <a:ext cx="5213520" cy="177840"/>
                  </a:xfrm>
                  <a:custGeom>
                    <a:avLst/>
                    <a:gdLst/>
                    <a:ahLst/>
                    <a:rect l="l" t="t" r="r" b="b"/>
                    <a:pathLst>
                      <a:path w="631985" h="21600">
                        <a:moveTo>
                          <a:pt x="10800" y="0"/>
                        </a:moveTo>
                        <a:arcTo wR="10800" hR="10800" stAng="16200000" swAng="-5400000"/>
                        <a:lnTo>
                          <a:pt x="0" y="10800"/>
                        </a:lnTo>
                        <a:arcTo wR="10800" hR="10800" stAng="10800000" swAng="-5400000"/>
                        <a:lnTo>
                          <a:pt x="621185" y="21600"/>
                        </a:lnTo>
                        <a:arcTo wR="599585" hR="10800" stAng="5400000" swAng="5400000"/>
                        <a:lnTo>
                          <a:pt x="21600" y="10800"/>
                        </a:lnTo>
                        <a:arcTo wR="599585" hR="10800" stAng="10800000" swAng="5400000"/>
                        <a:close/>
                      </a:path>
                    </a:pathLst>
                  </a:custGeom>
                  <a:solidFill>
                    <a:srgbClr val="afabab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417" name="Oval 178"/>
                  <p:cNvSpPr/>
                  <p:nvPr/>
                </p:nvSpPr>
                <p:spPr>
                  <a:xfrm>
                    <a:off x="1284120" y="5634000"/>
                    <a:ext cx="554040" cy="311040"/>
                  </a:xfrm>
                  <a:prstGeom prst="ellipse">
                    <a:avLst/>
                  </a:prstGeom>
                  <a:solidFill>
                    <a:srgbClr val="548235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1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18" name="TextBox 10"/>
                  <p:cNvSpPr/>
                  <p:nvPr/>
                </p:nvSpPr>
                <p:spPr>
                  <a:xfrm>
                    <a:off x="993600" y="5957280"/>
                    <a:ext cx="137232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P</a:t>
                    </a: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R/PO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19" name="Oval 180"/>
                  <p:cNvSpPr/>
                  <p:nvPr/>
                </p:nvSpPr>
                <p:spPr>
                  <a:xfrm>
                    <a:off x="3439800" y="5586120"/>
                    <a:ext cx="554040" cy="311040"/>
                  </a:xfrm>
                  <a:prstGeom prst="ellipse">
                    <a:avLst/>
                  </a:prstGeom>
                  <a:solidFill>
                    <a:srgbClr val="548235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2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20" name="TextBox 13"/>
                  <p:cNvSpPr/>
                  <p:nvPr/>
                </p:nvSpPr>
                <p:spPr>
                  <a:xfrm>
                    <a:off x="3008160" y="5927400"/>
                    <a:ext cx="150948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Preparation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21" name="Oval 182"/>
                  <p:cNvSpPr/>
                  <p:nvPr/>
                </p:nvSpPr>
                <p:spPr>
                  <a:xfrm>
                    <a:off x="6253200" y="5626080"/>
                    <a:ext cx="554040" cy="311040"/>
                  </a:xfrm>
                  <a:prstGeom prst="ellipse">
                    <a:avLst/>
                  </a:prstGeom>
                  <a:solidFill>
                    <a:srgbClr val="548235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3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22" name="Oval 183"/>
                  <p:cNvSpPr/>
                  <p:nvPr/>
                </p:nvSpPr>
                <p:spPr>
                  <a:xfrm>
                    <a:off x="8329680" y="5626080"/>
                    <a:ext cx="554040" cy="311040"/>
                  </a:xfrm>
                  <a:prstGeom prst="ellipse">
                    <a:avLst/>
                  </a:prstGeom>
                  <a:solidFill>
                    <a:srgbClr val="548235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4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23" name="TextBox 13"/>
                  <p:cNvSpPr/>
                  <p:nvPr/>
                </p:nvSpPr>
                <p:spPr>
                  <a:xfrm>
                    <a:off x="5654520" y="5889960"/>
                    <a:ext cx="175644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Audit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24" name="TextBox 13"/>
                  <p:cNvSpPr/>
                  <p:nvPr/>
                </p:nvSpPr>
                <p:spPr>
                  <a:xfrm>
                    <a:off x="7395120" y="5870880"/>
                    <a:ext cx="268020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Certification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25" name="TextBox 186"/>
                  <p:cNvSpPr/>
                  <p:nvPr/>
                </p:nvSpPr>
                <p:spPr>
                  <a:xfrm>
                    <a:off x="1167480" y="5223600"/>
                    <a:ext cx="91440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1800" spc="-1" strike="noStrike">
                        <a:solidFill>
                          <a:srgbClr val="548235"/>
                        </a:solidFill>
                        <a:latin typeface="Calibri"/>
                      </a:rPr>
                      <a:t>May’26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26" name="TextBox 187"/>
                  <p:cNvSpPr/>
                  <p:nvPr/>
                </p:nvSpPr>
                <p:spPr>
                  <a:xfrm>
                    <a:off x="3227760" y="5186880"/>
                    <a:ext cx="91440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1800" spc="-1" strike="noStrike">
                        <a:solidFill>
                          <a:srgbClr val="548235"/>
                        </a:solidFill>
                        <a:latin typeface="Calibri"/>
                      </a:rPr>
                      <a:t>July’26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27" name="TextBox 188"/>
                  <p:cNvSpPr/>
                  <p:nvPr/>
                </p:nvSpPr>
                <p:spPr>
                  <a:xfrm>
                    <a:off x="6081480" y="5249880"/>
                    <a:ext cx="91440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1800" spc="-1" strike="noStrike">
                        <a:solidFill>
                          <a:srgbClr val="385723"/>
                        </a:solidFill>
                        <a:latin typeface="Calibri"/>
                      </a:rPr>
                      <a:t>Aug’26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28" name="TextBox 189"/>
                  <p:cNvSpPr/>
                  <p:nvPr/>
                </p:nvSpPr>
                <p:spPr>
                  <a:xfrm>
                    <a:off x="8067960" y="5249880"/>
                    <a:ext cx="91440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Dec’26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</p:grpSp>
        </p:grpSp>
        <p:grpSp>
          <p:nvGrpSpPr>
            <p:cNvPr id="13429" name="Group 164"/>
            <p:cNvGrpSpPr/>
            <p:nvPr/>
          </p:nvGrpSpPr>
          <p:grpSpPr>
            <a:xfrm>
              <a:off x="1104480" y="4471920"/>
              <a:ext cx="4476240" cy="656280"/>
              <a:chOff x="1104480" y="4471920"/>
              <a:chExt cx="4476240" cy="656280"/>
            </a:xfrm>
          </p:grpSpPr>
          <p:sp>
            <p:nvSpPr>
              <p:cNvPr id="13430" name="Freeform: Shape 166"/>
              <p:cNvSpPr/>
              <p:nvPr/>
            </p:nvSpPr>
            <p:spPr>
              <a:xfrm rot="5400000">
                <a:off x="5403240" y="4950720"/>
                <a:ext cx="190080" cy="16488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58a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431" name="Rectangle 167"/>
              <p:cNvSpPr/>
              <p:nvPr/>
            </p:nvSpPr>
            <p:spPr>
              <a:xfrm>
                <a:off x="1104480" y="4684320"/>
                <a:ext cx="4311360" cy="443880"/>
              </a:xfrm>
              <a:prstGeom prst="rect">
                <a:avLst/>
              </a:prstGeom>
              <a:gradFill rotWithShape="0">
                <a:gsLst>
                  <a:gs pos="0">
                    <a:srgbClr val="0099ff"/>
                  </a:gs>
                  <a:gs pos="100000">
                    <a:srgbClr val="0066cc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Georgia Pro Cond Light"/>
                  </a:rPr>
                  <a:t>09 ERDMP Certification - Bhopal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432" name="Group 168"/>
              <p:cNvGrpSpPr/>
              <p:nvPr/>
            </p:nvGrpSpPr>
            <p:grpSpPr>
              <a:xfrm>
                <a:off x="5187240" y="4964040"/>
                <a:ext cx="302040" cy="137520"/>
                <a:chOff x="5187240" y="4964040"/>
                <a:chExt cx="302040" cy="137520"/>
              </a:xfrm>
            </p:grpSpPr>
            <p:sp>
              <p:nvSpPr>
                <p:cNvPr id="13433" name="Oval 171"/>
                <p:cNvSpPr/>
                <p:nvPr/>
              </p:nvSpPr>
              <p:spPr>
                <a:xfrm>
                  <a:off x="5187240" y="4964040"/>
                  <a:ext cx="302040" cy="13752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58a"/>
                    </a:gs>
                    <a:gs pos="100000">
                      <a:srgbClr val="00458a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434" name="Freeform: Shape 172"/>
                <p:cNvSpPr/>
                <p:nvPr/>
              </p:nvSpPr>
              <p:spPr>
                <a:xfrm flipH="1" rot="16200000">
                  <a:off x="5310360" y="5001480"/>
                  <a:ext cx="80640" cy="7848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28585e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435" name="Freeform: Shape 169"/>
              <p:cNvSpPr/>
              <p:nvPr/>
            </p:nvSpPr>
            <p:spPr>
              <a:xfrm>
                <a:off x="5314320" y="4757400"/>
                <a:ext cx="174600" cy="29484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81c6d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436" name="Freeform: Shape 170"/>
              <p:cNvSpPr/>
              <p:nvPr/>
            </p:nvSpPr>
            <p:spPr>
              <a:xfrm>
                <a:off x="5187240" y="4471920"/>
                <a:ext cx="393480" cy="5644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0099ff"/>
                  </a:gs>
                  <a:gs pos="100000">
                    <a:srgbClr val="0066cc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437" name="Isosceles Triangle 165"/>
            <p:cNvSpPr/>
            <p:nvPr/>
          </p:nvSpPr>
          <p:spPr>
            <a:xfrm rot="16200000">
              <a:off x="5614560" y="475740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006cd2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438" name="Group 14"/>
          <p:cNvGrpSpPr/>
          <p:nvPr/>
        </p:nvGrpSpPr>
        <p:grpSpPr>
          <a:xfrm>
            <a:off x="993600" y="604800"/>
            <a:ext cx="12333960" cy="1821240"/>
            <a:chOff x="993600" y="604800"/>
            <a:chExt cx="12333960" cy="1821240"/>
          </a:xfrm>
        </p:grpSpPr>
        <p:grpSp>
          <p:nvGrpSpPr>
            <p:cNvPr id="13439" name="Group 33"/>
            <p:cNvGrpSpPr/>
            <p:nvPr/>
          </p:nvGrpSpPr>
          <p:grpSpPr>
            <a:xfrm>
              <a:off x="993600" y="814680"/>
              <a:ext cx="12333960" cy="1611360"/>
              <a:chOff x="993600" y="814680"/>
              <a:chExt cx="12333960" cy="1611360"/>
            </a:xfrm>
          </p:grpSpPr>
          <p:sp>
            <p:nvSpPr>
              <p:cNvPr id="13440" name="Rectangle: Rounded Corners 64"/>
              <p:cNvSpPr/>
              <p:nvPr/>
            </p:nvSpPr>
            <p:spPr>
              <a:xfrm rot="10800000">
                <a:off x="1560240" y="1823040"/>
                <a:ext cx="6893280" cy="182520"/>
              </a:xfrm>
              <a:custGeom>
                <a:avLst/>
                <a:gdLst/>
                <a:ahLst/>
                <a:rect l="l" t="t" r="r" b="b"/>
                <a:pathLst>
                  <a:path w="814209" h="21600">
                    <a:moveTo>
                      <a:pt x="10800" y="0"/>
                    </a:moveTo>
                    <a:arcTo wR="10800" hR="10800" stAng="16200000" swAng="-5400000"/>
                    <a:lnTo>
                      <a:pt x="0" y="10800"/>
                    </a:lnTo>
                    <a:arcTo wR="10800" hR="10800" stAng="10800000" swAng="-5400000"/>
                    <a:lnTo>
                      <a:pt x="803409" y="21600"/>
                    </a:lnTo>
                    <a:arcTo wR="781809" hR="10800" stAng="5400000" swAng="5400000"/>
                    <a:lnTo>
                      <a:pt x="21600" y="10800"/>
                    </a:lnTo>
                    <a:arcTo wR="781809" hR="10800" stAng="10800000" swAng="5400000"/>
                    <a:close/>
                  </a:path>
                </a:pathLst>
              </a:custGeom>
              <a:solidFill>
                <a:srgbClr val="bfbfbf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grpSp>
            <p:nvGrpSpPr>
              <p:cNvPr id="13441" name="Group 66"/>
              <p:cNvGrpSpPr/>
              <p:nvPr/>
            </p:nvGrpSpPr>
            <p:grpSpPr>
              <a:xfrm>
                <a:off x="993600" y="814680"/>
                <a:ext cx="12333960" cy="1611360"/>
                <a:chOff x="993600" y="814680"/>
                <a:chExt cx="12333960" cy="1611360"/>
              </a:xfrm>
            </p:grpSpPr>
            <p:grpSp>
              <p:nvGrpSpPr>
                <p:cNvPr id="13442" name="Group 67"/>
                <p:cNvGrpSpPr/>
                <p:nvPr/>
              </p:nvGrpSpPr>
              <p:grpSpPr>
                <a:xfrm>
                  <a:off x="5787000" y="814680"/>
                  <a:ext cx="7540560" cy="401400"/>
                  <a:chOff x="5787000" y="814680"/>
                  <a:chExt cx="7540560" cy="401400"/>
                </a:xfrm>
              </p:grpSpPr>
              <p:sp>
                <p:nvSpPr>
                  <p:cNvPr id="13443" name="TextBox 85"/>
                  <p:cNvSpPr/>
                  <p:nvPr/>
                </p:nvSpPr>
                <p:spPr>
                  <a:xfrm>
                    <a:off x="6452640" y="814680"/>
                    <a:ext cx="687492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00000"/>
                        </a:solidFill>
                        <a:latin typeface="Calibri"/>
                      </a:rPr>
                      <a:t>Completed for Chennai and Abhanpur planned on 10</a:t>
                    </a:r>
                    <a:r>
                      <a:rPr b="0" lang="en-US" sz="1800" spc="-1" strike="noStrike" baseline="30000">
                        <a:solidFill>
                          <a:srgbClr val="000000"/>
                        </a:solidFill>
                        <a:latin typeface="Calibri"/>
                      </a:rPr>
                      <a:t>th</a:t>
                    </a:r>
                    <a:r>
                      <a:rPr b="0" lang="en-US" sz="1800" spc="-1" strike="noStrike">
                        <a:solidFill>
                          <a:srgbClr val="000000"/>
                        </a:solidFill>
                        <a:latin typeface="Calibri"/>
                      </a:rPr>
                      <a:t> &amp; 11</a:t>
                    </a:r>
                    <a:r>
                      <a:rPr b="0" lang="en-US" sz="1800" spc="-1" strike="noStrike" baseline="30000">
                        <a:solidFill>
                          <a:srgbClr val="000000"/>
                        </a:solidFill>
                        <a:latin typeface="Calibri"/>
                      </a:rPr>
                      <a:t>th</a:t>
                    </a:r>
                    <a:r>
                      <a:rPr b="0" lang="en-US" sz="1800" spc="-1" strike="noStrike">
                        <a:solidFill>
                          <a:srgbClr val="000000"/>
                        </a:solidFill>
                        <a:latin typeface="Calibri"/>
                      </a:rPr>
                      <a:t> Sept’26.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44" name="TextBox 86"/>
                  <p:cNvSpPr/>
                  <p:nvPr/>
                </p:nvSpPr>
                <p:spPr>
                  <a:xfrm>
                    <a:off x="5787000" y="817200"/>
                    <a:ext cx="846360" cy="3988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2000" spc="-1" strike="noStrike">
                        <a:solidFill>
                          <a:srgbClr val="3b3838"/>
                        </a:solidFill>
                        <a:latin typeface="Century Gothic"/>
                      </a:rPr>
                      <a:t>60%</a:t>
                    </a:r>
                    <a:endParaRPr b="0" lang="en-US" sz="20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  <p:grpSp>
              <p:nvGrpSpPr>
                <p:cNvPr id="13445" name="Group 68"/>
                <p:cNvGrpSpPr/>
                <p:nvPr/>
              </p:nvGrpSpPr>
              <p:grpSpPr>
                <a:xfrm>
                  <a:off x="993600" y="1319040"/>
                  <a:ext cx="9081000" cy="1107000"/>
                  <a:chOff x="993600" y="1319040"/>
                  <a:chExt cx="9081000" cy="1107000"/>
                </a:xfrm>
              </p:grpSpPr>
              <p:sp>
                <p:nvSpPr>
                  <p:cNvPr id="13446" name="Rectangle: Rounded Corners 69"/>
                  <p:cNvSpPr/>
                  <p:nvPr/>
                </p:nvSpPr>
                <p:spPr>
                  <a:xfrm rot="10800000">
                    <a:off x="1560240" y="1823400"/>
                    <a:ext cx="5212080" cy="177840"/>
                  </a:xfrm>
                  <a:custGeom>
                    <a:avLst/>
                    <a:gdLst/>
                    <a:ahLst/>
                    <a:rect l="l" t="t" r="r" b="b"/>
                    <a:pathLst>
                      <a:path w="631811" h="21600">
                        <a:moveTo>
                          <a:pt x="10800" y="0"/>
                        </a:moveTo>
                        <a:arcTo wR="10800" hR="10800" stAng="16200000" swAng="-5400000"/>
                        <a:lnTo>
                          <a:pt x="0" y="10800"/>
                        </a:lnTo>
                        <a:arcTo wR="10800" hR="10800" stAng="10800000" swAng="-5400000"/>
                        <a:lnTo>
                          <a:pt x="621011" y="21600"/>
                        </a:lnTo>
                        <a:arcTo wR="599411" hR="10800" stAng="5400000" swAng="5400000"/>
                        <a:lnTo>
                          <a:pt x="21600" y="10800"/>
                        </a:lnTo>
                        <a:arcTo wR="599411" hR="10800" stAng="10800000" swAng="5400000"/>
                        <a:close/>
                      </a:path>
                    </a:pathLst>
                  </a:custGeom>
                  <a:solidFill>
                    <a:srgbClr val="afabab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447" name="Oval 70"/>
                  <p:cNvSpPr/>
                  <p:nvPr/>
                </p:nvSpPr>
                <p:spPr>
                  <a:xfrm>
                    <a:off x="1284120" y="1765080"/>
                    <a:ext cx="554040" cy="311040"/>
                  </a:xfrm>
                  <a:prstGeom prst="ellipse">
                    <a:avLst/>
                  </a:prstGeom>
                  <a:solidFill>
                    <a:srgbClr val="92d050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1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48" name="TextBox 10"/>
                  <p:cNvSpPr/>
                  <p:nvPr/>
                </p:nvSpPr>
                <p:spPr>
                  <a:xfrm>
                    <a:off x="993600" y="2088720"/>
                    <a:ext cx="137196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Schedule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49" name="Oval 72"/>
                  <p:cNvSpPr/>
                  <p:nvPr/>
                </p:nvSpPr>
                <p:spPr>
                  <a:xfrm>
                    <a:off x="3439800" y="1717560"/>
                    <a:ext cx="554040" cy="311040"/>
                  </a:xfrm>
                  <a:prstGeom prst="ellipse">
                    <a:avLst/>
                  </a:prstGeom>
                  <a:solidFill>
                    <a:srgbClr val="92d050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2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50" name="TextBox 13"/>
                  <p:cNvSpPr/>
                  <p:nvPr/>
                </p:nvSpPr>
                <p:spPr>
                  <a:xfrm>
                    <a:off x="3008160" y="2058840"/>
                    <a:ext cx="150912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Preparation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51" name="Oval 74"/>
                  <p:cNvSpPr/>
                  <p:nvPr/>
                </p:nvSpPr>
                <p:spPr>
                  <a:xfrm>
                    <a:off x="6251760" y="1757160"/>
                    <a:ext cx="55548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3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52" name="Oval 75"/>
                  <p:cNvSpPr/>
                  <p:nvPr/>
                </p:nvSpPr>
                <p:spPr>
                  <a:xfrm>
                    <a:off x="8328240" y="1757160"/>
                    <a:ext cx="555480" cy="311040"/>
                  </a:xfrm>
                  <a:prstGeom prst="ellipse">
                    <a:avLst/>
                  </a:prstGeom>
                  <a:solidFill>
                    <a:srgbClr val="a6a6a6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4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53" name="TextBox 13"/>
                  <p:cNvSpPr/>
                  <p:nvPr/>
                </p:nvSpPr>
                <p:spPr>
                  <a:xfrm>
                    <a:off x="5654160" y="2021400"/>
                    <a:ext cx="175608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Audit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54" name="TextBox 13"/>
                  <p:cNvSpPr/>
                  <p:nvPr/>
                </p:nvSpPr>
                <p:spPr>
                  <a:xfrm>
                    <a:off x="7394760" y="2002680"/>
                    <a:ext cx="267984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Recommendation Tracking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55" name="TextBox 78"/>
                  <p:cNvSpPr/>
                  <p:nvPr/>
                </p:nvSpPr>
                <p:spPr>
                  <a:xfrm>
                    <a:off x="1167480" y="135576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1800" spc="-1" strike="noStrike">
                        <a:solidFill>
                          <a:srgbClr val="385723"/>
                        </a:solidFill>
                        <a:latin typeface="Calibri"/>
                      </a:rPr>
                      <a:t>July’26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56" name="TextBox 79"/>
                  <p:cNvSpPr/>
                  <p:nvPr/>
                </p:nvSpPr>
                <p:spPr>
                  <a:xfrm>
                    <a:off x="3227400" y="131904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1800" spc="-1" strike="noStrike">
                        <a:solidFill>
                          <a:srgbClr val="385723"/>
                        </a:solidFill>
                        <a:latin typeface="Calibri"/>
                      </a:rPr>
                      <a:t>Aug’26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57" name="TextBox 81"/>
                  <p:cNvSpPr/>
                  <p:nvPr/>
                </p:nvSpPr>
                <p:spPr>
                  <a:xfrm>
                    <a:off x="6081120" y="138204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Sept’26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58" name="TextBox 84"/>
                  <p:cNvSpPr/>
                  <p:nvPr/>
                </p:nvSpPr>
                <p:spPr>
                  <a:xfrm>
                    <a:off x="8067240" y="138204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Mar’27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</p:grpSp>
        </p:grpSp>
        <p:grpSp>
          <p:nvGrpSpPr>
            <p:cNvPr id="13459" name="Group 34"/>
            <p:cNvGrpSpPr/>
            <p:nvPr/>
          </p:nvGrpSpPr>
          <p:grpSpPr>
            <a:xfrm>
              <a:off x="1104480" y="604800"/>
              <a:ext cx="4475880" cy="655920"/>
              <a:chOff x="1104480" y="604800"/>
              <a:chExt cx="4475880" cy="655920"/>
            </a:xfrm>
          </p:grpSpPr>
          <p:sp>
            <p:nvSpPr>
              <p:cNvPr id="13460" name="Freeform: Shape 36"/>
              <p:cNvSpPr/>
              <p:nvPr/>
            </p:nvSpPr>
            <p:spPr>
              <a:xfrm rot="5400000">
                <a:off x="5403960" y="1084320"/>
                <a:ext cx="189000" cy="16344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58a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461" name="Rectangle 37"/>
              <p:cNvSpPr/>
              <p:nvPr/>
            </p:nvSpPr>
            <p:spPr>
              <a:xfrm>
                <a:off x="1104480" y="817560"/>
                <a:ext cx="4312440" cy="443160"/>
              </a:xfrm>
              <a:prstGeom prst="rect">
                <a:avLst/>
              </a:prstGeom>
              <a:gradFill rotWithShape="0">
                <a:gsLst>
                  <a:gs pos="0">
                    <a:srgbClr val="0099ff"/>
                  </a:gs>
                  <a:gs pos="100000">
                    <a:srgbClr val="0066cc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Georgia Pro Cond Light"/>
                  </a:rPr>
                  <a:t>07 LOD-3 Management Audit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462" name="Group 40"/>
              <p:cNvGrpSpPr/>
              <p:nvPr/>
            </p:nvGrpSpPr>
            <p:grpSpPr>
              <a:xfrm>
                <a:off x="5187960" y="1097640"/>
                <a:ext cx="302040" cy="137520"/>
                <a:chOff x="5187960" y="1097640"/>
                <a:chExt cx="302040" cy="137520"/>
              </a:xfrm>
            </p:grpSpPr>
            <p:sp>
              <p:nvSpPr>
                <p:cNvPr id="13463" name="Oval 46"/>
                <p:cNvSpPr/>
                <p:nvPr/>
              </p:nvSpPr>
              <p:spPr>
                <a:xfrm>
                  <a:off x="5187960" y="1097640"/>
                  <a:ext cx="302040" cy="13752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58a"/>
                    </a:gs>
                    <a:gs pos="100000">
                      <a:srgbClr val="00458a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464" name="Freeform: Shape 63"/>
                <p:cNvSpPr/>
                <p:nvPr/>
              </p:nvSpPr>
              <p:spPr>
                <a:xfrm flipH="1" rot="16200000">
                  <a:off x="5310720" y="1134000"/>
                  <a:ext cx="80640" cy="8028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28585e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465" name="Freeform: Shape 43"/>
              <p:cNvSpPr/>
              <p:nvPr/>
            </p:nvSpPr>
            <p:spPr>
              <a:xfrm>
                <a:off x="5313600" y="889200"/>
                <a:ext cx="174600" cy="29700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81c6d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466" name="Freeform: Shape 45"/>
              <p:cNvSpPr/>
              <p:nvPr/>
            </p:nvSpPr>
            <p:spPr>
              <a:xfrm>
                <a:off x="5186880" y="604800"/>
                <a:ext cx="393480" cy="56376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0099ff"/>
                  </a:gs>
                  <a:gs pos="100000">
                    <a:srgbClr val="0066cc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467" name="Isosceles Triangle 35"/>
            <p:cNvSpPr/>
            <p:nvPr/>
          </p:nvSpPr>
          <p:spPr>
            <a:xfrm rot="16200000">
              <a:off x="5615640" y="889200"/>
              <a:ext cx="2998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006cd2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8" name="TextBox 7"/>
          <p:cNvSpPr/>
          <p:nvPr/>
        </p:nvSpPr>
        <p:spPr>
          <a:xfrm>
            <a:off x="2658960" y="473040"/>
            <a:ext cx="6878880" cy="8989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2200" spc="-1" strike="noStrike">
                <a:solidFill>
                  <a:srgbClr val="ffffff"/>
                </a:solidFill>
                <a:latin typeface="Calibri"/>
                <a:ea typeface="Times New Roman"/>
              </a:rPr>
              <a:t>AOP Review – September, 2020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2300" spc="-1" strike="noStrike">
                <a:solidFill>
                  <a:srgbClr val="ffffff"/>
                </a:solidFill>
                <a:latin typeface="Calibri"/>
                <a:ea typeface="Times New Roman"/>
              </a:rPr>
              <a:t>S&amp;D HSSE Performance (FY20-21)</a:t>
            </a:r>
            <a:endParaRPr b="0" lang="en-US" sz="23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469" name="Rectangle 13"/>
          <p:cNvSpPr/>
          <p:nvPr/>
        </p:nvSpPr>
        <p:spPr>
          <a:xfrm>
            <a:off x="0" y="0"/>
            <a:ext cx="13236480" cy="582480"/>
          </a:xfrm>
          <a:prstGeom prst="rect">
            <a:avLst/>
          </a:pr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122040" rIns="122040" tIns="122040" bIns="122040" anchor="ctr">
            <a:normAutofit fontScale="61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    </a:t>
            </a: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HSE AOP’s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470" name="Content Placeholder 2"/>
          <p:cNvSpPr/>
          <p:nvPr/>
        </p:nvSpPr>
        <p:spPr>
          <a:xfrm>
            <a:off x="1103400" y="6730920"/>
            <a:ext cx="12191760" cy="1270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471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3236480" y="-15840"/>
            <a:ext cx="1073160" cy="646200"/>
          </a:xfrm>
          <a:prstGeom prst="rect">
            <a:avLst/>
          </a:prstGeom>
          <a:ln w="0">
            <a:noFill/>
          </a:ln>
        </p:spPr>
      </p:pic>
      <p:grpSp>
        <p:nvGrpSpPr>
          <p:cNvPr id="13472" name="Group 14"/>
          <p:cNvGrpSpPr/>
          <p:nvPr/>
        </p:nvGrpSpPr>
        <p:grpSpPr>
          <a:xfrm>
            <a:off x="993600" y="604800"/>
            <a:ext cx="12301560" cy="2064600"/>
            <a:chOff x="993600" y="604800"/>
            <a:chExt cx="12301560" cy="2064600"/>
          </a:xfrm>
        </p:grpSpPr>
        <p:grpSp>
          <p:nvGrpSpPr>
            <p:cNvPr id="13473" name="Group 33"/>
            <p:cNvGrpSpPr/>
            <p:nvPr/>
          </p:nvGrpSpPr>
          <p:grpSpPr>
            <a:xfrm>
              <a:off x="993600" y="817200"/>
              <a:ext cx="12301560" cy="1852200"/>
              <a:chOff x="993600" y="817200"/>
              <a:chExt cx="12301560" cy="1852200"/>
            </a:xfrm>
          </p:grpSpPr>
          <p:sp>
            <p:nvSpPr>
              <p:cNvPr id="13474" name="Rectangle: Rounded Corners 64"/>
              <p:cNvSpPr/>
              <p:nvPr/>
            </p:nvSpPr>
            <p:spPr>
              <a:xfrm rot="10800000">
                <a:off x="1559880" y="1823760"/>
                <a:ext cx="8782200" cy="156960"/>
              </a:xfrm>
              <a:custGeom>
                <a:avLst/>
                <a:gdLst/>
                <a:ahLst/>
                <a:rect l="l" t="t" r="r" b="b"/>
                <a:pathLst>
                  <a:path w="1205843" h="21600">
                    <a:moveTo>
                      <a:pt x="10800" y="0"/>
                    </a:moveTo>
                    <a:arcTo wR="10800" hR="10800" stAng="16200000" swAng="-5400000"/>
                    <a:lnTo>
                      <a:pt x="0" y="10800"/>
                    </a:lnTo>
                    <a:arcTo wR="10800" hR="10800" stAng="10800000" swAng="-5400000"/>
                    <a:lnTo>
                      <a:pt x="1195043" y="21600"/>
                    </a:lnTo>
                    <a:arcTo wR="1173443" hR="10800" stAng="5400000" swAng="5400000"/>
                    <a:lnTo>
                      <a:pt x="21600" y="10800"/>
                    </a:lnTo>
                    <a:arcTo wR="1173443" hR="10800" stAng="10800000" swAng="5400000"/>
                    <a:close/>
                  </a:path>
                </a:pathLst>
              </a:custGeom>
              <a:solidFill>
                <a:srgbClr val="bfbfbf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grpSp>
            <p:nvGrpSpPr>
              <p:cNvPr id="13475" name="Group 66"/>
              <p:cNvGrpSpPr/>
              <p:nvPr/>
            </p:nvGrpSpPr>
            <p:grpSpPr>
              <a:xfrm>
                <a:off x="993600" y="817200"/>
                <a:ext cx="12301560" cy="1852200"/>
                <a:chOff x="993600" y="817200"/>
                <a:chExt cx="12301560" cy="1852200"/>
              </a:xfrm>
            </p:grpSpPr>
            <p:grpSp>
              <p:nvGrpSpPr>
                <p:cNvPr id="13476" name="Group 67"/>
                <p:cNvGrpSpPr/>
                <p:nvPr/>
              </p:nvGrpSpPr>
              <p:grpSpPr>
                <a:xfrm>
                  <a:off x="5786640" y="817200"/>
                  <a:ext cx="7508520" cy="403560"/>
                  <a:chOff x="5786640" y="817200"/>
                  <a:chExt cx="7508520" cy="403560"/>
                </a:xfrm>
              </p:grpSpPr>
              <p:sp>
                <p:nvSpPr>
                  <p:cNvPr id="13477" name="TextBox 85"/>
                  <p:cNvSpPr/>
                  <p:nvPr/>
                </p:nvSpPr>
                <p:spPr>
                  <a:xfrm>
                    <a:off x="6420960" y="852480"/>
                    <a:ext cx="687420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00000"/>
                        </a:solidFill>
                        <a:latin typeface="Calibri"/>
                      </a:rPr>
                      <a:t>Yet to initiate Gap Assessment.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78" name="TextBox 86"/>
                  <p:cNvSpPr/>
                  <p:nvPr/>
                </p:nvSpPr>
                <p:spPr>
                  <a:xfrm>
                    <a:off x="5786640" y="817200"/>
                    <a:ext cx="846360" cy="3988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1" lang="en-US" sz="2000" spc="-1" strike="noStrike">
                        <a:solidFill>
                          <a:srgbClr val="3b3838"/>
                        </a:solidFill>
                        <a:latin typeface="Century Gothic"/>
                      </a:rPr>
                      <a:t>0%</a:t>
                    </a:r>
                    <a:endParaRPr b="0" lang="en-US" sz="20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  <p:grpSp>
              <p:nvGrpSpPr>
                <p:cNvPr id="13479" name="Group 68"/>
                <p:cNvGrpSpPr/>
                <p:nvPr/>
              </p:nvGrpSpPr>
              <p:grpSpPr>
                <a:xfrm>
                  <a:off x="993600" y="1319040"/>
                  <a:ext cx="9080640" cy="1350360"/>
                  <a:chOff x="993600" y="1319040"/>
                  <a:chExt cx="9080640" cy="1350360"/>
                </a:xfrm>
              </p:grpSpPr>
              <p:sp>
                <p:nvSpPr>
                  <p:cNvPr id="13480" name="Rectangle: Rounded Corners 69"/>
                  <p:cNvSpPr/>
                  <p:nvPr/>
                </p:nvSpPr>
                <p:spPr>
                  <a:xfrm rot="10800000">
                    <a:off x="1559880" y="1823400"/>
                    <a:ext cx="5211720" cy="177840"/>
                  </a:xfrm>
                  <a:custGeom>
                    <a:avLst/>
                    <a:gdLst/>
                    <a:ahLst/>
                    <a:rect l="l" t="t" r="r" b="b"/>
                    <a:pathLst>
                      <a:path w="631767" h="21600">
                        <a:moveTo>
                          <a:pt x="10800" y="0"/>
                        </a:moveTo>
                        <a:arcTo wR="10800" hR="10800" stAng="16200000" swAng="-5400000"/>
                        <a:lnTo>
                          <a:pt x="0" y="10800"/>
                        </a:lnTo>
                        <a:arcTo wR="10800" hR="10800" stAng="10800000" swAng="-5400000"/>
                        <a:lnTo>
                          <a:pt x="620967" y="21600"/>
                        </a:lnTo>
                        <a:arcTo wR="599367" hR="10800" stAng="5400000" swAng="5400000"/>
                        <a:lnTo>
                          <a:pt x="21600" y="10800"/>
                        </a:lnTo>
                        <a:arcTo wR="599367" hR="10800" stAng="10800000" swAng="5400000"/>
                        <a:close/>
                      </a:path>
                    </a:pathLst>
                  </a:custGeom>
                  <a:solidFill>
                    <a:srgbClr val="afabab"/>
                  </a:solidFill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</p:sp>
              <p:sp>
                <p:nvSpPr>
                  <p:cNvPr id="13481" name="Oval 70"/>
                  <p:cNvSpPr/>
                  <p:nvPr/>
                </p:nvSpPr>
                <p:spPr>
                  <a:xfrm>
                    <a:off x="1284120" y="1765080"/>
                    <a:ext cx="55404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1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82" name="TextBox 10"/>
                  <p:cNvSpPr/>
                  <p:nvPr/>
                </p:nvSpPr>
                <p:spPr>
                  <a:xfrm>
                    <a:off x="993600" y="2088720"/>
                    <a:ext cx="1371960" cy="5806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G</a:t>
                    </a: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ap Assessment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83" name="Oval 72"/>
                  <p:cNvSpPr/>
                  <p:nvPr/>
                </p:nvSpPr>
                <p:spPr>
                  <a:xfrm>
                    <a:off x="3439800" y="1717560"/>
                    <a:ext cx="55404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2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84" name="TextBox 13"/>
                  <p:cNvSpPr/>
                  <p:nvPr/>
                </p:nvSpPr>
                <p:spPr>
                  <a:xfrm>
                    <a:off x="3008160" y="2059200"/>
                    <a:ext cx="150912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HO Review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85" name="Oval 74"/>
                  <p:cNvSpPr/>
                  <p:nvPr/>
                </p:nvSpPr>
                <p:spPr>
                  <a:xfrm>
                    <a:off x="6251400" y="1757160"/>
                    <a:ext cx="555480" cy="311040"/>
                  </a:xfrm>
                  <a:prstGeom prst="ellipse">
                    <a:avLst/>
                  </a:prstGeom>
                  <a:solidFill>
                    <a:srgbClr val="afabab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3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86" name="Oval 75"/>
                  <p:cNvSpPr/>
                  <p:nvPr/>
                </p:nvSpPr>
                <p:spPr>
                  <a:xfrm>
                    <a:off x="8328240" y="1757160"/>
                    <a:ext cx="555480" cy="311040"/>
                  </a:xfrm>
                  <a:prstGeom prst="ellipse">
                    <a:avLst/>
                  </a:prstGeom>
                  <a:solidFill>
                    <a:srgbClr val="a6a6a6"/>
                  </a:solidFill>
                  <a:ln w="28440">
                    <a:solidFill>
                      <a:srgbClr val="ffffff"/>
                    </a:solidFill>
                    <a:miter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ctr">
                    <a:normAutofit fontScale="79000"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ffffff"/>
                        </a:solidFill>
                        <a:latin typeface="Calibri"/>
                      </a:rPr>
                      <a:t>4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87" name="TextBox 13"/>
                  <p:cNvSpPr/>
                  <p:nvPr/>
                </p:nvSpPr>
                <p:spPr>
                  <a:xfrm>
                    <a:off x="5653800" y="2021760"/>
                    <a:ext cx="175608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Gap Closure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88" name="TextBox 13"/>
                  <p:cNvSpPr/>
                  <p:nvPr/>
                </p:nvSpPr>
                <p:spPr>
                  <a:xfrm>
                    <a:off x="7394400" y="2002680"/>
                    <a:ext cx="2679840" cy="33732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IN" sz="1600" spc="-1" strike="noStrike">
                        <a:solidFill>
                          <a:srgbClr val="000000"/>
                        </a:solidFill>
                        <a:latin typeface="Calibri"/>
                      </a:rPr>
                      <a:t>LOMS Updation</a:t>
                    </a:r>
                    <a:endParaRPr b="0" lang="en-US" sz="16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89" name="TextBox 78"/>
                  <p:cNvSpPr/>
                  <p:nvPr/>
                </p:nvSpPr>
                <p:spPr>
                  <a:xfrm>
                    <a:off x="1167480" y="135576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Sept’26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90" name="TextBox 79"/>
                  <p:cNvSpPr/>
                  <p:nvPr/>
                </p:nvSpPr>
                <p:spPr>
                  <a:xfrm>
                    <a:off x="3227400" y="131904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Oct’26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91" name="TextBox 81"/>
                  <p:cNvSpPr/>
                  <p:nvPr/>
                </p:nvSpPr>
                <p:spPr>
                  <a:xfrm>
                    <a:off x="6080760" y="138204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Nov’26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  <p:sp>
                <p:nvSpPr>
                  <p:cNvPr id="13492" name="TextBox 84"/>
                  <p:cNvSpPr/>
                  <p:nvPr/>
                </p:nvSpPr>
                <p:spPr>
                  <a:xfrm>
                    <a:off x="8067240" y="1382040"/>
                    <a:ext cx="914040" cy="368280"/>
                  </a:xfrm>
                  <a:custGeom>
                    <a:avLst/>
                    <a:gdLst/>
                    <a:ahLst/>
                    <a:rect l="l" t="t" r="r" b="b"/>
                    <a:pathLst>
                      <a:path w="21600" h="21600">
                        <a:moveTo>
                          <a:pt x="0" y="0"/>
                        </a:moveTo>
                        <a:lnTo>
                          <a:pt x="21600" y="0"/>
                        </a:lnTo>
                        <a:lnTo>
                          <a:pt x="21600" y="21600"/>
                        </a:lnTo>
                        <a:lnTo>
                          <a:pt x="0" y="2160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 w="0">
                    <a:noFill/>
                  </a:ln>
                </p:spPr>
                <p:style>
                  <a:lnRef idx="0"/>
                  <a:fillRef idx="0"/>
                  <a:effectRef idx="0"/>
                  <a:fontRef idx="minor"/>
                </p:style>
                <p:txBody>
                  <a:bodyPr lIns="90000" rIns="90000" tIns="46800" bIns="46800" anchor="t">
                    <a:spAutoFit/>
                  </a:bodyPr>
                  <a:p>
                    <a:pPr algn="ctr">
                      <a:lnSpc>
                        <a:spcPct val="100000"/>
                      </a:lnSpc>
                      <a:tabLst>
                        <a:tab algn="l" pos="0"/>
                        <a:tab algn="l" pos="914400"/>
                        <a:tab algn="l" pos="1828800"/>
                        <a:tab algn="l" pos="2743200"/>
                        <a:tab algn="l" pos="3657600"/>
                        <a:tab algn="l" pos="4572000"/>
                        <a:tab algn="l" pos="5486400"/>
                        <a:tab algn="l" pos="6400800"/>
                        <a:tab algn="l" pos="7315200"/>
                        <a:tab algn="l" pos="8229600"/>
                        <a:tab algn="l" pos="9144000"/>
                        <a:tab algn="l" pos="10058400"/>
                      </a:tabLst>
                    </a:pPr>
                    <a:r>
                      <a:rPr b="0" lang="en-US" sz="1800" spc="-1" strike="noStrike">
                        <a:solidFill>
                          <a:srgbClr val="0d0d0d"/>
                        </a:solidFill>
                        <a:latin typeface="Calibri"/>
                      </a:rPr>
                      <a:t>Feb’27</a:t>
                    </a:r>
                    <a:endParaRPr b="0" lang="en-US" sz="1800" spc="-1" strike="noStrike">
                      <a:solidFill>
                        <a:srgbClr val="000000"/>
                      </a:solidFill>
                      <a:latin typeface="Arial"/>
                    </a:endParaRPr>
                  </a:p>
                </p:txBody>
              </p:sp>
            </p:grpSp>
          </p:grpSp>
        </p:grpSp>
        <p:grpSp>
          <p:nvGrpSpPr>
            <p:cNvPr id="13493" name="Group 34"/>
            <p:cNvGrpSpPr/>
            <p:nvPr/>
          </p:nvGrpSpPr>
          <p:grpSpPr>
            <a:xfrm>
              <a:off x="1104480" y="604800"/>
              <a:ext cx="4475520" cy="655920"/>
              <a:chOff x="1104480" y="604800"/>
              <a:chExt cx="4475520" cy="655920"/>
            </a:xfrm>
          </p:grpSpPr>
          <p:sp>
            <p:nvSpPr>
              <p:cNvPr id="13494" name="Freeform: Shape 36"/>
              <p:cNvSpPr/>
              <p:nvPr/>
            </p:nvSpPr>
            <p:spPr>
              <a:xfrm rot="5400000">
                <a:off x="5403600" y="1084320"/>
                <a:ext cx="189000" cy="16344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58a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495" name="Rectangle 37"/>
              <p:cNvSpPr/>
              <p:nvPr/>
            </p:nvSpPr>
            <p:spPr>
              <a:xfrm>
                <a:off x="1104480" y="817560"/>
                <a:ext cx="4312080" cy="443160"/>
              </a:xfrm>
              <a:prstGeom prst="rect">
                <a:avLst/>
              </a:prstGeom>
              <a:solidFill>
                <a:srgbClr val="8faadc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2400" spc="-1" strike="noStrike">
                    <a:solidFill>
                      <a:srgbClr val="ffffff"/>
                    </a:solidFill>
                    <a:latin typeface="Calibri"/>
                  </a:rPr>
                  <a:t>10 OMS Conformance</a:t>
                </a:r>
                <a:endParaRPr b="0" lang="en-US" sz="24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496" name="Group 40"/>
              <p:cNvGrpSpPr/>
              <p:nvPr/>
            </p:nvGrpSpPr>
            <p:grpSpPr>
              <a:xfrm>
                <a:off x="5187600" y="1097640"/>
                <a:ext cx="302040" cy="137520"/>
                <a:chOff x="5187600" y="1097640"/>
                <a:chExt cx="302040" cy="137520"/>
              </a:xfrm>
            </p:grpSpPr>
            <p:sp>
              <p:nvSpPr>
                <p:cNvPr id="13497" name="Oval 46"/>
                <p:cNvSpPr/>
                <p:nvPr/>
              </p:nvSpPr>
              <p:spPr>
                <a:xfrm>
                  <a:off x="5187600" y="1097640"/>
                  <a:ext cx="302040" cy="13752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58a"/>
                    </a:gs>
                    <a:gs pos="100000">
                      <a:srgbClr val="00458a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498" name="Freeform: Shape 63"/>
                <p:cNvSpPr/>
                <p:nvPr/>
              </p:nvSpPr>
              <p:spPr>
                <a:xfrm flipH="1" rot="16200000">
                  <a:off x="5312520" y="1135080"/>
                  <a:ext cx="80640" cy="7848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28585e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499" name="Freeform: Shape 43"/>
              <p:cNvSpPr/>
              <p:nvPr/>
            </p:nvSpPr>
            <p:spPr>
              <a:xfrm>
                <a:off x="5313600" y="889200"/>
                <a:ext cx="174600" cy="29700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81c6d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500" name="Freeform: Shape 45"/>
              <p:cNvSpPr/>
              <p:nvPr/>
            </p:nvSpPr>
            <p:spPr>
              <a:xfrm>
                <a:off x="5186520" y="604800"/>
                <a:ext cx="393480" cy="56376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solidFill>
                <a:srgbClr val="8faadc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501" name="Isosceles Triangle 35"/>
            <p:cNvSpPr/>
            <p:nvPr/>
          </p:nvSpPr>
          <p:spPr>
            <a:xfrm rot="16200000">
              <a:off x="5615640" y="889200"/>
              <a:ext cx="2998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8faadc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sp>
        <p:nvSpPr>
          <p:cNvPr id="13502" name="Oval 1"/>
          <p:cNvSpPr/>
          <p:nvPr/>
        </p:nvSpPr>
        <p:spPr>
          <a:xfrm>
            <a:off x="10194840" y="1720800"/>
            <a:ext cx="555840" cy="309600"/>
          </a:xfrm>
          <a:prstGeom prst="ellipse">
            <a:avLst/>
          </a:prstGeom>
          <a:solidFill>
            <a:srgbClr val="a6a6a6"/>
          </a:solidFill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 fontScale="79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ffffff"/>
                </a:solidFill>
                <a:latin typeface="Calibri"/>
              </a:rPr>
              <a:t>5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03" name="TextBox 13"/>
          <p:cNvSpPr/>
          <p:nvPr/>
        </p:nvSpPr>
        <p:spPr>
          <a:xfrm>
            <a:off x="9204480" y="2041560"/>
            <a:ext cx="2679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600" spc="-1" strike="noStrike">
                <a:solidFill>
                  <a:srgbClr val="000000"/>
                </a:solidFill>
                <a:latin typeface="Calibri"/>
              </a:rPr>
              <a:t>IFGA &amp; OPR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3504" name="Group 3"/>
          <p:cNvGrpSpPr/>
          <p:nvPr/>
        </p:nvGrpSpPr>
        <p:grpSpPr>
          <a:xfrm>
            <a:off x="1104840" y="2608200"/>
            <a:ext cx="4989600" cy="722520"/>
            <a:chOff x="1104840" y="2608200"/>
            <a:chExt cx="4989600" cy="722520"/>
          </a:xfrm>
        </p:grpSpPr>
        <p:grpSp>
          <p:nvGrpSpPr>
            <p:cNvPr id="13505" name="Rectangle 21"/>
            <p:cNvGrpSpPr/>
            <p:nvPr/>
          </p:nvGrpSpPr>
          <p:grpSpPr>
            <a:xfrm>
              <a:off x="5290200" y="2780280"/>
              <a:ext cx="804240" cy="550440"/>
              <a:chOff x="5290200" y="2780280"/>
              <a:chExt cx="804240" cy="550440"/>
            </a:xfrm>
          </p:grpSpPr>
          <p:pic>
            <p:nvPicPr>
              <p:cNvPr id="13506" name="Rectangle 21" descr=""/>
              <p:cNvPicPr/>
              <p:nvPr/>
            </p:nvPicPr>
            <p:blipFill>
              <a:blip r:embed="rId2"/>
              <a:stretch/>
            </p:blipFill>
            <p:spPr>
              <a:xfrm>
                <a:off x="5291640" y="2780280"/>
                <a:ext cx="802800" cy="54864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507" name=""/>
              <p:cNvSpPr/>
              <p:nvPr/>
            </p:nvSpPr>
            <p:spPr>
              <a:xfrm>
                <a:off x="5290200" y="2782440"/>
                <a:ext cx="802800" cy="54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508" name="Freeform: Shape 23"/>
            <p:cNvSpPr/>
            <p:nvPr/>
          </p:nvSpPr>
          <p:spPr>
            <a:xfrm rot="5400000">
              <a:off x="5388120" y="3093480"/>
              <a:ext cx="197280" cy="201240"/>
            </a:xfrm>
            <a:custGeom>
              <a:avLst/>
              <a:gdLst/>
              <a:ahLst/>
              <a:rect l="l" t="t" r="r" b="b"/>
              <a:pathLst>
                <a:path w="476740" h="238369">
                  <a:moveTo>
                    <a:pt x="238370" y="0"/>
                  </a:moveTo>
                  <a:cubicBezTo>
                    <a:pt x="337106" y="0"/>
                    <a:pt x="421821" y="60031"/>
                    <a:pt x="458008" y="145586"/>
                  </a:cubicBezTo>
                  <a:lnTo>
                    <a:pt x="476740" y="238369"/>
                  </a:lnTo>
                  <a:lnTo>
                    <a:pt x="0" y="238369"/>
                  </a:lnTo>
                  <a:lnTo>
                    <a:pt x="18733" y="145586"/>
                  </a:lnTo>
                  <a:cubicBezTo>
                    <a:pt x="54919" y="60031"/>
                    <a:pt x="139634" y="0"/>
                    <a:pt x="238370" y="0"/>
                  </a:cubicBezTo>
                  <a:close/>
                </a:path>
              </a:pathLst>
            </a:custGeom>
            <a:solidFill>
              <a:srgbClr val="a76124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509" name="Rectangle 24"/>
            <p:cNvSpPr/>
            <p:nvPr/>
          </p:nvSpPr>
          <p:spPr>
            <a:xfrm>
              <a:off x="1104840" y="2831040"/>
              <a:ext cx="4281840" cy="461880"/>
            </a:xfrm>
            <a:prstGeom prst="rect">
              <a:avLst/>
            </a:prstGeom>
            <a:gradFill rotWithShape="0">
              <a:gsLst>
                <a:gs pos="0">
                  <a:srgbClr val="fac86f"/>
                </a:gs>
                <a:gs pos="100000">
                  <a:srgbClr val="d48d3e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2400" spc="-1" strike="noStrike">
                  <a:solidFill>
                    <a:srgbClr val="ffffff"/>
                  </a:solidFill>
                  <a:latin typeface="Calibri"/>
                </a:rPr>
                <a:t>11 R&amp;M IT Development</a:t>
              </a:r>
              <a:endParaRPr b="0" lang="en-US" sz="2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grpSp>
          <p:nvGrpSpPr>
            <p:cNvPr id="13510" name="Group 25"/>
            <p:cNvGrpSpPr/>
            <p:nvPr/>
          </p:nvGrpSpPr>
          <p:grpSpPr>
            <a:xfrm>
              <a:off x="5110200" y="3110760"/>
              <a:ext cx="370800" cy="143640"/>
              <a:chOff x="5110200" y="3110760"/>
              <a:chExt cx="370800" cy="143640"/>
            </a:xfrm>
          </p:grpSpPr>
          <p:sp>
            <p:nvSpPr>
              <p:cNvPr id="13511" name="Oval 28"/>
              <p:cNvSpPr/>
              <p:nvPr/>
            </p:nvSpPr>
            <p:spPr>
              <a:xfrm>
                <a:off x="5110200" y="3110760"/>
                <a:ext cx="370800" cy="143640"/>
              </a:xfrm>
              <a:prstGeom prst="ellipse">
                <a:avLst/>
              </a:prstGeom>
              <a:gradFill rotWithShape="0">
                <a:gsLst>
                  <a:gs pos="0">
                    <a:srgbClr val="a76124"/>
                  </a:gs>
                  <a:gs pos="100000">
                    <a:srgbClr val="ce8537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512" name="Freeform: Shape 29"/>
              <p:cNvSpPr/>
              <p:nvPr/>
            </p:nvSpPr>
            <p:spPr>
              <a:xfrm flipH="1" rot="16200000">
                <a:off x="5282640" y="3151080"/>
                <a:ext cx="74160" cy="10980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a76124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513" name="Freeform: Shape 26"/>
            <p:cNvSpPr/>
            <p:nvPr/>
          </p:nvSpPr>
          <p:spPr>
            <a:xfrm>
              <a:off x="5264640" y="2901240"/>
              <a:ext cx="214200" cy="30888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93098"/>
                  </a:moveTo>
                  <a:cubicBezTo>
                    <a:pt x="84517" y="-31896"/>
                    <a:pt x="422585" y="-30164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42955" y="776749"/>
                    <a:pt x="355300" y="742614"/>
                    <a:pt x="258479" y="742614"/>
                  </a:cubicBezTo>
                  <a:cubicBezTo>
                    <a:pt x="161658" y="742614"/>
                    <a:pt x="74004" y="776749"/>
                    <a:pt x="10554" y="831938"/>
                  </a:cubicBezTo>
                  <a:lnTo>
                    <a:pt x="0" y="843064"/>
                  </a:lnTo>
                  <a:lnTo>
                    <a:pt x="0" y="93098"/>
                  </a:lnTo>
                  <a:close/>
                </a:path>
              </a:pathLst>
            </a:custGeom>
            <a:solidFill>
              <a:srgbClr val="dd821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514" name="Freeform: Shape 27"/>
            <p:cNvSpPr/>
            <p:nvPr/>
          </p:nvSpPr>
          <p:spPr>
            <a:xfrm>
              <a:off x="5107320" y="2608200"/>
              <a:ext cx="480600" cy="58932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838892"/>
                  </a:moveTo>
                  <a:lnTo>
                    <a:pt x="734" y="842290"/>
                  </a:lnTo>
                  <a:lnTo>
                    <a:pt x="0" y="843064"/>
                  </a:lnTo>
                  <a:lnTo>
                    <a:pt x="0" y="838892"/>
                  </a:lnTo>
                  <a:close/>
                  <a:moveTo>
                    <a:pt x="253551" y="2"/>
                  </a:moveTo>
                  <a:cubicBezTo>
                    <a:pt x="359198" y="219"/>
                    <a:pt x="464844" y="31467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74680" y="804344"/>
                    <a:pt x="436904" y="782013"/>
                    <a:pt x="394956" y="766580"/>
                  </a:cubicBezTo>
                  <a:lnTo>
                    <a:pt x="354875" y="759542"/>
                  </a:lnTo>
                  <a:lnTo>
                    <a:pt x="306006" y="744165"/>
                  </a:lnTo>
                  <a:cubicBezTo>
                    <a:pt x="279653" y="738963"/>
                    <a:pt x="250680" y="736087"/>
                    <a:pt x="220267" y="736087"/>
                  </a:cubicBezTo>
                  <a:cubicBezTo>
                    <a:pt x="113823" y="736087"/>
                    <a:pt x="25013" y="771323"/>
                    <a:pt x="4473" y="818166"/>
                  </a:cubicBezTo>
                  <a:lnTo>
                    <a:pt x="0" y="838874"/>
                  </a:lnTo>
                  <a:lnTo>
                    <a:pt x="0" y="93098"/>
                  </a:lnTo>
                  <a:cubicBezTo>
                    <a:pt x="42259" y="30601"/>
                    <a:pt x="147905" y="-215"/>
                    <a:pt x="253551" y="2"/>
                  </a:cubicBezTo>
                  <a:close/>
                </a:path>
              </a:pathLst>
            </a:custGeom>
            <a:gradFill rotWithShape="0">
              <a:gsLst>
                <a:gs pos="0">
                  <a:srgbClr val="fac86f"/>
                </a:gs>
                <a:gs pos="100000">
                  <a:srgbClr val="ce8537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515" name="Group 30"/>
          <p:cNvGrpSpPr/>
          <p:nvPr/>
        </p:nvGrpSpPr>
        <p:grpSpPr>
          <a:xfrm>
            <a:off x="5769000" y="2797200"/>
            <a:ext cx="1076400" cy="401400"/>
            <a:chOff x="5769000" y="2797200"/>
            <a:chExt cx="1076400" cy="401400"/>
          </a:xfrm>
        </p:grpSpPr>
        <p:sp>
          <p:nvSpPr>
            <p:cNvPr id="13516" name="Isosceles Triangle 31"/>
            <p:cNvSpPr/>
            <p:nvPr/>
          </p:nvSpPr>
          <p:spPr>
            <a:xfrm rot="16200000">
              <a:off x="5732280" y="2833560"/>
              <a:ext cx="33336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db9948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517" name="TextBox 32"/>
            <p:cNvSpPr/>
            <p:nvPr/>
          </p:nvSpPr>
          <p:spPr>
            <a:xfrm>
              <a:off x="5999040" y="2799720"/>
              <a:ext cx="846360" cy="398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 algn="ctr"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000" spc="-1" strike="noStrike">
                  <a:solidFill>
                    <a:srgbClr val="3b3838"/>
                  </a:solidFill>
                  <a:latin typeface="Century Gothic"/>
                </a:rPr>
                <a:t>50%</a:t>
              </a:r>
              <a:endParaRPr b="0" lang="en-US" sz="20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3518" name="Rectangle: Rounded Corners 59"/>
          <p:cNvSpPr/>
          <p:nvPr/>
        </p:nvSpPr>
        <p:spPr>
          <a:xfrm rot="10800000">
            <a:off x="1503000" y="3916080"/>
            <a:ext cx="6915240" cy="179280"/>
          </a:xfrm>
          <a:custGeom>
            <a:avLst/>
            <a:gdLst/>
            <a:ahLst/>
            <a:rect l="l" t="t" r="r" b="b"/>
            <a:pathLst>
              <a:path w="83153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820735" y="21600"/>
                </a:lnTo>
                <a:arcTo wR="799135" hR="10800" stAng="5400000" swAng="5400000"/>
                <a:lnTo>
                  <a:pt x="21600" y="10800"/>
                </a:lnTo>
                <a:arcTo wR="799135" hR="10800" stAng="10800000" swAng="5400000"/>
                <a:close/>
              </a:path>
            </a:pathLst>
          </a:custGeom>
          <a:solidFill>
            <a:srgbClr val="afaba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519" name="Oval 60"/>
          <p:cNvSpPr/>
          <p:nvPr/>
        </p:nvSpPr>
        <p:spPr>
          <a:xfrm>
            <a:off x="1225440" y="3857760"/>
            <a:ext cx="555840" cy="311040"/>
          </a:xfrm>
          <a:prstGeom prst="ellipse">
            <a:avLst/>
          </a:prstGeom>
          <a:solidFill>
            <a:srgbClr val="548235"/>
          </a:solidFill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 fontScale="79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ffffff"/>
                </a:solidFill>
                <a:latin typeface="Calibri"/>
              </a:rPr>
              <a:t>1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0" name="TextBox 10"/>
          <p:cNvSpPr/>
          <p:nvPr/>
        </p:nvSpPr>
        <p:spPr>
          <a:xfrm>
            <a:off x="936720" y="4181400"/>
            <a:ext cx="137160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1600" spc="-1" strike="noStrike">
                <a:solidFill>
                  <a:srgbClr val="548235"/>
                </a:solidFill>
                <a:latin typeface="Calibri"/>
              </a:rPr>
              <a:t>Scope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1" name="Oval 87"/>
          <p:cNvSpPr/>
          <p:nvPr/>
        </p:nvSpPr>
        <p:spPr>
          <a:xfrm>
            <a:off x="3381480" y="3809880"/>
            <a:ext cx="555480" cy="311400"/>
          </a:xfrm>
          <a:prstGeom prst="ellipse">
            <a:avLst/>
          </a:prstGeom>
          <a:solidFill>
            <a:srgbClr val="548235"/>
          </a:solidFill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 fontScale="79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ffffff"/>
                </a:solidFill>
                <a:latin typeface="Calibri"/>
              </a:rPr>
              <a:t>2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2" name="TextBox 13"/>
          <p:cNvSpPr/>
          <p:nvPr/>
        </p:nvSpPr>
        <p:spPr>
          <a:xfrm>
            <a:off x="2951280" y="4151160"/>
            <a:ext cx="1509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600" spc="-1" strike="noStrike">
                <a:solidFill>
                  <a:srgbClr val="000000"/>
                </a:solidFill>
                <a:latin typeface="Calibri"/>
              </a:rPr>
              <a:t>BRD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3" name="Oval 89"/>
          <p:cNvSpPr/>
          <p:nvPr/>
        </p:nvSpPr>
        <p:spPr>
          <a:xfrm>
            <a:off x="6194520" y="3849840"/>
            <a:ext cx="555480" cy="311040"/>
          </a:xfrm>
          <a:prstGeom prst="ellipse">
            <a:avLst/>
          </a:prstGeom>
          <a:solidFill>
            <a:srgbClr val="afabab"/>
          </a:solidFill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 fontScale="79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ffffff"/>
                </a:solidFill>
                <a:latin typeface="Calibri"/>
              </a:rPr>
              <a:t>3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4" name="Oval 90"/>
          <p:cNvSpPr/>
          <p:nvPr/>
        </p:nvSpPr>
        <p:spPr>
          <a:xfrm>
            <a:off x="8271000" y="3849840"/>
            <a:ext cx="555480" cy="311040"/>
          </a:xfrm>
          <a:prstGeom prst="ellipse">
            <a:avLst/>
          </a:prstGeom>
          <a:solidFill>
            <a:srgbClr val="a6a6a6"/>
          </a:solidFill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 fontScale="79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ffffff"/>
                </a:solidFill>
                <a:latin typeface="Calibri"/>
              </a:rPr>
              <a:t>4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5" name="TextBox 13"/>
          <p:cNvSpPr/>
          <p:nvPr/>
        </p:nvSpPr>
        <p:spPr>
          <a:xfrm>
            <a:off x="5597640" y="4114800"/>
            <a:ext cx="175572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600" spc="-1" strike="noStrike">
                <a:solidFill>
                  <a:srgbClr val="000000"/>
                </a:solidFill>
                <a:latin typeface="Calibri"/>
              </a:rPr>
              <a:t>Development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6" name="TextBox 13"/>
          <p:cNvSpPr/>
          <p:nvPr/>
        </p:nvSpPr>
        <p:spPr>
          <a:xfrm>
            <a:off x="7337520" y="4095720"/>
            <a:ext cx="2679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600" spc="-1" strike="noStrike">
                <a:solidFill>
                  <a:srgbClr val="000000"/>
                </a:solidFill>
                <a:latin typeface="Calibri"/>
              </a:rPr>
              <a:t>UAT &amp; Roll Out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7" name="TextBox 93"/>
          <p:cNvSpPr/>
          <p:nvPr/>
        </p:nvSpPr>
        <p:spPr>
          <a:xfrm>
            <a:off x="1109520" y="3448080"/>
            <a:ext cx="914400" cy="368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548235"/>
                </a:solidFill>
                <a:latin typeface="Calibri"/>
              </a:rPr>
              <a:t>Jun’26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8" name="TextBox 94"/>
          <p:cNvSpPr/>
          <p:nvPr/>
        </p:nvSpPr>
        <p:spPr>
          <a:xfrm>
            <a:off x="3170160" y="3411360"/>
            <a:ext cx="914400" cy="368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0d0d0d"/>
                </a:solidFill>
                <a:latin typeface="Calibri"/>
              </a:rPr>
              <a:t>Aug’26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29" name="TextBox 95"/>
          <p:cNvSpPr/>
          <p:nvPr/>
        </p:nvSpPr>
        <p:spPr>
          <a:xfrm>
            <a:off x="6022800" y="3475080"/>
            <a:ext cx="914400" cy="368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0d0d0d"/>
                </a:solidFill>
                <a:latin typeface="Calibri"/>
              </a:rPr>
              <a:t>Nov’26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30" name="TextBox 96"/>
          <p:cNvSpPr/>
          <p:nvPr/>
        </p:nvSpPr>
        <p:spPr>
          <a:xfrm>
            <a:off x="8010360" y="3475080"/>
            <a:ext cx="914400" cy="368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0d0d0d"/>
                </a:solidFill>
                <a:latin typeface="Calibri"/>
              </a:rPr>
              <a:t>Jan’27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31" name="TextBox 97"/>
          <p:cNvSpPr/>
          <p:nvPr/>
        </p:nvSpPr>
        <p:spPr>
          <a:xfrm>
            <a:off x="6783480" y="2719440"/>
            <a:ext cx="6511680" cy="6426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000000"/>
                </a:solidFill>
                <a:latin typeface="Calibri"/>
              </a:rPr>
              <a:t>Development of Phase -1 of ESS system ready in prod, rest development is in Progress.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3532" name="Group 98"/>
          <p:cNvGrpSpPr/>
          <p:nvPr/>
        </p:nvGrpSpPr>
        <p:grpSpPr>
          <a:xfrm>
            <a:off x="1104840" y="4665600"/>
            <a:ext cx="4989600" cy="722520"/>
            <a:chOff x="1104840" y="4665600"/>
            <a:chExt cx="4989600" cy="722520"/>
          </a:xfrm>
        </p:grpSpPr>
        <p:grpSp>
          <p:nvGrpSpPr>
            <p:cNvPr id="13533" name="Rectangle 99"/>
            <p:cNvGrpSpPr/>
            <p:nvPr/>
          </p:nvGrpSpPr>
          <p:grpSpPr>
            <a:xfrm>
              <a:off x="5290200" y="4839840"/>
              <a:ext cx="804240" cy="548280"/>
              <a:chOff x="5290200" y="4839840"/>
              <a:chExt cx="804240" cy="548280"/>
            </a:xfrm>
          </p:grpSpPr>
          <p:pic>
            <p:nvPicPr>
              <p:cNvPr id="13534" name="Rectangle 99" descr=""/>
              <p:cNvPicPr/>
              <p:nvPr/>
            </p:nvPicPr>
            <p:blipFill>
              <a:blip r:embed="rId3"/>
              <a:stretch/>
            </p:blipFill>
            <p:spPr>
              <a:xfrm>
                <a:off x="5291640" y="4840560"/>
                <a:ext cx="802800" cy="547560"/>
              </a:xfrm>
              <a:prstGeom prst="rect">
                <a:avLst/>
              </a:prstGeom>
              <a:ln w="0">
                <a:noFill/>
              </a:ln>
            </p:spPr>
          </p:pic>
          <p:sp>
            <p:nvSpPr>
              <p:cNvPr id="13535" name=""/>
              <p:cNvSpPr/>
              <p:nvPr/>
            </p:nvSpPr>
            <p:spPr>
              <a:xfrm>
                <a:off x="5290200" y="4839840"/>
                <a:ext cx="802800" cy="54756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536" name="Freeform: Shape 100"/>
            <p:cNvSpPr/>
            <p:nvPr/>
          </p:nvSpPr>
          <p:spPr>
            <a:xfrm rot="5400000">
              <a:off x="5388480" y="5148360"/>
              <a:ext cx="196560" cy="201240"/>
            </a:xfrm>
            <a:custGeom>
              <a:avLst/>
              <a:gdLst/>
              <a:ahLst/>
              <a:rect l="l" t="t" r="r" b="b"/>
              <a:pathLst>
                <a:path w="476740" h="238369">
                  <a:moveTo>
                    <a:pt x="238370" y="0"/>
                  </a:moveTo>
                  <a:cubicBezTo>
                    <a:pt x="337106" y="0"/>
                    <a:pt x="421821" y="60031"/>
                    <a:pt x="458008" y="145586"/>
                  </a:cubicBezTo>
                  <a:lnTo>
                    <a:pt x="476740" y="238369"/>
                  </a:lnTo>
                  <a:lnTo>
                    <a:pt x="0" y="238369"/>
                  </a:lnTo>
                  <a:lnTo>
                    <a:pt x="18733" y="145586"/>
                  </a:lnTo>
                  <a:cubicBezTo>
                    <a:pt x="54919" y="60031"/>
                    <a:pt x="139634" y="0"/>
                    <a:pt x="238370" y="0"/>
                  </a:cubicBezTo>
                  <a:close/>
                </a:path>
              </a:pathLst>
            </a:custGeom>
            <a:solidFill>
              <a:srgbClr val="a76124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537" name="Rectangle 101"/>
            <p:cNvSpPr/>
            <p:nvPr/>
          </p:nvSpPr>
          <p:spPr>
            <a:xfrm>
              <a:off x="1104840" y="4887720"/>
              <a:ext cx="4281840" cy="460080"/>
            </a:xfrm>
            <a:prstGeom prst="rect">
              <a:avLst/>
            </a:prstGeom>
            <a:gradFill rotWithShape="0">
              <a:gsLst>
                <a:gs pos="0">
                  <a:srgbClr val="fac86f"/>
                </a:gs>
                <a:gs pos="100000">
                  <a:srgbClr val="d48d3e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2400" spc="-1" strike="noStrike">
                  <a:solidFill>
                    <a:srgbClr val="ffffff"/>
                  </a:solidFill>
                  <a:latin typeface="Calibri"/>
                </a:rPr>
                <a:t>12 MFG IT Development</a:t>
              </a:r>
              <a:endParaRPr b="0" lang="en-US" sz="2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grpSp>
          <p:nvGrpSpPr>
            <p:cNvPr id="13538" name="Group 102"/>
            <p:cNvGrpSpPr/>
            <p:nvPr/>
          </p:nvGrpSpPr>
          <p:grpSpPr>
            <a:xfrm>
              <a:off x="5110200" y="5166000"/>
              <a:ext cx="370800" cy="142920"/>
              <a:chOff x="5110200" y="5166000"/>
              <a:chExt cx="370800" cy="142920"/>
            </a:xfrm>
          </p:grpSpPr>
          <p:sp>
            <p:nvSpPr>
              <p:cNvPr id="13539" name="Oval 105"/>
              <p:cNvSpPr/>
              <p:nvPr/>
            </p:nvSpPr>
            <p:spPr>
              <a:xfrm>
                <a:off x="5110200" y="5166000"/>
                <a:ext cx="370800" cy="142920"/>
              </a:xfrm>
              <a:prstGeom prst="ellipse">
                <a:avLst/>
              </a:prstGeom>
              <a:gradFill rotWithShape="0">
                <a:gsLst>
                  <a:gs pos="0">
                    <a:srgbClr val="a76124"/>
                  </a:gs>
                  <a:gs pos="100000">
                    <a:srgbClr val="ce8537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540" name="Freeform: Shape 106"/>
              <p:cNvSpPr/>
              <p:nvPr/>
            </p:nvSpPr>
            <p:spPr>
              <a:xfrm flipH="1" rot="16200000">
                <a:off x="5283000" y="5205960"/>
                <a:ext cx="73800" cy="10980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a76124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541" name="Freeform: Shape 103"/>
            <p:cNvSpPr/>
            <p:nvPr/>
          </p:nvSpPr>
          <p:spPr>
            <a:xfrm>
              <a:off x="5264640" y="4957560"/>
              <a:ext cx="214200" cy="30780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93098"/>
                  </a:moveTo>
                  <a:cubicBezTo>
                    <a:pt x="84517" y="-31896"/>
                    <a:pt x="422585" y="-30164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42955" y="776749"/>
                    <a:pt x="355300" y="742614"/>
                    <a:pt x="258479" y="742614"/>
                  </a:cubicBezTo>
                  <a:cubicBezTo>
                    <a:pt x="161658" y="742614"/>
                    <a:pt x="74004" y="776749"/>
                    <a:pt x="10554" y="831938"/>
                  </a:cubicBezTo>
                  <a:lnTo>
                    <a:pt x="0" y="843064"/>
                  </a:lnTo>
                  <a:lnTo>
                    <a:pt x="0" y="93098"/>
                  </a:lnTo>
                  <a:close/>
                </a:path>
              </a:pathLst>
            </a:custGeom>
            <a:solidFill>
              <a:srgbClr val="dd821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542" name="Freeform: Shape 104"/>
            <p:cNvSpPr/>
            <p:nvPr/>
          </p:nvSpPr>
          <p:spPr>
            <a:xfrm>
              <a:off x="5107320" y="4665600"/>
              <a:ext cx="480600" cy="586800"/>
            </a:xfrm>
            <a:custGeom>
              <a:avLst/>
              <a:gdLst/>
              <a:ahLst/>
              <a:rect l="l" t="t" r="r" b="b"/>
              <a:pathLst>
                <a:path w="507102" h="843064">
                  <a:moveTo>
                    <a:pt x="0" y="838892"/>
                  </a:moveTo>
                  <a:lnTo>
                    <a:pt x="734" y="842290"/>
                  </a:lnTo>
                  <a:lnTo>
                    <a:pt x="0" y="843064"/>
                  </a:lnTo>
                  <a:lnTo>
                    <a:pt x="0" y="838892"/>
                  </a:lnTo>
                  <a:close/>
                  <a:moveTo>
                    <a:pt x="253551" y="2"/>
                  </a:moveTo>
                  <a:cubicBezTo>
                    <a:pt x="359198" y="219"/>
                    <a:pt x="464844" y="31467"/>
                    <a:pt x="507102" y="93098"/>
                  </a:cubicBezTo>
                  <a:lnTo>
                    <a:pt x="507102" y="832673"/>
                  </a:lnTo>
                  <a:lnTo>
                    <a:pt x="506404" y="831938"/>
                  </a:lnTo>
                  <a:cubicBezTo>
                    <a:pt x="474680" y="804344"/>
                    <a:pt x="436904" y="782013"/>
                    <a:pt x="394956" y="766580"/>
                  </a:cubicBezTo>
                  <a:lnTo>
                    <a:pt x="354875" y="759542"/>
                  </a:lnTo>
                  <a:lnTo>
                    <a:pt x="306006" y="744165"/>
                  </a:lnTo>
                  <a:cubicBezTo>
                    <a:pt x="279653" y="738963"/>
                    <a:pt x="250680" y="736087"/>
                    <a:pt x="220267" y="736087"/>
                  </a:cubicBezTo>
                  <a:cubicBezTo>
                    <a:pt x="113823" y="736087"/>
                    <a:pt x="25013" y="771323"/>
                    <a:pt x="4473" y="818166"/>
                  </a:cubicBezTo>
                  <a:lnTo>
                    <a:pt x="0" y="838874"/>
                  </a:lnTo>
                  <a:lnTo>
                    <a:pt x="0" y="93098"/>
                  </a:lnTo>
                  <a:cubicBezTo>
                    <a:pt x="42259" y="30601"/>
                    <a:pt x="147905" y="-215"/>
                    <a:pt x="253551" y="2"/>
                  </a:cubicBezTo>
                  <a:close/>
                </a:path>
              </a:pathLst>
            </a:custGeom>
            <a:gradFill rotWithShape="0">
              <a:gsLst>
                <a:gs pos="0">
                  <a:srgbClr val="fac86f"/>
                </a:gs>
                <a:gs pos="100000">
                  <a:srgbClr val="ce8537"/>
                </a:gs>
              </a:gsLst>
              <a:lin ang="0"/>
            </a:gra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543" name="Group 107"/>
          <p:cNvGrpSpPr/>
          <p:nvPr/>
        </p:nvGrpSpPr>
        <p:grpSpPr>
          <a:xfrm>
            <a:off x="5769000" y="4854600"/>
            <a:ext cx="1076400" cy="401400"/>
            <a:chOff x="5769000" y="4854600"/>
            <a:chExt cx="1076400" cy="401400"/>
          </a:xfrm>
        </p:grpSpPr>
        <p:sp>
          <p:nvSpPr>
            <p:cNvPr id="13544" name="Isosceles Triangle 108"/>
            <p:cNvSpPr/>
            <p:nvPr/>
          </p:nvSpPr>
          <p:spPr>
            <a:xfrm rot="16200000">
              <a:off x="5732280" y="4890960"/>
              <a:ext cx="33336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db9948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545" name="TextBox 109"/>
            <p:cNvSpPr/>
            <p:nvPr/>
          </p:nvSpPr>
          <p:spPr>
            <a:xfrm>
              <a:off x="5999040" y="4857120"/>
              <a:ext cx="846360" cy="3988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 algn="ctr"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000" spc="-1" strike="noStrike">
                  <a:solidFill>
                    <a:srgbClr val="3b3838"/>
                  </a:solidFill>
                  <a:latin typeface="Century Gothic"/>
                </a:rPr>
                <a:t>20%</a:t>
              </a:r>
              <a:endParaRPr b="0" lang="en-US" sz="20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3546" name="Rectangle: Rounded Corners 110"/>
          <p:cNvSpPr/>
          <p:nvPr/>
        </p:nvSpPr>
        <p:spPr>
          <a:xfrm rot="10800000">
            <a:off x="1503000" y="6202440"/>
            <a:ext cx="6915240" cy="179280"/>
          </a:xfrm>
          <a:custGeom>
            <a:avLst/>
            <a:gdLst/>
            <a:ahLst/>
            <a:rect l="l" t="t" r="r" b="b"/>
            <a:pathLst>
              <a:path w="83153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820735" y="21600"/>
                </a:lnTo>
                <a:arcTo wR="799135" hR="10800" stAng="5400000" swAng="5400000"/>
                <a:lnTo>
                  <a:pt x="21600" y="10800"/>
                </a:lnTo>
                <a:arcTo wR="799135" hR="10800" stAng="10800000" swAng="5400000"/>
                <a:close/>
              </a:path>
            </a:pathLst>
          </a:custGeom>
          <a:solidFill>
            <a:srgbClr val="afaba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547" name="Oval 111"/>
          <p:cNvSpPr/>
          <p:nvPr/>
        </p:nvSpPr>
        <p:spPr>
          <a:xfrm>
            <a:off x="1225440" y="6143760"/>
            <a:ext cx="555840" cy="311040"/>
          </a:xfrm>
          <a:prstGeom prst="ellipse">
            <a:avLst/>
          </a:prstGeom>
          <a:solidFill>
            <a:srgbClr val="548235"/>
          </a:solidFill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 fontScale="79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ffffff"/>
                </a:solidFill>
                <a:latin typeface="Calibri"/>
              </a:rPr>
              <a:t>1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48" name="Oval 112"/>
          <p:cNvSpPr/>
          <p:nvPr/>
        </p:nvSpPr>
        <p:spPr>
          <a:xfrm>
            <a:off x="3381480" y="6095880"/>
            <a:ext cx="555480" cy="311400"/>
          </a:xfrm>
          <a:prstGeom prst="ellipse">
            <a:avLst/>
          </a:prstGeom>
          <a:solidFill>
            <a:srgbClr val="afabab"/>
          </a:solidFill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 fontScale="79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ffffff"/>
                </a:solidFill>
                <a:latin typeface="Calibri"/>
              </a:rPr>
              <a:t>2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49" name="TextBox 13"/>
          <p:cNvSpPr/>
          <p:nvPr/>
        </p:nvSpPr>
        <p:spPr>
          <a:xfrm>
            <a:off x="2951280" y="6437160"/>
            <a:ext cx="1509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600" spc="-1" strike="noStrike">
                <a:solidFill>
                  <a:srgbClr val="000000"/>
                </a:solidFill>
                <a:latin typeface="Calibri"/>
              </a:rPr>
              <a:t>BRD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0" name="Oval 118"/>
          <p:cNvSpPr/>
          <p:nvPr/>
        </p:nvSpPr>
        <p:spPr>
          <a:xfrm>
            <a:off x="6194520" y="6135840"/>
            <a:ext cx="555480" cy="311040"/>
          </a:xfrm>
          <a:prstGeom prst="ellipse">
            <a:avLst/>
          </a:prstGeom>
          <a:solidFill>
            <a:srgbClr val="afabab"/>
          </a:solidFill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 fontScale="79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ffffff"/>
                </a:solidFill>
                <a:latin typeface="Calibri"/>
              </a:rPr>
              <a:t>3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1" name="Oval 121"/>
          <p:cNvSpPr/>
          <p:nvPr/>
        </p:nvSpPr>
        <p:spPr>
          <a:xfrm>
            <a:off x="8271000" y="6135840"/>
            <a:ext cx="555480" cy="311040"/>
          </a:xfrm>
          <a:prstGeom prst="ellipse">
            <a:avLst/>
          </a:prstGeom>
          <a:solidFill>
            <a:srgbClr val="a6a6a6"/>
          </a:solidFill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 fontScale="79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ffffff"/>
                </a:solidFill>
                <a:latin typeface="Calibri"/>
              </a:rPr>
              <a:t>4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2" name="TextBox 13"/>
          <p:cNvSpPr/>
          <p:nvPr/>
        </p:nvSpPr>
        <p:spPr>
          <a:xfrm>
            <a:off x="5597640" y="6400800"/>
            <a:ext cx="175572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600" spc="-1" strike="noStrike">
                <a:solidFill>
                  <a:srgbClr val="000000"/>
                </a:solidFill>
                <a:latin typeface="Calibri"/>
              </a:rPr>
              <a:t>Development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3" name="TextBox 13"/>
          <p:cNvSpPr/>
          <p:nvPr/>
        </p:nvSpPr>
        <p:spPr>
          <a:xfrm>
            <a:off x="7337520" y="6381720"/>
            <a:ext cx="26794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600" spc="-1" strike="noStrike">
                <a:solidFill>
                  <a:srgbClr val="000000"/>
                </a:solidFill>
                <a:latin typeface="Calibri"/>
              </a:rPr>
              <a:t>UAT &amp; Roll Out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4" name="TextBox 124"/>
          <p:cNvSpPr/>
          <p:nvPr/>
        </p:nvSpPr>
        <p:spPr>
          <a:xfrm>
            <a:off x="1103400" y="5676840"/>
            <a:ext cx="914400" cy="368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800" spc="-1" strike="noStrike">
                <a:solidFill>
                  <a:srgbClr val="548235"/>
                </a:solidFill>
                <a:latin typeface="Calibri"/>
              </a:rPr>
              <a:t>Jun’26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5" name="TextBox 125"/>
          <p:cNvSpPr/>
          <p:nvPr/>
        </p:nvSpPr>
        <p:spPr>
          <a:xfrm>
            <a:off x="3170160" y="5678640"/>
            <a:ext cx="914400" cy="368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0d0d0d"/>
                </a:solidFill>
                <a:latin typeface="Calibri"/>
              </a:rPr>
              <a:t>Aug’26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6" name="TextBox 126"/>
          <p:cNvSpPr/>
          <p:nvPr/>
        </p:nvSpPr>
        <p:spPr>
          <a:xfrm>
            <a:off x="6022800" y="5761080"/>
            <a:ext cx="914400" cy="368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0d0d0d"/>
                </a:solidFill>
                <a:latin typeface="Calibri"/>
              </a:rPr>
              <a:t>Nov’26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7" name="TextBox 127"/>
          <p:cNvSpPr/>
          <p:nvPr/>
        </p:nvSpPr>
        <p:spPr>
          <a:xfrm>
            <a:off x="8010360" y="5761080"/>
            <a:ext cx="914400" cy="3682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0d0d0d"/>
                </a:solidFill>
                <a:latin typeface="Calibri"/>
              </a:rPr>
              <a:t>Jan’27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8" name="TextBox 128"/>
          <p:cNvSpPr/>
          <p:nvPr/>
        </p:nvSpPr>
        <p:spPr>
          <a:xfrm>
            <a:off x="6783480" y="4529160"/>
            <a:ext cx="6511680" cy="1191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000000"/>
                </a:solidFill>
                <a:latin typeface="Calibri"/>
              </a:rPr>
              <a:t>Planned for JCC, Mock Drill, MIIS Dashboard, HFOM, DRR for Depots &amp; Risk Pulse.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800" spc="-1" strike="noStrike">
                <a:solidFill>
                  <a:srgbClr val="000000"/>
                </a:solidFill>
                <a:latin typeface="Calibri"/>
              </a:rPr>
              <a:t>Now Mock Drill Lined up, HFOM &amp; MIIS on hold due to IP21 requirement.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59" name="TextBox 10"/>
          <p:cNvSpPr/>
          <p:nvPr/>
        </p:nvSpPr>
        <p:spPr>
          <a:xfrm>
            <a:off x="822240" y="6424560"/>
            <a:ext cx="137160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1600" spc="-1" strike="noStrike">
                <a:solidFill>
                  <a:srgbClr val="548235"/>
                </a:solidFill>
                <a:latin typeface="Calibri"/>
              </a:rPr>
              <a:t>Scope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0" name="TextBox 7"/>
          <p:cNvSpPr/>
          <p:nvPr/>
        </p:nvSpPr>
        <p:spPr>
          <a:xfrm>
            <a:off x="2658960" y="473040"/>
            <a:ext cx="6878880" cy="8989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2200" spc="-1" strike="noStrike">
                <a:solidFill>
                  <a:srgbClr val="ffffff"/>
                </a:solidFill>
                <a:latin typeface="Calibri"/>
                <a:ea typeface="Times New Roman"/>
              </a:rPr>
              <a:t>AOP Review – September, 2020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2300" spc="-1" strike="noStrike">
                <a:solidFill>
                  <a:srgbClr val="ffffff"/>
                </a:solidFill>
                <a:latin typeface="Calibri"/>
                <a:ea typeface="Times New Roman"/>
              </a:rPr>
              <a:t>S&amp;D HSSE Performance (FY20-21)</a:t>
            </a:r>
            <a:endParaRPr b="0" lang="en-US" sz="23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61" name="Rectangle 13"/>
          <p:cNvSpPr/>
          <p:nvPr/>
        </p:nvSpPr>
        <p:spPr>
          <a:xfrm>
            <a:off x="25560" y="0"/>
            <a:ext cx="13210920" cy="582480"/>
          </a:xfrm>
          <a:prstGeom prst="rect">
            <a:avLst/>
          </a:pr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122040" rIns="122040" tIns="122040" bIns="122040" anchor="ctr">
            <a:normAutofit fontScale="61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    </a:t>
            </a: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HSE AOP’s – Competency Development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562" name="Content Placeholder 2"/>
          <p:cNvSpPr/>
          <p:nvPr/>
        </p:nvSpPr>
        <p:spPr>
          <a:xfrm>
            <a:off x="1103400" y="6730920"/>
            <a:ext cx="12191760" cy="1270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563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3236480" y="25560"/>
            <a:ext cx="1073160" cy="709560"/>
          </a:xfrm>
          <a:prstGeom prst="rect">
            <a:avLst/>
          </a:prstGeom>
          <a:ln w="0">
            <a:noFill/>
          </a:ln>
        </p:spPr>
      </p:pic>
      <p:grpSp>
        <p:nvGrpSpPr>
          <p:cNvPr id="13564" name="Group 47"/>
          <p:cNvGrpSpPr/>
          <p:nvPr/>
        </p:nvGrpSpPr>
        <p:grpSpPr>
          <a:xfrm>
            <a:off x="1103400" y="598320"/>
            <a:ext cx="11926800" cy="779040"/>
            <a:chOff x="1103400" y="598320"/>
            <a:chExt cx="11926800" cy="779040"/>
          </a:xfrm>
        </p:grpSpPr>
        <p:grpSp>
          <p:nvGrpSpPr>
            <p:cNvPr id="13565" name="Group 67"/>
            <p:cNvGrpSpPr/>
            <p:nvPr/>
          </p:nvGrpSpPr>
          <p:grpSpPr>
            <a:xfrm>
              <a:off x="5439600" y="722520"/>
              <a:ext cx="7590600" cy="654840"/>
              <a:chOff x="5439600" y="722520"/>
              <a:chExt cx="7590600" cy="654840"/>
            </a:xfrm>
          </p:grpSpPr>
          <p:sp>
            <p:nvSpPr>
              <p:cNvPr id="13566" name="TextBox 85"/>
              <p:cNvSpPr/>
              <p:nvPr/>
            </p:nvSpPr>
            <p:spPr>
              <a:xfrm>
                <a:off x="6154920" y="734760"/>
                <a:ext cx="6875280" cy="642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1 Batch of Contractor &amp; RIL Completed. Second batch of RIL planned on 16-17 Dec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567" name="TextBox 86"/>
              <p:cNvSpPr/>
              <p:nvPr/>
            </p:nvSpPr>
            <p:spPr>
              <a:xfrm>
                <a:off x="5439600" y="722520"/>
                <a:ext cx="846360" cy="3988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3b3838"/>
                    </a:solidFill>
                    <a:latin typeface="Century Gothic"/>
                  </a:rPr>
                  <a:t>50%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13568" name="Group 1"/>
            <p:cNvGrpSpPr/>
            <p:nvPr/>
          </p:nvGrpSpPr>
          <p:grpSpPr>
            <a:xfrm>
              <a:off x="1103400" y="598320"/>
              <a:ext cx="4008600" cy="615240"/>
              <a:chOff x="1103400" y="598320"/>
              <a:chExt cx="4008600" cy="615240"/>
            </a:xfrm>
          </p:grpSpPr>
          <p:sp>
            <p:nvSpPr>
              <p:cNvPr id="13569" name="Freeform: Shape 3"/>
              <p:cNvSpPr/>
              <p:nvPr/>
            </p:nvSpPr>
            <p:spPr>
              <a:xfrm rot="5400000">
                <a:off x="4872600" y="974520"/>
                <a:ext cx="177840" cy="29988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570" name="Rectangle 21"/>
              <p:cNvSpPr/>
              <p:nvPr/>
            </p:nvSpPr>
            <p:spPr>
              <a:xfrm>
                <a:off x="1103400" y="625320"/>
                <a:ext cx="3708720" cy="588240"/>
              </a:xfrm>
              <a:prstGeom prst="rect">
                <a:avLst/>
              </a:pr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Calibri"/>
                  </a:rPr>
                  <a:t>13 Live Fire Fighting Training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1200" spc="-1" strike="noStrike">
                    <a:solidFill>
                      <a:srgbClr val="ffffff"/>
                    </a:solidFill>
                    <a:latin typeface="Calibri"/>
                  </a:rPr>
                  <a:t>2 – RIL Batch, 2- Contractor Batch</a:t>
                </a:r>
                <a:endParaRPr b="0" lang="en-US" sz="12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571" name="Group 23"/>
              <p:cNvGrpSpPr/>
              <p:nvPr/>
            </p:nvGrpSpPr>
            <p:grpSpPr>
              <a:xfrm>
                <a:off x="4394160" y="1060920"/>
                <a:ext cx="552600" cy="128880"/>
                <a:chOff x="4394160" y="1060920"/>
                <a:chExt cx="552600" cy="128880"/>
              </a:xfrm>
            </p:grpSpPr>
            <p:sp>
              <p:nvSpPr>
                <p:cNvPr id="13572" name="Oval 26"/>
                <p:cNvSpPr/>
                <p:nvPr/>
              </p:nvSpPr>
              <p:spPr>
                <a:xfrm>
                  <a:off x="4394160" y="1060920"/>
                  <a:ext cx="552600" cy="12888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00050"/>
                    </a:gs>
                    <a:gs pos="100000">
                      <a:srgbClr val="800080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573" name="Freeform: Shape 27"/>
                <p:cNvSpPr/>
                <p:nvPr/>
              </p:nvSpPr>
              <p:spPr>
                <a:xfrm flipH="1" rot="16200000">
                  <a:off x="4655160" y="1070640"/>
                  <a:ext cx="65160" cy="13500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1a001a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574" name="Freeform: Shape 24"/>
              <p:cNvSpPr/>
              <p:nvPr/>
            </p:nvSpPr>
            <p:spPr>
              <a:xfrm>
                <a:off x="4624920" y="865440"/>
                <a:ext cx="318960" cy="2782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575" name="Freeform: Shape 25"/>
              <p:cNvSpPr/>
              <p:nvPr/>
            </p:nvSpPr>
            <p:spPr>
              <a:xfrm>
                <a:off x="4394520" y="598320"/>
                <a:ext cx="717480" cy="52956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576" name="Isosceles Triangle 44"/>
            <p:cNvSpPr/>
            <p:nvPr/>
          </p:nvSpPr>
          <p:spPr>
            <a:xfrm rot="16200000">
              <a:off x="5241600" y="80280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9a009a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577" name="Group 49"/>
          <p:cNvGrpSpPr/>
          <p:nvPr/>
        </p:nvGrpSpPr>
        <p:grpSpPr>
          <a:xfrm>
            <a:off x="1104840" y="1254240"/>
            <a:ext cx="11939400" cy="828000"/>
            <a:chOff x="1104840" y="1254240"/>
            <a:chExt cx="11939400" cy="828000"/>
          </a:xfrm>
        </p:grpSpPr>
        <p:grpSp>
          <p:nvGrpSpPr>
            <p:cNvPr id="13578" name="Group 50"/>
            <p:cNvGrpSpPr/>
            <p:nvPr/>
          </p:nvGrpSpPr>
          <p:grpSpPr>
            <a:xfrm>
              <a:off x="5440320" y="1312920"/>
              <a:ext cx="7603920" cy="769320"/>
              <a:chOff x="5440320" y="1312920"/>
              <a:chExt cx="7603920" cy="769320"/>
            </a:xfrm>
          </p:grpSpPr>
          <p:sp>
            <p:nvSpPr>
              <p:cNvPr id="13579" name="TextBox 89"/>
              <p:cNvSpPr/>
              <p:nvPr/>
            </p:nvSpPr>
            <p:spPr>
              <a:xfrm>
                <a:off x="6168960" y="1312920"/>
                <a:ext cx="687528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Completed in July First Week at Bhopal Terminal.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580" name="TextBox 90"/>
              <p:cNvSpPr/>
              <p:nvPr/>
            </p:nvSpPr>
            <p:spPr>
              <a:xfrm>
                <a:off x="5440320" y="1378440"/>
                <a:ext cx="846360" cy="7038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3b3838"/>
                    </a:solidFill>
                    <a:latin typeface="Century Gothic"/>
                  </a:rPr>
                  <a:t>100%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13581" name="Group 52"/>
            <p:cNvGrpSpPr/>
            <p:nvPr/>
          </p:nvGrpSpPr>
          <p:grpSpPr>
            <a:xfrm>
              <a:off x="1104840" y="1254240"/>
              <a:ext cx="4008600" cy="615960"/>
              <a:chOff x="1104840" y="1254240"/>
              <a:chExt cx="4008600" cy="615960"/>
            </a:xfrm>
          </p:grpSpPr>
          <p:sp>
            <p:nvSpPr>
              <p:cNvPr id="13582" name="Freeform: Shape 55"/>
              <p:cNvSpPr/>
              <p:nvPr/>
            </p:nvSpPr>
            <p:spPr>
              <a:xfrm rot="5400000">
                <a:off x="4874040" y="1631160"/>
                <a:ext cx="177840" cy="29988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583" name="Rectangle 57"/>
              <p:cNvSpPr/>
              <p:nvPr/>
            </p:nvSpPr>
            <p:spPr>
              <a:xfrm>
                <a:off x="1104840" y="1454040"/>
                <a:ext cx="3708720" cy="416160"/>
              </a:xfrm>
              <a:prstGeom prst="rect">
                <a:avLst/>
              </a:pr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Calibri"/>
                  </a:rPr>
                  <a:t>14 UICC Training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584" name="Group 59"/>
              <p:cNvGrpSpPr/>
              <p:nvPr/>
            </p:nvGrpSpPr>
            <p:grpSpPr>
              <a:xfrm>
                <a:off x="4395240" y="1716840"/>
                <a:ext cx="552600" cy="129240"/>
                <a:chOff x="4395240" y="1716840"/>
                <a:chExt cx="552600" cy="129240"/>
              </a:xfrm>
            </p:grpSpPr>
            <p:sp>
              <p:nvSpPr>
                <p:cNvPr id="13585" name="Oval 87"/>
                <p:cNvSpPr/>
                <p:nvPr/>
              </p:nvSpPr>
              <p:spPr>
                <a:xfrm>
                  <a:off x="4395240" y="1716840"/>
                  <a:ext cx="552600" cy="12924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00050"/>
                    </a:gs>
                    <a:gs pos="100000">
                      <a:srgbClr val="800080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586" name="Freeform: Shape 88"/>
                <p:cNvSpPr/>
                <p:nvPr/>
              </p:nvSpPr>
              <p:spPr>
                <a:xfrm flipH="1" rot="16200000">
                  <a:off x="4655520" y="1726200"/>
                  <a:ext cx="66240" cy="13500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1a001a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587" name="Freeform: Shape 60"/>
              <p:cNvSpPr/>
              <p:nvPr/>
            </p:nvSpPr>
            <p:spPr>
              <a:xfrm>
                <a:off x="4626360" y="1522440"/>
                <a:ext cx="318960" cy="27612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588" name="Freeform: Shape 61"/>
              <p:cNvSpPr/>
              <p:nvPr/>
            </p:nvSpPr>
            <p:spPr>
              <a:xfrm>
                <a:off x="4395960" y="1254240"/>
                <a:ext cx="717480" cy="5302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589" name="Isosceles Triangle 53"/>
            <p:cNvSpPr/>
            <p:nvPr/>
          </p:nvSpPr>
          <p:spPr>
            <a:xfrm rot="16200000">
              <a:off x="5243040" y="146052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9a009a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590" name="Group 91"/>
          <p:cNvGrpSpPr/>
          <p:nvPr/>
        </p:nvGrpSpPr>
        <p:grpSpPr>
          <a:xfrm>
            <a:off x="1104840" y="1984320"/>
            <a:ext cx="11939400" cy="615960"/>
            <a:chOff x="1104840" y="1984320"/>
            <a:chExt cx="11939400" cy="615960"/>
          </a:xfrm>
        </p:grpSpPr>
        <p:grpSp>
          <p:nvGrpSpPr>
            <p:cNvPr id="13591" name="Group 92"/>
            <p:cNvGrpSpPr/>
            <p:nvPr/>
          </p:nvGrpSpPr>
          <p:grpSpPr>
            <a:xfrm>
              <a:off x="5440320" y="2011320"/>
              <a:ext cx="7603920" cy="496080"/>
              <a:chOff x="5440320" y="2011320"/>
              <a:chExt cx="7603920" cy="496080"/>
            </a:xfrm>
          </p:grpSpPr>
          <p:sp>
            <p:nvSpPr>
              <p:cNvPr id="13592" name="TextBox 102"/>
              <p:cNvSpPr/>
              <p:nvPr/>
            </p:nvSpPr>
            <p:spPr>
              <a:xfrm>
                <a:off x="6168960" y="2011320"/>
                <a:ext cx="687528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1 Batch Completed, 2</a:t>
                </a:r>
                <a:r>
                  <a:rPr b="0" lang="en-US" sz="1800" spc="-1" strike="noStrike" baseline="30000">
                    <a:solidFill>
                      <a:srgbClr val="000000"/>
                    </a:solidFill>
                    <a:latin typeface="Calibri"/>
                  </a:rPr>
                  <a:t>nd</a:t>
                </a: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 Batch yet to be planned.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593" name="TextBox 103"/>
              <p:cNvSpPr/>
              <p:nvPr/>
            </p:nvSpPr>
            <p:spPr>
              <a:xfrm>
                <a:off x="5440320" y="2108520"/>
                <a:ext cx="846360" cy="3988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3b3838"/>
                    </a:solidFill>
                    <a:latin typeface="Century Gothic"/>
                  </a:rPr>
                  <a:t>0%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13594" name="Group 93"/>
            <p:cNvGrpSpPr/>
            <p:nvPr/>
          </p:nvGrpSpPr>
          <p:grpSpPr>
            <a:xfrm>
              <a:off x="1104840" y="1984320"/>
              <a:ext cx="4008600" cy="615960"/>
              <a:chOff x="1104840" y="1984320"/>
              <a:chExt cx="4008600" cy="615960"/>
            </a:xfrm>
          </p:grpSpPr>
          <p:sp>
            <p:nvSpPr>
              <p:cNvPr id="13595" name="Freeform: Shape 95"/>
              <p:cNvSpPr/>
              <p:nvPr/>
            </p:nvSpPr>
            <p:spPr>
              <a:xfrm rot="5400000">
                <a:off x="4874040" y="2361240"/>
                <a:ext cx="177840" cy="29988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596" name="Rectangle 96"/>
              <p:cNvSpPr/>
              <p:nvPr/>
            </p:nvSpPr>
            <p:spPr>
              <a:xfrm>
                <a:off x="1104840" y="2184120"/>
                <a:ext cx="3708720" cy="416160"/>
              </a:xfrm>
              <a:prstGeom prst="rect">
                <a:avLst/>
              </a:pr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Calibri"/>
                  </a:rPr>
                  <a:t>15 Intensive Operation 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597" name="Group 97"/>
              <p:cNvGrpSpPr/>
              <p:nvPr/>
            </p:nvGrpSpPr>
            <p:grpSpPr>
              <a:xfrm>
                <a:off x="4395240" y="2446920"/>
                <a:ext cx="552600" cy="129240"/>
                <a:chOff x="4395240" y="2446920"/>
                <a:chExt cx="552600" cy="129240"/>
              </a:xfrm>
            </p:grpSpPr>
            <p:sp>
              <p:nvSpPr>
                <p:cNvPr id="13598" name="Oval 100"/>
                <p:cNvSpPr/>
                <p:nvPr/>
              </p:nvSpPr>
              <p:spPr>
                <a:xfrm>
                  <a:off x="4395240" y="2446920"/>
                  <a:ext cx="552600" cy="12924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00050"/>
                    </a:gs>
                    <a:gs pos="100000">
                      <a:srgbClr val="800080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599" name="Freeform: Shape 101"/>
                <p:cNvSpPr/>
                <p:nvPr/>
              </p:nvSpPr>
              <p:spPr>
                <a:xfrm flipH="1" rot="16200000">
                  <a:off x="4655520" y="2456280"/>
                  <a:ext cx="66240" cy="13500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1a001a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600" name="Freeform: Shape 98"/>
              <p:cNvSpPr/>
              <p:nvPr/>
            </p:nvSpPr>
            <p:spPr>
              <a:xfrm>
                <a:off x="4626360" y="2252520"/>
                <a:ext cx="318960" cy="27612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01" name="Freeform: Shape 99"/>
              <p:cNvSpPr/>
              <p:nvPr/>
            </p:nvSpPr>
            <p:spPr>
              <a:xfrm>
                <a:off x="4395960" y="1984320"/>
                <a:ext cx="717480" cy="5302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602" name="Isosceles Triangle 94"/>
            <p:cNvSpPr/>
            <p:nvPr/>
          </p:nvSpPr>
          <p:spPr>
            <a:xfrm rot="16200000">
              <a:off x="5243040" y="219060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9a009a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603" name="Group 104"/>
          <p:cNvGrpSpPr/>
          <p:nvPr/>
        </p:nvGrpSpPr>
        <p:grpSpPr>
          <a:xfrm>
            <a:off x="1104840" y="2660760"/>
            <a:ext cx="11955600" cy="828360"/>
            <a:chOff x="1104840" y="2660760"/>
            <a:chExt cx="11955600" cy="828360"/>
          </a:xfrm>
        </p:grpSpPr>
        <p:grpSp>
          <p:nvGrpSpPr>
            <p:cNvPr id="13604" name="Group 105"/>
            <p:cNvGrpSpPr/>
            <p:nvPr/>
          </p:nvGrpSpPr>
          <p:grpSpPr>
            <a:xfrm>
              <a:off x="5441040" y="2782800"/>
              <a:ext cx="7619400" cy="706320"/>
              <a:chOff x="5441040" y="2782800"/>
              <a:chExt cx="7619400" cy="706320"/>
            </a:xfrm>
          </p:grpSpPr>
          <p:sp>
            <p:nvSpPr>
              <p:cNvPr id="13605" name="TextBox 121"/>
              <p:cNvSpPr/>
              <p:nvPr/>
            </p:nvSpPr>
            <p:spPr>
              <a:xfrm>
                <a:off x="6185160" y="2782800"/>
                <a:ext cx="687528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Completed through 3</a:t>
                </a:r>
                <a:r>
                  <a:rPr b="0" lang="en-US" sz="1800" spc="-1" strike="noStrike" baseline="30000">
                    <a:solidFill>
                      <a:srgbClr val="000000"/>
                    </a:solidFill>
                    <a:latin typeface="Calibri"/>
                  </a:rPr>
                  <a:t>rd</a:t>
                </a: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 party for 24 employees at Chennai Terminal.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606" name="TextBox 122"/>
              <p:cNvSpPr/>
              <p:nvPr/>
            </p:nvSpPr>
            <p:spPr>
              <a:xfrm>
                <a:off x="5441040" y="2785320"/>
                <a:ext cx="846360" cy="7038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3b3838"/>
                    </a:solidFill>
                    <a:latin typeface="Century Gothic"/>
                  </a:rPr>
                  <a:t>100%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13607" name="Group 106"/>
            <p:cNvGrpSpPr/>
            <p:nvPr/>
          </p:nvGrpSpPr>
          <p:grpSpPr>
            <a:xfrm>
              <a:off x="1104840" y="2660760"/>
              <a:ext cx="4008600" cy="615960"/>
              <a:chOff x="1104840" y="2660760"/>
              <a:chExt cx="4008600" cy="615960"/>
            </a:xfrm>
          </p:grpSpPr>
          <p:sp>
            <p:nvSpPr>
              <p:cNvPr id="13608" name="Freeform: Shape 108"/>
              <p:cNvSpPr/>
              <p:nvPr/>
            </p:nvSpPr>
            <p:spPr>
              <a:xfrm rot="5400000">
                <a:off x="4874040" y="3037680"/>
                <a:ext cx="177840" cy="29988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09" name="Rectangle 109"/>
              <p:cNvSpPr/>
              <p:nvPr/>
            </p:nvSpPr>
            <p:spPr>
              <a:xfrm>
                <a:off x="1104840" y="2860560"/>
                <a:ext cx="3708720" cy="416160"/>
              </a:xfrm>
              <a:prstGeom prst="rect">
                <a:avLst/>
              </a:pr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Calibri"/>
                  </a:rPr>
                  <a:t>16 Scaffolding Training 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610" name="Group 110"/>
              <p:cNvGrpSpPr/>
              <p:nvPr/>
            </p:nvGrpSpPr>
            <p:grpSpPr>
              <a:xfrm>
                <a:off x="4395240" y="3123360"/>
                <a:ext cx="552600" cy="129240"/>
                <a:chOff x="4395240" y="3123360"/>
                <a:chExt cx="552600" cy="129240"/>
              </a:xfrm>
            </p:grpSpPr>
            <p:sp>
              <p:nvSpPr>
                <p:cNvPr id="13611" name="Oval 113"/>
                <p:cNvSpPr/>
                <p:nvPr/>
              </p:nvSpPr>
              <p:spPr>
                <a:xfrm>
                  <a:off x="4395240" y="3123360"/>
                  <a:ext cx="552600" cy="12924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00050"/>
                    </a:gs>
                    <a:gs pos="100000">
                      <a:srgbClr val="800080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612" name="Freeform: Shape 118"/>
                <p:cNvSpPr/>
                <p:nvPr/>
              </p:nvSpPr>
              <p:spPr>
                <a:xfrm flipH="1" rot="16200000">
                  <a:off x="4655520" y="3132720"/>
                  <a:ext cx="66240" cy="13500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1a001a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613" name="Freeform: Shape 111"/>
              <p:cNvSpPr/>
              <p:nvPr/>
            </p:nvSpPr>
            <p:spPr>
              <a:xfrm>
                <a:off x="4626360" y="2928960"/>
                <a:ext cx="318960" cy="27612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14" name="Freeform: Shape 112"/>
              <p:cNvSpPr/>
              <p:nvPr/>
            </p:nvSpPr>
            <p:spPr>
              <a:xfrm>
                <a:off x="4395960" y="2660760"/>
                <a:ext cx="717480" cy="5302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615" name="Isosceles Triangle 107"/>
            <p:cNvSpPr/>
            <p:nvPr/>
          </p:nvSpPr>
          <p:spPr>
            <a:xfrm rot="16200000">
              <a:off x="5243040" y="286704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9a009a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616" name="Group 123"/>
          <p:cNvGrpSpPr/>
          <p:nvPr/>
        </p:nvGrpSpPr>
        <p:grpSpPr>
          <a:xfrm>
            <a:off x="1104840" y="3413160"/>
            <a:ext cx="11955600" cy="827280"/>
            <a:chOff x="1104840" y="3413160"/>
            <a:chExt cx="11955600" cy="827280"/>
          </a:xfrm>
        </p:grpSpPr>
        <p:grpSp>
          <p:nvGrpSpPr>
            <p:cNvPr id="13617" name="Group 124"/>
            <p:cNvGrpSpPr/>
            <p:nvPr/>
          </p:nvGrpSpPr>
          <p:grpSpPr>
            <a:xfrm>
              <a:off x="5441040" y="3534120"/>
              <a:ext cx="7619400" cy="706320"/>
              <a:chOff x="5441040" y="3534120"/>
              <a:chExt cx="7619400" cy="706320"/>
            </a:xfrm>
          </p:grpSpPr>
          <p:sp>
            <p:nvSpPr>
              <p:cNvPr id="13618" name="TextBox 134"/>
              <p:cNvSpPr/>
              <p:nvPr/>
            </p:nvSpPr>
            <p:spPr>
              <a:xfrm>
                <a:off x="6185160" y="3534120"/>
                <a:ext cx="687528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Completed for the identified Soft Skills.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619" name="TextBox 135"/>
              <p:cNvSpPr/>
              <p:nvPr/>
            </p:nvSpPr>
            <p:spPr>
              <a:xfrm>
                <a:off x="5441040" y="3536640"/>
                <a:ext cx="846360" cy="7038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3b3838"/>
                    </a:solidFill>
                    <a:latin typeface="Century Gothic"/>
                  </a:rPr>
                  <a:t>100%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13620" name="Group 125"/>
            <p:cNvGrpSpPr/>
            <p:nvPr/>
          </p:nvGrpSpPr>
          <p:grpSpPr>
            <a:xfrm>
              <a:off x="1104840" y="3413160"/>
              <a:ext cx="4008600" cy="614160"/>
              <a:chOff x="1104840" y="3413160"/>
              <a:chExt cx="4008600" cy="614160"/>
            </a:xfrm>
          </p:grpSpPr>
          <p:sp>
            <p:nvSpPr>
              <p:cNvPr id="13621" name="Freeform: Shape 127"/>
              <p:cNvSpPr/>
              <p:nvPr/>
            </p:nvSpPr>
            <p:spPr>
              <a:xfrm rot="5400000">
                <a:off x="4874040" y="3788280"/>
                <a:ext cx="177840" cy="29988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22" name="Rectangle 128"/>
              <p:cNvSpPr/>
              <p:nvPr/>
            </p:nvSpPr>
            <p:spPr>
              <a:xfrm>
                <a:off x="1104840" y="3611520"/>
                <a:ext cx="3708720" cy="415800"/>
              </a:xfrm>
              <a:prstGeom prst="rect">
                <a:avLst/>
              </a:pr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Calibri"/>
                  </a:rPr>
                  <a:t>17 Mass Training 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623" name="Group 129"/>
              <p:cNvGrpSpPr/>
              <p:nvPr/>
            </p:nvGrpSpPr>
            <p:grpSpPr>
              <a:xfrm>
                <a:off x="4395240" y="3874320"/>
                <a:ext cx="552600" cy="128520"/>
                <a:chOff x="4395240" y="3874320"/>
                <a:chExt cx="552600" cy="128520"/>
              </a:xfrm>
            </p:grpSpPr>
            <p:sp>
              <p:nvSpPr>
                <p:cNvPr id="13624" name="Oval 132"/>
                <p:cNvSpPr/>
                <p:nvPr/>
              </p:nvSpPr>
              <p:spPr>
                <a:xfrm>
                  <a:off x="4395240" y="3874320"/>
                  <a:ext cx="552600" cy="12852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00050"/>
                    </a:gs>
                    <a:gs pos="100000">
                      <a:srgbClr val="800080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625" name="Freeform: Shape 133"/>
                <p:cNvSpPr/>
                <p:nvPr/>
              </p:nvSpPr>
              <p:spPr>
                <a:xfrm flipH="1" rot="16200000">
                  <a:off x="4656240" y="3883680"/>
                  <a:ext cx="65160" cy="13500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1a001a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626" name="Freeform: Shape 130"/>
              <p:cNvSpPr/>
              <p:nvPr/>
            </p:nvSpPr>
            <p:spPr>
              <a:xfrm>
                <a:off x="4626360" y="3679920"/>
                <a:ext cx="318960" cy="27756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27" name="Freeform: Shape 131"/>
              <p:cNvSpPr/>
              <p:nvPr/>
            </p:nvSpPr>
            <p:spPr>
              <a:xfrm>
                <a:off x="4395960" y="3413160"/>
                <a:ext cx="717480" cy="5284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628" name="Isosceles Triangle 126"/>
            <p:cNvSpPr/>
            <p:nvPr/>
          </p:nvSpPr>
          <p:spPr>
            <a:xfrm rot="16200000">
              <a:off x="5243040" y="361764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9a009a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629" name="Group 136"/>
          <p:cNvGrpSpPr/>
          <p:nvPr/>
        </p:nvGrpSpPr>
        <p:grpSpPr>
          <a:xfrm>
            <a:off x="1104840" y="4176720"/>
            <a:ext cx="11955600" cy="615960"/>
            <a:chOff x="1104840" y="4176720"/>
            <a:chExt cx="11955600" cy="615960"/>
          </a:xfrm>
        </p:grpSpPr>
        <p:grpSp>
          <p:nvGrpSpPr>
            <p:cNvPr id="13630" name="Group 137"/>
            <p:cNvGrpSpPr/>
            <p:nvPr/>
          </p:nvGrpSpPr>
          <p:grpSpPr>
            <a:xfrm>
              <a:off x="5441040" y="4298760"/>
              <a:ext cx="7619400" cy="401400"/>
              <a:chOff x="5441040" y="4298760"/>
              <a:chExt cx="7619400" cy="401400"/>
            </a:xfrm>
          </p:grpSpPr>
          <p:sp>
            <p:nvSpPr>
              <p:cNvPr id="13631" name="TextBox 147"/>
              <p:cNvSpPr/>
              <p:nvPr/>
            </p:nvSpPr>
            <p:spPr>
              <a:xfrm>
                <a:off x="6185160" y="4298760"/>
                <a:ext cx="687528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PR / PO to be initiated. Target : Jan’27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632" name="TextBox 148"/>
              <p:cNvSpPr/>
              <p:nvPr/>
            </p:nvSpPr>
            <p:spPr>
              <a:xfrm>
                <a:off x="5441040" y="4301280"/>
                <a:ext cx="846360" cy="3988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3b3838"/>
                    </a:solidFill>
                    <a:latin typeface="Century Gothic"/>
                  </a:rPr>
                  <a:t>0%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13633" name="Group 138"/>
            <p:cNvGrpSpPr/>
            <p:nvPr/>
          </p:nvGrpSpPr>
          <p:grpSpPr>
            <a:xfrm>
              <a:off x="1104840" y="4176720"/>
              <a:ext cx="4008600" cy="615960"/>
              <a:chOff x="1104840" y="4176720"/>
              <a:chExt cx="4008600" cy="615960"/>
            </a:xfrm>
          </p:grpSpPr>
          <p:sp>
            <p:nvSpPr>
              <p:cNvPr id="13634" name="Freeform: Shape 140"/>
              <p:cNvSpPr/>
              <p:nvPr/>
            </p:nvSpPr>
            <p:spPr>
              <a:xfrm rot="5400000">
                <a:off x="4874040" y="4553640"/>
                <a:ext cx="177840" cy="29988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35" name="Rectangle 141"/>
              <p:cNvSpPr/>
              <p:nvPr/>
            </p:nvSpPr>
            <p:spPr>
              <a:xfrm>
                <a:off x="1104840" y="4376520"/>
                <a:ext cx="3708720" cy="416160"/>
              </a:xfrm>
              <a:prstGeom prst="rect">
                <a:avLst/>
              </a:pr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Calibri"/>
                  </a:rPr>
                  <a:t>18 Rescue Training 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636" name="Group 142"/>
              <p:cNvGrpSpPr/>
              <p:nvPr/>
            </p:nvGrpSpPr>
            <p:grpSpPr>
              <a:xfrm>
                <a:off x="4395240" y="4639320"/>
                <a:ext cx="552600" cy="129240"/>
                <a:chOff x="4395240" y="4639320"/>
                <a:chExt cx="552600" cy="129240"/>
              </a:xfrm>
            </p:grpSpPr>
            <p:sp>
              <p:nvSpPr>
                <p:cNvPr id="13637" name="Oval 145"/>
                <p:cNvSpPr/>
                <p:nvPr/>
              </p:nvSpPr>
              <p:spPr>
                <a:xfrm>
                  <a:off x="4395240" y="4639320"/>
                  <a:ext cx="552600" cy="12924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00050"/>
                    </a:gs>
                    <a:gs pos="100000">
                      <a:srgbClr val="800080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638" name="Freeform: Shape 146"/>
                <p:cNvSpPr/>
                <p:nvPr/>
              </p:nvSpPr>
              <p:spPr>
                <a:xfrm flipH="1" rot="16200000">
                  <a:off x="4655520" y="4648680"/>
                  <a:ext cx="66240" cy="13500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1a001a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639" name="Freeform: Shape 143"/>
              <p:cNvSpPr/>
              <p:nvPr/>
            </p:nvSpPr>
            <p:spPr>
              <a:xfrm>
                <a:off x="4626360" y="4444920"/>
                <a:ext cx="318960" cy="27612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40" name="Freeform: Shape 144"/>
              <p:cNvSpPr/>
              <p:nvPr/>
            </p:nvSpPr>
            <p:spPr>
              <a:xfrm>
                <a:off x="4395960" y="4176720"/>
                <a:ext cx="717480" cy="5302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641" name="Isosceles Triangle 139"/>
            <p:cNvSpPr/>
            <p:nvPr/>
          </p:nvSpPr>
          <p:spPr>
            <a:xfrm rot="16200000">
              <a:off x="5243040" y="438300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9a009a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642" name="Group 149"/>
          <p:cNvGrpSpPr/>
          <p:nvPr/>
        </p:nvGrpSpPr>
        <p:grpSpPr>
          <a:xfrm>
            <a:off x="1104840" y="5016600"/>
            <a:ext cx="11955600" cy="764280"/>
            <a:chOff x="1104840" y="5016600"/>
            <a:chExt cx="11955600" cy="764280"/>
          </a:xfrm>
        </p:grpSpPr>
        <p:grpSp>
          <p:nvGrpSpPr>
            <p:cNvPr id="13643" name="Group 150"/>
            <p:cNvGrpSpPr/>
            <p:nvPr/>
          </p:nvGrpSpPr>
          <p:grpSpPr>
            <a:xfrm>
              <a:off x="5441040" y="5138280"/>
              <a:ext cx="7619400" cy="642600"/>
              <a:chOff x="5441040" y="5138280"/>
              <a:chExt cx="7619400" cy="642600"/>
            </a:xfrm>
          </p:grpSpPr>
          <p:sp>
            <p:nvSpPr>
              <p:cNvPr id="13644" name="TextBox 163"/>
              <p:cNvSpPr/>
              <p:nvPr/>
            </p:nvSpPr>
            <p:spPr>
              <a:xfrm>
                <a:off x="6185160" y="5138280"/>
                <a:ext cx="6875280" cy="64260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Plan discussed with Group S&amp;OR, Date finalization is under discussion. Target : Sept’26.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645" name="TextBox 192"/>
              <p:cNvSpPr/>
              <p:nvPr/>
            </p:nvSpPr>
            <p:spPr>
              <a:xfrm>
                <a:off x="5441040" y="5141160"/>
                <a:ext cx="846360" cy="3988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3b3838"/>
                    </a:solidFill>
                    <a:latin typeface="Century Gothic"/>
                  </a:rPr>
                  <a:t>0%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13646" name="Group 151"/>
            <p:cNvGrpSpPr/>
            <p:nvPr/>
          </p:nvGrpSpPr>
          <p:grpSpPr>
            <a:xfrm>
              <a:off x="1104840" y="5016600"/>
              <a:ext cx="4008600" cy="615960"/>
              <a:chOff x="1104840" y="5016600"/>
              <a:chExt cx="4008600" cy="615960"/>
            </a:xfrm>
          </p:grpSpPr>
          <p:sp>
            <p:nvSpPr>
              <p:cNvPr id="13647" name="Freeform: Shape 153"/>
              <p:cNvSpPr/>
              <p:nvPr/>
            </p:nvSpPr>
            <p:spPr>
              <a:xfrm rot="5400000">
                <a:off x="4874040" y="5393520"/>
                <a:ext cx="177840" cy="29988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48" name="Rectangle 154"/>
              <p:cNvSpPr/>
              <p:nvPr/>
            </p:nvSpPr>
            <p:spPr>
              <a:xfrm>
                <a:off x="1104840" y="5216400"/>
                <a:ext cx="3708720" cy="416160"/>
              </a:xfrm>
              <a:prstGeom prst="rect">
                <a:avLst/>
              </a:pr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Calibri"/>
                  </a:rPr>
                  <a:t>19 Process Safety Workshop 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649" name="Group 155"/>
              <p:cNvGrpSpPr/>
              <p:nvPr/>
            </p:nvGrpSpPr>
            <p:grpSpPr>
              <a:xfrm>
                <a:off x="4395240" y="5479200"/>
                <a:ext cx="552600" cy="128880"/>
                <a:chOff x="4395240" y="5479200"/>
                <a:chExt cx="552600" cy="128880"/>
              </a:xfrm>
            </p:grpSpPr>
            <p:sp>
              <p:nvSpPr>
                <p:cNvPr id="13650" name="Oval 158"/>
                <p:cNvSpPr/>
                <p:nvPr/>
              </p:nvSpPr>
              <p:spPr>
                <a:xfrm>
                  <a:off x="4395240" y="5479200"/>
                  <a:ext cx="552600" cy="12888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00050"/>
                    </a:gs>
                    <a:gs pos="100000">
                      <a:srgbClr val="800080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651" name="Freeform: Shape 159"/>
                <p:cNvSpPr/>
                <p:nvPr/>
              </p:nvSpPr>
              <p:spPr>
                <a:xfrm flipH="1" rot="16200000">
                  <a:off x="4655880" y="5488560"/>
                  <a:ext cx="65880" cy="13500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1a001a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652" name="Freeform: Shape 156"/>
              <p:cNvSpPr/>
              <p:nvPr/>
            </p:nvSpPr>
            <p:spPr>
              <a:xfrm>
                <a:off x="4626360" y="5284800"/>
                <a:ext cx="318960" cy="27612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53" name="Freeform: Shape 157"/>
              <p:cNvSpPr/>
              <p:nvPr/>
            </p:nvSpPr>
            <p:spPr>
              <a:xfrm>
                <a:off x="4395960" y="5016600"/>
                <a:ext cx="717480" cy="5302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654" name="Isosceles Triangle 152"/>
            <p:cNvSpPr/>
            <p:nvPr/>
          </p:nvSpPr>
          <p:spPr>
            <a:xfrm rot="16200000">
              <a:off x="5243040" y="522288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9a009a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  <p:grpSp>
        <p:nvGrpSpPr>
          <p:cNvPr id="13655" name="Group 194"/>
          <p:cNvGrpSpPr/>
          <p:nvPr/>
        </p:nvGrpSpPr>
        <p:grpSpPr>
          <a:xfrm>
            <a:off x="1104840" y="5899320"/>
            <a:ext cx="11955600" cy="615960"/>
            <a:chOff x="1104840" y="5899320"/>
            <a:chExt cx="11955600" cy="615960"/>
          </a:xfrm>
        </p:grpSpPr>
        <p:grpSp>
          <p:nvGrpSpPr>
            <p:cNvPr id="13656" name="Group 195"/>
            <p:cNvGrpSpPr/>
            <p:nvPr/>
          </p:nvGrpSpPr>
          <p:grpSpPr>
            <a:xfrm>
              <a:off x="5441040" y="6021360"/>
              <a:ext cx="7619400" cy="401400"/>
              <a:chOff x="5441040" y="6021360"/>
              <a:chExt cx="7619400" cy="401400"/>
            </a:xfrm>
          </p:grpSpPr>
          <p:sp>
            <p:nvSpPr>
              <p:cNvPr id="13657" name="TextBox 205"/>
              <p:cNvSpPr/>
              <p:nvPr/>
            </p:nvSpPr>
            <p:spPr>
              <a:xfrm>
                <a:off x="6185160" y="6021360"/>
                <a:ext cx="6875280" cy="368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1</a:t>
                </a:r>
                <a:r>
                  <a:rPr b="0" lang="en-US" sz="1800" spc="-1" strike="noStrike" baseline="30000">
                    <a:solidFill>
                      <a:srgbClr val="000000"/>
                    </a:solidFill>
                    <a:latin typeface="Calibri"/>
                  </a:rPr>
                  <a:t>st</a:t>
                </a:r>
                <a:r>
                  <a:rPr b="0" lang="en-US" sz="1800" spc="-1" strike="noStrike">
                    <a:solidFill>
                      <a:srgbClr val="000000"/>
                    </a:solidFill>
                    <a:latin typeface="Calibri"/>
                  </a:rPr>
                  <a:t> round planned in Sept’26</a:t>
                </a:r>
                <a:endParaRPr b="0" lang="en-US" sz="18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13658" name="TextBox 206"/>
              <p:cNvSpPr/>
              <p:nvPr/>
            </p:nvSpPr>
            <p:spPr>
              <a:xfrm>
                <a:off x="5441040" y="6023880"/>
                <a:ext cx="846360" cy="3988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3b3838"/>
                    </a:solidFill>
                    <a:latin typeface="Century Gothic"/>
                  </a:rPr>
                  <a:t>0%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13659" name="Group 196"/>
            <p:cNvGrpSpPr/>
            <p:nvPr/>
          </p:nvGrpSpPr>
          <p:grpSpPr>
            <a:xfrm>
              <a:off x="1104840" y="5899320"/>
              <a:ext cx="4008600" cy="615960"/>
              <a:chOff x="1104840" y="5899320"/>
              <a:chExt cx="4008600" cy="615960"/>
            </a:xfrm>
          </p:grpSpPr>
          <p:sp>
            <p:nvSpPr>
              <p:cNvPr id="13660" name="Freeform: Shape 198"/>
              <p:cNvSpPr/>
              <p:nvPr/>
            </p:nvSpPr>
            <p:spPr>
              <a:xfrm rot="5400000">
                <a:off x="4874040" y="6276240"/>
                <a:ext cx="177840" cy="29988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61" name="Rectangle 199"/>
              <p:cNvSpPr/>
              <p:nvPr/>
            </p:nvSpPr>
            <p:spPr>
              <a:xfrm>
                <a:off x="1104840" y="6099120"/>
                <a:ext cx="3708720" cy="416160"/>
              </a:xfrm>
              <a:prstGeom prst="rect">
                <a:avLst/>
              </a:pr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000" spc="-1" strike="noStrike">
                    <a:solidFill>
                      <a:srgbClr val="ffffff"/>
                    </a:solidFill>
                    <a:latin typeface="Calibri"/>
                  </a:rPr>
                  <a:t>20 Half Yearly Validation </a:t>
                </a:r>
                <a:endParaRPr b="0" lang="en-US" sz="20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662" name="Group 200"/>
              <p:cNvGrpSpPr/>
              <p:nvPr/>
            </p:nvGrpSpPr>
            <p:grpSpPr>
              <a:xfrm>
                <a:off x="4395240" y="6361920"/>
                <a:ext cx="552600" cy="129240"/>
                <a:chOff x="4395240" y="6361920"/>
                <a:chExt cx="552600" cy="129240"/>
              </a:xfrm>
            </p:grpSpPr>
            <p:sp>
              <p:nvSpPr>
                <p:cNvPr id="13663" name="Oval 203"/>
                <p:cNvSpPr/>
                <p:nvPr/>
              </p:nvSpPr>
              <p:spPr>
                <a:xfrm>
                  <a:off x="4395240" y="6361920"/>
                  <a:ext cx="552600" cy="12924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00050"/>
                    </a:gs>
                    <a:gs pos="100000">
                      <a:srgbClr val="800080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664" name="Freeform: Shape 204"/>
                <p:cNvSpPr/>
                <p:nvPr/>
              </p:nvSpPr>
              <p:spPr>
                <a:xfrm flipH="1" rot="16200000">
                  <a:off x="4655520" y="6371280"/>
                  <a:ext cx="66240" cy="13500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1a001a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665" name="Freeform: Shape 201"/>
              <p:cNvSpPr/>
              <p:nvPr/>
            </p:nvSpPr>
            <p:spPr>
              <a:xfrm>
                <a:off x="4626360" y="6167520"/>
                <a:ext cx="318960" cy="27612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50005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66" name="Freeform: Shape 202"/>
              <p:cNvSpPr/>
              <p:nvPr/>
            </p:nvSpPr>
            <p:spPr>
              <a:xfrm>
                <a:off x="4395960" y="5899320"/>
                <a:ext cx="717480" cy="5302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cc00cc"/>
                  </a:gs>
                  <a:gs pos="100000">
                    <a:srgbClr val="800080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sp>
          <p:nvSpPr>
            <p:cNvPr id="13667" name="Isosceles Triangle 197"/>
            <p:cNvSpPr/>
            <p:nvPr/>
          </p:nvSpPr>
          <p:spPr>
            <a:xfrm rot="16200000">
              <a:off x="5243040" y="6105600"/>
              <a:ext cx="301680" cy="2602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10800" y="0"/>
                  </a:move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9a009a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</p:grp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8" name="TextBox 7"/>
          <p:cNvSpPr/>
          <p:nvPr/>
        </p:nvSpPr>
        <p:spPr>
          <a:xfrm>
            <a:off x="2658960" y="473040"/>
            <a:ext cx="6878880" cy="8989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2200" spc="-1" strike="noStrike">
                <a:solidFill>
                  <a:srgbClr val="ffffff"/>
                </a:solidFill>
                <a:latin typeface="Calibri"/>
                <a:ea typeface="Times New Roman"/>
              </a:rPr>
              <a:t>AOP Review – September, 2020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2300" spc="-1" strike="noStrike">
                <a:solidFill>
                  <a:srgbClr val="ffffff"/>
                </a:solidFill>
                <a:latin typeface="Calibri"/>
                <a:ea typeface="Times New Roman"/>
              </a:rPr>
              <a:t>S&amp;D HSSE Performance (FY20-21)</a:t>
            </a:r>
            <a:endParaRPr b="0" lang="en-US" sz="23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69" name="Rectangle 13"/>
          <p:cNvSpPr/>
          <p:nvPr/>
        </p:nvSpPr>
        <p:spPr>
          <a:xfrm>
            <a:off x="0" y="0"/>
            <a:ext cx="13236480" cy="582480"/>
          </a:xfrm>
          <a:prstGeom prst="rect">
            <a:avLst/>
          </a:pr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122040" rIns="122040" tIns="122040" bIns="122040" anchor="ctr">
            <a:normAutofit fontScale="61000"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    </a:t>
            </a:r>
            <a:r>
              <a:rPr b="1" lang="en-IN" sz="3600" spc="-1" strike="noStrike">
                <a:solidFill>
                  <a:srgbClr val="ffffff"/>
                </a:solidFill>
                <a:latin typeface="Calibri"/>
              </a:rPr>
              <a:t>HSE AOP’s – Risk Reduction Initiative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70" name="Content Placeholder 2"/>
          <p:cNvSpPr/>
          <p:nvPr/>
        </p:nvSpPr>
        <p:spPr>
          <a:xfrm>
            <a:off x="1103400" y="6730920"/>
            <a:ext cx="12191760" cy="1270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0359e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671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3236480" y="0"/>
            <a:ext cx="1073160" cy="708120"/>
          </a:xfrm>
          <a:prstGeom prst="rect">
            <a:avLst/>
          </a:prstGeom>
          <a:ln w="0">
            <a:noFill/>
          </a:ln>
        </p:spPr>
      </p:pic>
      <p:grpSp>
        <p:nvGrpSpPr>
          <p:cNvPr id="13672" name="Group 20"/>
          <p:cNvGrpSpPr/>
          <p:nvPr/>
        </p:nvGrpSpPr>
        <p:grpSpPr>
          <a:xfrm>
            <a:off x="1103400" y="593640"/>
            <a:ext cx="11753640" cy="1147680"/>
            <a:chOff x="1103400" y="593640"/>
            <a:chExt cx="11753640" cy="1147680"/>
          </a:xfrm>
        </p:grpSpPr>
        <p:grpSp>
          <p:nvGrpSpPr>
            <p:cNvPr id="13673" name="Group 2"/>
            <p:cNvGrpSpPr/>
            <p:nvPr/>
          </p:nvGrpSpPr>
          <p:grpSpPr>
            <a:xfrm>
              <a:off x="1103400" y="593640"/>
              <a:ext cx="4485960" cy="1037160"/>
              <a:chOff x="1103400" y="593640"/>
              <a:chExt cx="4485960" cy="1037160"/>
            </a:xfrm>
          </p:grpSpPr>
          <p:grpSp>
            <p:nvGrpSpPr>
              <p:cNvPr id="13674" name="Rectangle 4"/>
              <p:cNvGrpSpPr/>
              <p:nvPr/>
            </p:nvGrpSpPr>
            <p:grpSpPr>
              <a:xfrm>
                <a:off x="4742280" y="841680"/>
                <a:ext cx="847080" cy="789120"/>
                <a:chOff x="4742280" y="841680"/>
                <a:chExt cx="847080" cy="789120"/>
              </a:xfrm>
            </p:grpSpPr>
            <p:pic>
              <p:nvPicPr>
                <p:cNvPr id="13675" name="Rectangle 4" descr=""/>
                <p:cNvPicPr/>
                <p:nvPr/>
              </p:nvPicPr>
              <p:blipFill>
                <a:blip r:embed="rId2"/>
                <a:stretch/>
              </p:blipFill>
              <p:spPr>
                <a:xfrm>
                  <a:off x="4742280" y="841680"/>
                  <a:ext cx="847080" cy="786240"/>
                </a:xfrm>
                <a:prstGeom prst="rect">
                  <a:avLst/>
                </a:prstGeom>
                <a:ln w="0">
                  <a:noFill/>
                </a:ln>
              </p:spPr>
            </p:pic>
            <p:sp>
              <p:nvSpPr>
                <p:cNvPr id="13676" name=""/>
                <p:cNvSpPr/>
                <p:nvPr/>
              </p:nvSpPr>
              <p:spPr>
                <a:xfrm>
                  <a:off x="4742280" y="843480"/>
                  <a:ext cx="846360" cy="78732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677" name="Freeform: Shape 5"/>
              <p:cNvSpPr/>
              <p:nvPr/>
            </p:nvSpPr>
            <p:spPr>
              <a:xfrm rot="5400000">
                <a:off x="4809960" y="1329120"/>
                <a:ext cx="285120" cy="21240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846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78" name="Rectangle 6"/>
              <p:cNvSpPr/>
              <p:nvPr/>
            </p:nvSpPr>
            <p:spPr>
              <a:xfrm>
                <a:off x="1103400" y="912240"/>
                <a:ext cx="3742920" cy="665640"/>
              </a:xfrm>
              <a:prstGeom prst="rect">
                <a:avLst/>
              </a:prstGeom>
              <a:gradFill rotWithShape="0">
                <a:gsLst>
                  <a:gs pos="0">
                    <a:srgbClr val="00cc99"/>
                  </a:gs>
                  <a:gs pos="100000">
                    <a:srgbClr val="006666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400" spc="-1" strike="noStrike">
                    <a:solidFill>
                      <a:srgbClr val="ffffff"/>
                    </a:solidFill>
                    <a:latin typeface="Calibri"/>
                  </a:rPr>
                  <a:t>21 Fire Engine Safety PLC</a:t>
                </a:r>
                <a:endParaRPr b="0" lang="en-US" sz="24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679" name="Group 8"/>
              <p:cNvGrpSpPr/>
              <p:nvPr/>
            </p:nvGrpSpPr>
            <p:grpSpPr>
              <a:xfrm>
                <a:off x="4551480" y="1332360"/>
                <a:ext cx="389880" cy="206280"/>
                <a:chOff x="4551480" y="1332360"/>
                <a:chExt cx="389880" cy="206280"/>
              </a:xfrm>
            </p:grpSpPr>
            <p:sp>
              <p:nvSpPr>
                <p:cNvPr id="13680" name="Oval 11"/>
                <p:cNvSpPr/>
                <p:nvPr/>
              </p:nvSpPr>
              <p:spPr>
                <a:xfrm>
                  <a:off x="4551480" y="1332360"/>
                  <a:ext cx="389880" cy="20628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846"/>
                    </a:gs>
                    <a:gs pos="100000">
                      <a:srgbClr val="00cc99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681" name="Freeform: Shape 12"/>
                <p:cNvSpPr/>
                <p:nvPr/>
              </p:nvSpPr>
              <p:spPr>
                <a:xfrm flipH="1" rot="16200000">
                  <a:off x="4711680" y="1396080"/>
                  <a:ext cx="115200" cy="10944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004846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682" name="Freeform: Shape 9"/>
              <p:cNvSpPr/>
              <p:nvPr/>
            </p:nvSpPr>
            <p:spPr>
              <a:xfrm>
                <a:off x="4717800" y="1020240"/>
                <a:ext cx="225360" cy="44424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008e69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83" name="Freeform: Shape 10"/>
              <p:cNvSpPr/>
              <p:nvPr/>
            </p:nvSpPr>
            <p:spPr>
              <a:xfrm>
                <a:off x="4551120" y="593640"/>
                <a:ext cx="507600" cy="84564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00cc99"/>
                  </a:gs>
                  <a:gs pos="100000">
                    <a:srgbClr val="006666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grpSp>
          <p:nvGrpSpPr>
            <p:cNvPr id="13684" name="Group 14"/>
            <p:cNvGrpSpPr/>
            <p:nvPr/>
          </p:nvGrpSpPr>
          <p:grpSpPr>
            <a:xfrm>
              <a:off x="5164920" y="915840"/>
              <a:ext cx="1152720" cy="825480"/>
              <a:chOff x="5164920" y="915840"/>
              <a:chExt cx="1152720" cy="825480"/>
            </a:xfrm>
          </p:grpSpPr>
          <p:sp>
            <p:nvSpPr>
              <p:cNvPr id="13685" name="Isosceles Triangle 15"/>
              <p:cNvSpPr/>
              <p:nvPr/>
            </p:nvSpPr>
            <p:spPr>
              <a:xfrm rot="16200000">
                <a:off x="5144040" y="1004760"/>
                <a:ext cx="301680" cy="260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10800" y="0"/>
                    </a:moveTo>
                    <a:lnTo>
                      <a:pt x="21600" y="21600"/>
                    </a:lnTo>
                    <a:lnTo>
                      <a:pt x="0" y="21600"/>
                    </a:lnTo>
                    <a:close/>
                  </a:path>
                </a:pathLst>
              </a:custGeom>
              <a:solidFill>
                <a:srgbClr val="007a7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86" name="TextBox 18"/>
              <p:cNvSpPr/>
              <p:nvPr/>
            </p:nvSpPr>
            <p:spPr>
              <a:xfrm>
                <a:off x="5470560" y="915840"/>
                <a:ext cx="847080" cy="8254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400" spc="-1" strike="noStrike">
                    <a:solidFill>
                      <a:srgbClr val="3b3838"/>
                    </a:solidFill>
                    <a:latin typeface="Century Gothic"/>
                  </a:rPr>
                  <a:t>20%</a:t>
                </a:r>
                <a:endParaRPr b="0" lang="en-US" sz="24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sp>
          <p:nvSpPr>
            <p:cNvPr id="13687" name="TextBox 19"/>
            <p:cNvSpPr/>
            <p:nvPr/>
          </p:nvSpPr>
          <p:spPr>
            <a:xfrm>
              <a:off x="6343920" y="985320"/>
              <a:ext cx="6513120" cy="64260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1800" spc="-1" strike="noStrike">
                  <a:solidFill>
                    <a:srgbClr val="000000"/>
                  </a:solidFill>
                  <a:latin typeface="Calibri"/>
                </a:rPr>
                <a:t>Basis and logic review completed, PO and execution In progress.</a:t>
              </a:r>
              <a:endParaRPr b="0" lang="en-US" sz="1800" spc="-1" strike="noStrike">
                <a:solidFill>
                  <a:srgbClr val="000000"/>
                </a:solidFill>
                <a:latin typeface="Arial"/>
              </a:endParaRPr>
            </a:p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1800" spc="-1" strike="noStrike">
                  <a:solidFill>
                    <a:srgbClr val="000000"/>
                  </a:solidFill>
                  <a:latin typeface="Calibri"/>
                </a:rPr>
                <a:t>Technical Bid evaluation under progress at MEC end.</a:t>
              </a:r>
              <a:endParaRPr b="0" lang="en-US" sz="1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3688" name="Group 22"/>
          <p:cNvGrpSpPr/>
          <p:nvPr/>
        </p:nvGrpSpPr>
        <p:grpSpPr>
          <a:xfrm>
            <a:off x="1103400" y="1736640"/>
            <a:ext cx="11753640" cy="1147680"/>
            <a:chOff x="1103400" y="1736640"/>
            <a:chExt cx="11753640" cy="1147680"/>
          </a:xfrm>
        </p:grpSpPr>
        <p:grpSp>
          <p:nvGrpSpPr>
            <p:cNvPr id="13689" name="Group 28"/>
            <p:cNvGrpSpPr/>
            <p:nvPr/>
          </p:nvGrpSpPr>
          <p:grpSpPr>
            <a:xfrm>
              <a:off x="1103400" y="1736640"/>
              <a:ext cx="4485960" cy="1037160"/>
              <a:chOff x="1103400" y="1736640"/>
              <a:chExt cx="4485960" cy="1037160"/>
            </a:xfrm>
          </p:grpSpPr>
          <p:grpSp>
            <p:nvGrpSpPr>
              <p:cNvPr id="13690" name="Rectangle 33"/>
              <p:cNvGrpSpPr/>
              <p:nvPr/>
            </p:nvGrpSpPr>
            <p:grpSpPr>
              <a:xfrm>
                <a:off x="4742280" y="1987200"/>
                <a:ext cx="847080" cy="786600"/>
                <a:chOff x="4742280" y="1987200"/>
                <a:chExt cx="847080" cy="786600"/>
              </a:xfrm>
            </p:grpSpPr>
            <p:pic>
              <p:nvPicPr>
                <p:cNvPr id="13691" name="Rectangle 33" descr=""/>
                <p:cNvPicPr/>
                <p:nvPr/>
              </p:nvPicPr>
              <p:blipFill>
                <a:blip r:embed="rId3"/>
                <a:stretch/>
              </p:blipFill>
              <p:spPr>
                <a:xfrm>
                  <a:off x="4742280" y="1988280"/>
                  <a:ext cx="847080" cy="785520"/>
                </a:xfrm>
                <a:prstGeom prst="rect">
                  <a:avLst/>
                </a:prstGeom>
                <a:ln w="0">
                  <a:noFill/>
                </a:ln>
              </p:spPr>
            </p:pic>
            <p:sp>
              <p:nvSpPr>
                <p:cNvPr id="13692" name=""/>
                <p:cNvSpPr/>
                <p:nvPr/>
              </p:nvSpPr>
              <p:spPr>
                <a:xfrm>
                  <a:off x="4742280" y="1987200"/>
                  <a:ext cx="846360" cy="78660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693" name="Freeform: Shape 34"/>
              <p:cNvSpPr/>
              <p:nvPr/>
            </p:nvSpPr>
            <p:spPr>
              <a:xfrm rot="5400000">
                <a:off x="4810320" y="2469240"/>
                <a:ext cx="284040" cy="21240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846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94" name="Rectangle 35"/>
              <p:cNvSpPr/>
              <p:nvPr/>
            </p:nvSpPr>
            <p:spPr>
              <a:xfrm>
                <a:off x="1103400" y="2054160"/>
                <a:ext cx="3742920" cy="663840"/>
              </a:xfrm>
              <a:prstGeom prst="rect">
                <a:avLst/>
              </a:prstGeom>
              <a:gradFill rotWithShape="0">
                <a:gsLst>
                  <a:gs pos="0">
                    <a:srgbClr val="00cc99"/>
                  </a:gs>
                  <a:gs pos="100000">
                    <a:srgbClr val="006666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400" spc="-1" strike="noStrike">
                    <a:solidFill>
                      <a:srgbClr val="ffffff"/>
                    </a:solidFill>
                    <a:latin typeface="Calibri"/>
                  </a:rPr>
                  <a:t>22 Fire water recirculation</a:t>
                </a:r>
                <a:endParaRPr b="0" lang="en-US" sz="24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695" name="Group 36"/>
              <p:cNvGrpSpPr/>
              <p:nvPr/>
            </p:nvGrpSpPr>
            <p:grpSpPr>
              <a:xfrm>
                <a:off x="4551480" y="2473200"/>
                <a:ext cx="389880" cy="205560"/>
                <a:chOff x="4551480" y="2473200"/>
                <a:chExt cx="389880" cy="205560"/>
              </a:xfrm>
            </p:grpSpPr>
            <p:sp>
              <p:nvSpPr>
                <p:cNvPr id="13696" name="Oval 39"/>
                <p:cNvSpPr/>
                <p:nvPr/>
              </p:nvSpPr>
              <p:spPr>
                <a:xfrm>
                  <a:off x="4551480" y="2473200"/>
                  <a:ext cx="389880" cy="20556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846"/>
                    </a:gs>
                    <a:gs pos="100000">
                      <a:srgbClr val="00cc99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697" name="Freeform: Shape 40"/>
                <p:cNvSpPr/>
                <p:nvPr/>
              </p:nvSpPr>
              <p:spPr>
                <a:xfrm flipH="1" rot="16200000">
                  <a:off x="4711680" y="2536200"/>
                  <a:ext cx="114840" cy="10944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004846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698" name="Freeform: Shape 37"/>
              <p:cNvSpPr/>
              <p:nvPr/>
            </p:nvSpPr>
            <p:spPr>
              <a:xfrm>
                <a:off x="4717800" y="2162160"/>
                <a:ext cx="225360" cy="44280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008e69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699" name="Freeform: Shape 38"/>
              <p:cNvSpPr/>
              <p:nvPr/>
            </p:nvSpPr>
            <p:spPr>
              <a:xfrm>
                <a:off x="4551120" y="1736640"/>
                <a:ext cx="507600" cy="84312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00cc99"/>
                  </a:gs>
                  <a:gs pos="100000">
                    <a:srgbClr val="006666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grpSp>
          <p:nvGrpSpPr>
            <p:cNvPr id="13700" name="Group 29"/>
            <p:cNvGrpSpPr/>
            <p:nvPr/>
          </p:nvGrpSpPr>
          <p:grpSpPr>
            <a:xfrm>
              <a:off x="5164920" y="2058840"/>
              <a:ext cx="1152720" cy="825480"/>
              <a:chOff x="5164920" y="2058840"/>
              <a:chExt cx="1152720" cy="825480"/>
            </a:xfrm>
          </p:grpSpPr>
          <p:sp>
            <p:nvSpPr>
              <p:cNvPr id="13701" name="Isosceles Triangle 31"/>
              <p:cNvSpPr/>
              <p:nvPr/>
            </p:nvSpPr>
            <p:spPr>
              <a:xfrm rot="16200000">
                <a:off x="5144040" y="2147760"/>
                <a:ext cx="301680" cy="260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10800" y="0"/>
                    </a:moveTo>
                    <a:lnTo>
                      <a:pt x="21600" y="21600"/>
                    </a:lnTo>
                    <a:lnTo>
                      <a:pt x="0" y="21600"/>
                    </a:lnTo>
                    <a:close/>
                  </a:path>
                </a:pathLst>
              </a:custGeom>
              <a:solidFill>
                <a:srgbClr val="007a7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702" name="TextBox 32"/>
              <p:cNvSpPr/>
              <p:nvPr/>
            </p:nvSpPr>
            <p:spPr>
              <a:xfrm>
                <a:off x="5470560" y="2058840"/>
                <a:ext cx="847080" cy="8254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400" spc="-1" strike="noStrike">
                    <a:solidFill>
                      <a:srgbClr val="3b3838"/>
                    </a:solidFill>
                    <a:latin typeface="Century Gothic"/>
                  </a:rPr>
                  <a:t>20%</a:t>
                </a:r>
                <a:endParaRPr b="0" lang="en-US" sz="24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sp>
          <p:nvSpPr>
            <p:cNvPr id="13703" name="TextBox 30"/>
            <p:cNvSpPr/>
            <p:nvPr/>
          </p:nvSpPr>
          <p:spPr>
            <a:xfrm>
              <a:off x="6343920" y="2128320"/>
              <a:ext cx="6513120" cy="64260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1800" spc="-1" strike="noStrike">
                  <a:solidFill>
                    <a:srgbClr val="000000"/>
                  </a:solidFill>
                  <a:latin typeface="Calibri"/>
                </a:rPr>
                <a:t>P&amp;ID has been reviewed and all input given for Engg.</a:t>
              </a:r>
              <a:endParaRPr b="0" lang="en-US" sz="1800" spc="-1" strike="noStrike">
                <a:solidFill>
                  <a:srgbClr val="000000"/>
                </a:solidFill>
                <a:latin typeface="Arial"/>
              </a:endParaRPr>
            </a:p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1800" spc="-1" strike="noStrike">
                  <a:solidFill>
                    <a:srgbClr val="000000"/>
                  </a:solidFill>
                  <a:latin typeface="Calibri"/>
                </a:rPr>
                <a:t>Under Procurement.</a:t>
              </a:r>
              <a:endParaRPr b="0" lang="en-US" sz="1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3704" name="Group 41"/>
          <p:cNvGrpSpPr/>
          <p:nvPr/>
        </p:nvGrpSpPr>
        <p:grpSpPr>
          <a:xfrm>
            <a:off x="1103400" y="2917800"/>
            <a:ext cx="11734560" cy="1147680"/>
            <a:chOff x="1103400" y="2917800"/>
            <a:chExt cx="11734560" cy="1147680"/>
          </a:xfrm>
        </p:grpSpPr>
        <p:grpSp>
          <p:nvGrpSpPr>
            <p:cNvPr id="13705" name="Group 42"/>
            <p:cNvGrpSpPr/>
            <p:nvPr/>
          </p:nvGrpSpPr>
          <p:grpSpPr>
            <a:xfrm>
              <a:off x="1103400" y="2917800"/>
              <a:ext cx="4485960" cy="1036800"/>
              <a:chOff x="1103400" y="2917800"/>
              <a:chExt cx="4485960" cy="1036800"/>
            </a:xfrm>
          </p:grpSpPr>
          <p:grpSp>
            <p:nvGrpSpPr>
              <p:cNvPr id="13706" name="Rectangle 51"/>
              <p:cNvGrpSpPr/>
              <p:nvPr/>
            </p:nvGrpSpPr>
            <p:grpSpPr>
              <a:xfrm>
                <a:off x="4742280" y="3169440"/>
                <a:ext cx="847080" cy="785160"/>
                <a:chOff x="4742280" y="3169440"/>
                <a:chExt cx="847080" cy="785160"/>
              </a:xfrm>
            </p:grpSpPr>
            <p:pic>
              <p:nvPicPr>
                <p:cNvPr id="13707" name="Rectangle 51" descr=""/>
                <p:cNvPicPr/>
                <p:nvPr/>
              </p:nvPicPr>
              <p:blipFill>
                <a:blip r:embed="rId4"/>
                <a:stretch/>
              </p:blipFill>
              <p:spPr>
                <a:xfrm>
                  <a:off x="4742280" y="3171960"/>
                  <a:ext cx="847080" cy="782640"/>
                </a:xfrm>
                <a:prstGeom prst="rect">
                  <a:avLst/>
                </a:prstGeom>
                <a:ln w="0">
                  <a:noFill/>
                </a:ln>
              </p:spPr>
            </p:pic>
            <p:sp>
              <p:nvSpPr>
                <p:cNvPr id="13708" name=""/>
                <p:cNvSpPr/>
                <p:nvPr/>
              </p:nvSpPr>
              <p:spPr>
                <a:xfrm>
                  <a:off x="4742280" y="3169440"/>
                  <a:ext cx="846360" cy="783360"/>
                </a:xfrm>
                <a:custGeom>
                  <a:avLst/>
                  <a:gdLst/>
                  <a:ahLst/>
                  <a:rect l="l" t="t" r="r" b="b"/>
                  <a:pathLst>
                    <a:path w="21600" h="21600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21600"/>
                      </a:ln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709" name="Freeform: Shape 54"/>
              <p:cNvSpPr/>
              <p:nvPr/>
            </p:nvSpPr>
            <p:spPr>
              <a:xfrm rot="5400000">
                <a:off x="4810680" y="3649320"/>
                <a:ext cx="283680" cy="212400"/>
              </a:xfrm>
              <a:custGeom>
                <a:avLst/>
                <a:gdLst/>
                <a:ahLst/>
                <a:rect l="l" t="t" r="r" b="b"/>
                <a:pathLst>
                  <a:path w="476740" h="238369">
                    <a:moveTo>
                      <a:pt x="238370" y="0"/>
                    </a:moveTo>
                    <a:cubicBezTo>
                      <a:pt x="337106" y="0"/>
                      <a:pt x="421821" y="60031"/>
                      <a:pt x="458008" y="145586"/>
                    </a:cubicBezTo>
                    <a:lnTo>
                      <a:pt x="476740" y="238369"/>
                    </a:lnTo>
                    <a:lnTo>
                      <a:pt x="0" y="238369"/>
                    </a:lnTo>
                    <a:lnTo>
                      <a:pt x="18733" y="145586"/>
                    </a:lnTo>
                    <a:cubicBezTo>
                      <a:pt x="54919" y="60031"/>
                      <a:pt x="139634" y="0"/>
                      <a:pt x="238370" y="0"/>
                    </a:cubicBezTo>
                    <a:close/>
                  </a:path>
                </a:pathLst>
              </a:custGeom>
              <a:solidFill>
                <a:srgbClr val="004846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710" name="Rectangle 56"/>
              <p:cNvSpPr/>
              <p:nvPr/>
            </p:nvSpPr>
            <p:spPr>
              <a:xfrm>
                <a:off x="1103400" y="3234600"/>
                <a:ext cx="3742920" cy="662400"/>
              </a:xfrm>
              <a:prstGeom prst="rect">
                <a:avLst/>
              </a:prstGeom>
              <a:gradFill rotWithShape="0">
                <a:gsLst>
                  <a:gs pos="0">
                    <a:srgbClr val="00cc99"/>
                  </a:gs>
                  <a:gs pos="100000">
                    <a:srgbClr val="006666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ctr">
                <a:noAutofit/>
              </a:bodyPr>
              <a:p>
                <a:pPr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400" spc="-1" strike="noStrike">
                    <a:solidFill>
                      <a:srgbClr val="ffffff"/>
                    </a:solidFill>
                    <a:latin typeface="Calibri"/>
                  </a:rPr>
                  <a:t>23 Gantry Water Spray</a:t>
                </a:r>
                <a:endParaRPr b="0" lang="en-US" sz="24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  <p:grpSp>
            <p:nvGrpSpPr>
              <p:cNvPr id="13711" name="Group 58"/>
              <p:cNvGrpSpPr/>
              <p:nvPr/>
            </p:nvGrpSpPr>
            <p:grpSpPr>
              <a:xfrm>
                <a:off x="4551480" y="3652920"/>
                <a:ext cx="389880" cy="205200"/>
                <a:chOff x="4551480" y="3652920"/>
                <a:chExt cx="389880" cy="205200"/>
              </a:xfrm>
            </p:grpSpPr>
            <p:sp>
              <p:nvSpPr>
                <p:cNvPr id="13712" name="Oval 64"/>
                <p:cNvSpPr/>
                <p:nvPr/>
              </p:nvSpPr>
              <p:spPr>
                <a:xfrm>
                  <a:off x="4551480" y="3652920"/>
                  <a:ext cx="389880" cy="20520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4846"/>
                    </a:gs>
                    <a:gs pos="100000">
                      <a:srgbClr val="00cc99"/>
                    </a:gs>
                  </a:gsLst>
                  <a:lin ang="0"/>
                </a:gra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  <p:sp>
              <p:nvSpPr>
                <p:cNvPr id="13713" name="Freeform: Shape 65"/>
                <p:cNvSpPr/>
                <p:nvPr/>
              </p:nvSpPr>
              <p:spPr>
                <a:xfrm flipH="1" rot="16200000">
                  <a:off x="4712040" y="3715920"/>
                  <a:ext cx="114480" cy="109440"/>
                </a:xfrm>
                <a:custGeom>
                  <a:avLst/>
                  <a:gdLst/>
                  <a:ahLst/>
                  <a:rect l="l" t="t" r="r" b="b"/>
                  <a:pathLst>
                    <a:path w="476740" h="238369">
                      <a:moveTo>
                        <a:pt x="238370" y="0"/>
                      </a:moveTo>
                      <a:cubicBezTo>
                        <a:pt x="337106" y="0"/>
                        <a:pt x="421821" y="60031"/>
                        <a:pt x="458008" y="145586"/>
                      </a:cubicBezTo>
                      <a:lnTo>
                        <a:pt x="476740" y="238369"/>
                      </a:lnTo>
                      <a:lnTo>
                        <a:pt x="0" y="238369"/>
                      </a:lnTo>
                      <a:lnTo>
                        <a:pt x="18733" y="145586"/>
                      </a:lnTo>
                      <a:cubicBezTo>
                        <a:pt x="54919" y="60031"/>
                        <a:pt x="139634" y="0"/>
                        <a:pt x="238370" y="0"/>
                      </a:cubicBezTo>
                      <a:close/>
                    </a:path>
                  </a:pathLst>
                </a:custGeom>
                <a:solidFill>
                  <a:srgbClr val="004846"/>
                </a:solidFill>
                <a:ln w="0">
                  <a:noFill/>
                </a:ln>
              </p:spPr>
              <p:style>
                <a:lnRef idx="0"/>
                <a:fillRef idx="0"/>
                <a:effectRef idx="0"/>
                <a:fontRef idx="minor"/>
              </p:style>
            </p:sp>
          </p:grpSp>
          <p:sp>
            <p:nvSpPr>
              <p:cNvPr id="13714" name="Freeform: Shape 62"/>
              <p:cNvSpPr/>
              <p:nvPr/>
            </p:nvSpPr>
            <p:spPr>
              <a:xfrm>
                <a:off x="4717800" y="3342600"/>
                <a:ext cx="225360" cy="4420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93098"/>
                    </a:moveTo>
                    <a:cubicBezTo>
                      <a:pt x="84517" y="-31896"/>
                      <a:pt x="422585" y="-30164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42955" y="776749"/>
                      <a:pt x="355300" y="742614"/>
                      <a:pt x="258479" y="742614"/>
                    </a:cubicBezTo>
                    <a:cubicBezTo>
                      <a:pt x="161658" y="742614"/>
                      <a:pt x="74004" y="776749"/>
                      <a:pt x="10554" y="831938"/>
                    </a:cubicBezTo>
                    <a:lnTo>
                      <a:pt x="0" y="843064"/>
                    </a:lnTo>
                    <a:lnTo>
                      <a:pt x="0" y="93098"/>
                    </a:lnTo>
                    <a:close/>
                  </a:path>
                </a:pathLst>
              </a:custGeom>
              <a:solidFill>
                <a:srgbClr val="008e69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715" name="Freeform: Shape 63"/>
              <p:cNvSpPr/>
              <p:nvPr/>
            </p:nvSpPr>
            <p:spPr>
              <a:xfrm>
                <a:off x="4551120" y="2917800"/>
                <a:ext cx="507600" cy="841680"/>
              </a:xfrm>
              <a:custGeom>
                <a:avLst/>
                <a:gdLst/>
                <a:ahLst/>
                <a:rect l="l" t="t" r="r" b="b"/>
                <a:pathLst>
                  <a:path w="507102" h="843064">
                    <a:moveTo>
                      <a:pt x="0" y="838892"/>
                    </a:moveTo>
                    <a:lnTo>
                      <a:pt x="734" y="842290"/>
                    </a:lnTo>
                    <a:lnTo>
                      <a:pt x="0" y="843064"/>
                    </a:lnTo>
                    <a:lnTo>
                      <a:pt x="0" y="838892"/>
                    </a:lnTo>
                    <a:close/>
                    <a:moveTo>
                      <a:pt x="253551" y="2"/>
                    </a:moveTo>
                    <a:cubicBezTo>
                      <a:pt x="359198" y="219"/>
                      <a:pt x="464844" y="31467"/>
                      <a:pt x="507102" y="93098"/>
                    </a:cubicBezTo>
                    <a:lnTo>
                      <a:pt x="507102" y="832673"/>
                    </a:lnTo>
                    <a:lnTo>
                      <a:pt x="506404" y="831938"/>
                    </a:lnTo>
                    <a:cubicBezTo>
                      <a:pt x="474680" y="804344"/>
                      <a:pt x="436904" y="782013"/>
                      <a:pt x="394956" y="766580"/>
                    </a:cubicBezTo>
                    <a:lnTo>
                      <a:pt x="354875" y="759542"/>
                    </a:lnTo>
                    <a:lnTo>
                      <a:pt x="306006" y="744165"/>
                    </a:lnTo>
                    <a:cubicBezTo>
                      <a:pt x="279653" y="738963"/>
                      <a:pt x="250680" y="736087"/>
                      <a:pt x="220267" y="736087"/>
                    </a:cubicBezTo>
                    <a:cubicBezTo>
                      <a:pt x="113823" y="736087"/>
                      <a:pt x="25013" y="771323"/>
                      <a:pt x="4473" y="818166"/>
                    </a:cubicBezTo>
                    <a:lnTo>
                      <a:pt x="0" y="838874"/>
                    </a:lnTo>
                    <a:lnTo>
                      <a:pt x="0" y="93098"/>
                    </a:lnTo>
                    <a:cubicBezTo>
                      <a:pt x="42259" y="30601"/>
                      <a:pt x="147905" y="-215"/>
                      <a:pt x="253551" y="2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00cc99"/>
                  </a:gs>
                  <a:gs pos="100000">
                    <a:srgbClr val="006666"/>
                  </a:gs>
                </a:gsLst>
                <a:lin ang="0"/>
              </a:gra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</p:grpSp>
        <p:grpSp>
          <p:nvGrpSpPr>
            <p:cNvPr id="13716" name="Group 43"/>
            <p:cNvGrpSpPr/>
            <p:nvPr/>
          </p:nvGrpSpPr>
          <p:grpSpPr>
            <a:xfrm>
              <a:off x="5164920" y="3240000"/>
              <a:ext cx="1152720" cy="825480"/>
              <a:chOff x="5164920" y="3240000"/>
              <a:chExt cx="1152720" cy="825480"/>
            </a:xfrm>
          </p:grpSpPr>
          <p:sp>
            <p:nvSpPr>
              <p:cNvPr id="13717" name="Isosceles Triangle 46"/>
              <p:cNvSpPr/>
              <p:nvPr/>
            </p:nvSpPr>
            <p:spPr>
              <a:xfrm rot="16200000">
                <a:off x="5144040" y="3328920"/>
                <a:ext cx="301680" cy="2602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10800" y="0"/>
                    </a:moveTo>
                    <a:lnTo>
                      <a:pt x="21600" y="21600"/>
                    </a:lnTo>
                    <a:lnTo>
                      <a:pt x="0" y="21600"/>
                    </a:lnTo>
                    <a:close/>
                  </a:path>
                </a:pathLst>
              </a:custGeom>
              <a:solidFill>
                <a:srgbClr val="007a70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</p:sp>
          <p:sp>
            <p:nvSpPr>
              <p:cNvPr id="13718" name="TextBox 48"/>
              <p:cNvSpPr/>
              <p:nvPr/>
            </p:nvSpPr>
            <p:spPr>
              <a:xfrm>
                <a:off x="5470560" y="3240000"/>
                <a:ext cx="847080" cy="825480"/>
              </a:xfrm>
              <a:custGeom>
                <a:avLst/>
                <a:gdLst/>
                <a:ahLst/>
                <a:rect l="l" t="t" r="r" b="b"/>
                <a:pathLst>
                  <a:path w="21600" h="21600">
                    <a:moveTo>
                      <a:pt x="0" y="0"/>
                    </a:moveTo>
                    <a:lnTo>
                      <a:pt x="21600" y="0"/>
                    </a:lnTo>
                    <a:lnTo>
                      <a:pt x="21600" y="21600"/>
                    </a:ln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rIns="90000" tIns="46800" bIns="46800" anchor="t">
                <a:spAutoFit/>
              </a:bodyPr>
              <a:p>
                <a:pPr algn="ctr">
                  <a:lnSpc>
                    <a:spcPct val="100000"/>
                  </a:lnSpc>
                  <a:tabLst>
                    <a:tab algn="l" pos="0"/>
                    <a:tab algn="l" pos="914400"/>
                    <a:tab algn="l" pos="1828800"/>
                    <a:tab algn="l" pos="2743200"/>
                    <a:tab algn="l" pos="3657600"/>
                    <a:tab algn="l" pos="4572000"/>
                    <a:tab algn="l" pos="5486400"/>
                    <a:tab algn="l" pos="6400800"/>
                    <a:tab algn="l" pos="7315200"/>
                    <a:tab algn="l" pos="8229600"/>
                    <a:tab algn="l" pos="9144000"/>
                    <a:tab algn="l" pos="10058400"/>
                  </a:tabLst>
                </a:pPr>
                <a:r>
                  <a:rPr b="1" lang="en-US" sz="2400" spc="-1" strike="noStrike">
                    <a:solidFill>
                      <a:srgbClr val="3b3838"/>
                    </a:solidFill>
                    <a:latin typeface="Century Gothic"/>
                  </a:rPr>
                  <a:t>20%</a:t>
                </a:r>
                <a:endParaRPr b="0" lang="en-US" sz="2400" spc="-1" strike="noStrike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sp>
          <p:nvSpPr>
            <p:cNvPr id="13719" name="TextBox 45"/>
            <p:cNvSpPr/>
            <p:nvPr/>
          </p:nvSpPr>
          <p:spPr>
            <a:xfrm>
              <a:off x="6324840" y="3156840"/>
              <a:ext cx="6513120" cy="64260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US" sz="1800" spc="-1" strike="noStrike">
                  <a:solidFill>
                    <a:srgbClr val="000000"/>
                  </a:solidFill>
                  <a:latin typeface="Calibri"/>
                </a:rPr>
                <a:t>P&amp;ID has been reviewed, comments have been shared, and it is currently under detailed engg.</a:t>
              </a:r>
              <a:endParaRPr b="0" lang="en-US" sz="1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0" name="Rectangle 2"/>
          <p:cNvSpPr/>
          <p:nvPr/>
        </p:nvSpPr>
        <p:spPr>
          <a:xfrm>
            <a:off x="2317680" y="-128520"/>
            <a:ext cx="10020240" cy="6015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aphicFrame>
        <p:nvGraphicFramePr>
          <p:cNvPr id="13721" name=""/>
          <p:cNvGraphicFramePr/>
          <p:nvPr/>
        </p:nvGraphicFramePr>
        <p:xfrm>
          <a:off x="195120" y="923760"/>
          <a:ext cx="12957480" cy="5704200"/>
        </p:xfrm>
        <a:graphic>
          <a:graphicData uri="http://schemas.openxmlformats.org/drawingml/2006/table">
            <a:tbl>
              <a:tblPr/>
              <a:tblGrid>
                <a:gridCol w="752760"/>
                <a:gridCol w="3576600"/>
                <a:gridCol w="753840"/>
                <a:gridCol w="806400"/>
                <a:gridCol w="7067880"/>
              </a:tblGrid>
              <a:tr h="640080">
                <a:tc>
                  <a:txBody>
                    <a:bodyPr anchor="t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Sl. No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AOP Items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UoM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Plan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Status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</a:tr>
              <a:tr h="1785960">
                <a:tc>
                  <a:txBody>
                    <a:bodyPr anchor="ctr">
                      <a:noAutofit/>
                    </a:bodyPr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Filing of renewal applications as per statutory deadlines; 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1a. Correctness of Volumes in application in line with Env Standards; 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1b. Update volumes in line with changes in ground conditions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Nos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100 %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SGWA renewal application for Rewari terminal submitted on 13</a:t>
                      </a:r>
                      <a:r>
                        <a:rPr b="0" lang="en-US" sz="1600" spc="-1" strike="noStrike" baseline="30000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th</a:t>
                      </a: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 March 2026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SGWA renewal application for Kanpur terminal submitted on 25</a:t>
                      </a:r>
                      <a:r>
                        <a:rPr b="0" lang="en-US" sz="1600" spc="-1" strike="noStrike" baseline="30000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th</a:t>
                      </a: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 May 2026 &amp; New application to be submitted by Consultant again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820440">
                <a:tc>
                  <a:txBody>
                    <a:bodyPr anchor="ctr">
                      <a:noAutofit/>
                    </a:bodyPr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2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Obtain Consents / License before expiry of existing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Nos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100 %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HWA granted to Haldia on 26/08/2026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639720">
                <a:tc>
                  <a:txBody>
                    <a:bodyPr anchor="ctr">
                      <a:noAutofit/>
                    </a:bodyPr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Environment conditions compliance and returns within statutory timelines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Nos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99 %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There are total of 2047 conditions, out of which 2016 are complied and 26 conditions are under capex. 05 conditions are in progress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908280">
                <a:tc>
                  <a:txBody>
                    <a:bodyPr anchor="ctr">
                      <a:noAutofit/>
                    </a:bodyPr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4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Revalidation of Env. conditions applicability to initiate appropriate actions towards compliance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Nos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100 %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Complied and ongoing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909720">
                <a:tc>
                  <a:txBody>
                    <a:bodyPr anchor="ctr">
                      <a:noAutofit/>
                    </a:bodyPr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5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Show cause notice or penalty from authorities or complaint from surrounding habitants 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Nos 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01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Nil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  <p:grpSp>
        <p:nvGrpSpPr>
          <p:cNvPr id="13722" name="Rectangle 3"/>
          <p:cNvGrpSpPr/>
          <p:nvPr/>
        </p:nvGrpSpPr>
        <p:grpSpPr>
          <a:xfrm>
            <a:off x="-152280" y="-30240"/>
            <a:ext cx="12923640" cy="938160"/>
            <a:chOff x="-152280" y="-30240"/>
            <a:chExt cx="12923640" cy="938160"/>
          </a:xfrm>
        </p:grpSpPr>
        <p:pic>
          <p:nvPicPr>
            <p:cNvPr id="13723" name="Rectangle 3" descr=""/>
            <p:cNvPicPr/>
            <p:nvPr/>
          </p:nvPicPr>
          <p:blipFill>
            <a:blip r:embed="rId1"/>
            <a:stretch/>
          </p:blipFill>
          <p:spPr>
            <a:xfrm>
              <a:off x="-152280" y="-30240"/>
              <a:ext cx="12923640" cy="93816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3724" name=""/>
            <p:cNvSpPr/>
            <p:nvPr/>
          </p:nvSpPr>
          <p:spPr>
            <a:xfrm>
              <a:off x="0" y="0"/>
              <a:ext cx="12709440" cy="7952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45720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Book Antiqua"/>
                  <a:ea typeface="Times New Roman"/>
                </a:rPr>
                <a:t>AOP items for Individual functions with direct accountability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5" name="Rectangle 2"/>
          <p:cNvSpPr/>
          <p:nvPr/>
        </p:nvSpPr>
        <p:spPr>
          <a:xfrm>
            <a:off x="2317680" y="-128520"/>
            <a:ext cx="10020240" cy="6015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3726" name="Rectangle 1"/>
          <p:cNvGrpSpPr/>
          <p:nvPr/>
        </p:nvGrpSpPr>
        <p:grpSpPr>
          <a:xfrm>
            <a:off x="-152280" y="-30240"/>
            <a:ext cx="12972960" cy="938160"/>
            <a:chOff x="-152280" y="-30240"/>
            <a:chExt cx="12972960" cy="938160"/>
          </a:xfrm>
        </p:grpSpPr>
        <p:pic>
          <p:nvPicPr>
            <p:cNvPr id="13727" name="Rectangle 1" descr=""/>
            <p:cNvPicPr/>
            <p:nvPr/>
          </p:nvPicPr>
          <p:blipFill>
            <a:blip r:embed="rId1"/>
            <a:stretch/>
          </p:blipFill>
          <p:spPr>
            <a:xfrm>
              <a:off x="-152280" y="-30240"/>
              <a:ext cx="12972960" cy="93816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3728" name=""/>
            <p:cNvSpPr/>
            <p:nvPr/>
          </p:nvSpPr>
          <p:spPr>
            <a:xfrm>
              <a:off x="0" y="0"/>
              <a:ext cx="12762000" cy="7952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45720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Book Antiqua"/>
                  <a:ea typeface="Times New Roman"/>
                </a:rPr>
                <a:t>AOP items for Individual functions with direct accountability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aphicFrame>
        <p:nvGraphicFramePr>
          <p:cNvPr id="13729" name=""/>
          <p:cNvGraphicFramePr/>
          <p:nvPr/>
        </p:nvGraphicFramePr>
        <p:xfrm>
          <a:off x="223920" y="923760"/>
          <a:ext cx="13592160" cy="5472360"/>
        </p:xfrm>
        <a:graphic>
          <a:graphicData uri="http://schemas.openxmlformats.org/drawingml/2006/table">
            <a:tbl>
              <a:tblPr/>
              <a:tblGrid>
                <a:gridCol w="654120"/>
                <a:gridCol w="2705040"/>
                <a:gridCol w="4221000"/>
                <a:gridCol w="2297160"/>
                <a:gridCol w="3714840"/>
              </a:tblGrid>
              <a:tr h="39384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Sr. no.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Key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10476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 </a:t>
                      </a: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Milestone/Metric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Timeline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</a:tr>
              <a:tr h="85428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920" algn="just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CTO/CTE/HZW/any other NOC renewal/expansion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63520" indent="-228600" algn="just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a) Submission of application to Authority for renewal/ expansion/amendment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63520" indent="-228600" algn="just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b) Review of granted CTO/CTE/HZW renewal/ expansion conditions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63520" indent="-228600" algn="just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Expansion and renewal whenever required.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63520" indent="-228600" algn="just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Status every monthly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SGWA application for Rewari terminal on 13</a:t>
                      </a:r>
                      <a:r>
                        <a:rPr b="0" lang="en-US" sz="1400" spc="-1" strike="noStrike" baseline="30000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th</a:t>
                      </a: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 March 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Application to be submitted again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88704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Rainwater Harvesting at Terminal -05 Terminals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Proposal/Engineering 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execution/Construction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 / operation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Aug,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Nov,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 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PO placed to vendor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81756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3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Rooftop Solar System at Terminals - Bhopal &amp; Haldia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Proposal / Engineering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execution/Construction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 / operation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64960" indent="-26496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June,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64960" indent="-26496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Sept,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64960" indent="-264960"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In 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104328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4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Laying of separate OWS outlet line with pit and pump arrangement - 05 Terminals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Proposal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execution/Construction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 / operation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Aug,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 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In 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75240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5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Replacement of Purimeter at all terminals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Release of PO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Nov,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 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Vendor selection is in 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73980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LDAR Survey and Implementation (Including Ethanol)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15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Survey and Monitoring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Review and Reporting as per statutory requirement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Half yearly, 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Half yearly, 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Reports received from Bhopal, Chennai, &amp; Rewari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0" name="Rectangle 2"/>
          <p:cNvSpPr/>
          <p:nvPr/>
        </p:nvSpPr>
        <p:spPr>
          <a:xfrm>
            <a:off x="2317680" y="-128520"/>
            <a:ext cx="10020240" cy="6015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3731" name="Rectangle 1"/>
          <p:cNvGrpSpPr/>
          <p:nvPr/>
        </p:nvGrpSpPr>
        <p:grpSpPr>
          <a:xfrm>
            <a:off x="-152280" y="-30240"/>
            <a:ext cx="12911040" cy="914400"/>
            <a:chOff x="-152280" y="-30240"/>
            <a:chExt cx="12911040" cy="914400"/>
          </a:xfrm>
        </p:grpSpPr>
        <p:pic>
          <p:nvPicPr>
            <p:cNvPr id="13732" name="Rectangle 1" descr=""/>
            <p:cNvPicPr/>
            <p:nvPr/>
          </p:nvPicPr>
          <p:blipFill>
            <a:blip r:embed="rId1"/>
            <a:stretch/>
          </p:blipFill>
          <p:spPr>
            <a:xfrm>
              <a:off x="-152280" y="-30240"/>
              <a:ext cx="12911040" cy="91440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3733" name=""/>
            <p:cNvSpPr/>
            <p:nvPr/>
          </p:nvSpPr>
          <p:spPr>
            <a:xfrm>
              <a:off x="0" y="0"/>
              <a:ext cx="12695400" cy="75096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45720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Book Antiqua"/>
                  <a:ea typeface="Times New Roman"/>
                </a:rPr>
                <a:t>AOP items for Individual functions with direct accountability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3734" name="TextBox 3"/>
          <p:cNvSpPr/>
          <p:nvPr/>
        </p:nvSpPr>
        <p:spPr>
          <a:xfrm>
            <a:off x="69840" y="3406680"/>
            <a:ext cx="189864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Near Term Goals: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13735" name=""/>
          <p:cNvGraphicFramePr/>
          <p:nvPr/>
        </p:nvGraphicFramePr>
        <p:xfrm>
          <a:off x="136440" y="3860640"/>
          <a:ext cx="14127120" cy="2799000"/>
        </p:xfrm>
        <a:graphic>
          <a:graphicData uri="http://schemas.openxmlformats.org/drawingml/2006/table">
            <a:tbl>
              <a:tblPr/>
              <a:tblGrid>
                <a:gridCol w="793800"/>
                <a:gridCol w="3448080"/>
                <a:gridCol w="3905280"/>
                <a:gridCol w="1744560"/>
                <a:gridCol w="4235400"/>
              </a:tblGrid>
              <a:tr h="31284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Sr. no</a:t>
                      </a: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Key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10476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 </a:t>
                      </a: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Milestone/Metric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Timeline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</a:tr>
              <a:tr h="71748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Dedicated Hazardous shed for Depots – 11 Depots (Except Rudrapur)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Proposal / Engineering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execution/Construction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 / operation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July,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 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Vendor selection in 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101340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DG Stack for Depots as per norms -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8 Depot’s: Tada, Dobhi, Mandar, Tilbegumpur, Baharagora, Girisola, Abhanpur, &amp; Hazurnagar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t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Proposal / Engineering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execution/Construction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 / operation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Aug,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 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Vendor selection in 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78552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Water Management with Garland Drain – Bhopal &amp; Chennai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Proposal / Engineering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execution/Construction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 / operation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Aug,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 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Vendor selection in 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3736" name=""/>
          <p:cNvGraphicFramePr/>
          <p:nvPr/>
        </p:nvGraphicFramePr>
        <p:xfrm>
          <a:off x="136440" y="911160"/>
          <a:ext cx="13893840" cy="2233800"/>
        </p:xfrm>
        <a:graphic>
          <a:graphicData uri="http://schemas.openxmlformats.org/drawingml/2006/table">
            <a:tbl>
              <a:tblPr/>
              <a:tblGrid>
                <a:gridCol w="673200"/>
                <a:gridCol w="3608280"/>
                <a:gridCol w="3890880"/>
                <a:gridCol w="2394000"/>
                <a:gridCol w="3327480"/>
              </a:tblGrid>
              <a:tr h="39204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Sr. no.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Key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10476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 </a:t>
                      </a: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Milestone/Metric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Timeline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</a:tr>
              <a:tr h="113976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Development of sustainability culture at site and Sustainability Reporting as per GRI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1280" indent="-3412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Awareness on reporting framework/ uniform format for SR data collection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1280" indent="-3412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Analysis of Data Capture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1280" indent="-3412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Compilation of data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1280" indent="-3412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Reporting as per GRI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Oct, 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Monthly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Monthly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Monthly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Ongoing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73476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8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Impact Aspect Register Review / Endorsement of Own Terminals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t">
                      <a:noAutofit/>
                    </a:bodyPr>
                    <a:p>
                      <a:pPr marL="343080" indent="-343080">
                        <a:lnSpc>
                          <a:spcPct val="115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Field Review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15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HO Review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15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Endorsement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Oct ‘26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Nov ‘26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 ‘26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Yet to start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7" name="Rectangle 2"/>
          <p:cNvSpPr/>
          <p:nvPr/>
        </p:nvSpPr>
        <p:spPr>
          <a:xfrm>
            <a:off x="2317680" y="-128520"/>
            <a:ext cx="10020240" cy="6015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3738" name="Rectangle 1"/>
          <p:cNvGrpSpPr/>
          <p:nvPr/>
        </p:nvGrpSpPr>
        <p:grpSpPr>
          <a:xfrm>
            <a:off x="-60480" y="-30240"/>
            <a:ext cx="12868560" cy="914400"/>
            <a:chOff x="-60480" y="-30240"/>
            <a:chExt cx="12868560" cy="914400"/>
          </a:xfrm>
        </p:grpSpPr>
        <p:pic>
          <p:nvPicPr>
            <p:cNvPr id="13739" name="Rectangle 1" descr=""/>
            <p:cNvPicPr/>
            <p:nvPr/>
          </p:nvPicPr>
          <p:blipFill>
            <a:blip r:embed="rId1"/>
            <a:stretch/>
          </p:blipFill>
          <p:spPr>
            <a:xfrm>
              <a:off x="-60480" y="-30240"/>
              <a:ext cx="12868560" cy="91440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3740" name=""/>
            <p:cNvSpPr/>
            <p:nvPr/>
          </p:nvSpPr>
          <p:spPr>
            <a:xfrm>
              <a:off x="0" y="0"/>
              <a:ext cx="12749040" cy="7952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 algn="ctr"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3600" spc="-1" strike="noStrike">
                  <a:solidFill>
                    <a:srgbClr val="ffffff"/>
                  </a:solidFill>
                  <a:latin typeface="Book Antiqua"/>
                </a:rPr>
                <a:t> </a:t>
              </a:r>
              <a:endParaRPr b="0" lang="en-US" sz="36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3741" name="Rectangle 3"/>
          <p:cNvSpPr/>
          <p:nvPr/>
        </p:nvSpPr>
        <p:spPr>
          <a:xfrm>
            <a:off x="0" y="96840"/>
            <a:ext cx="11988720" cy="9471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45720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Book Antiqua"/>
                <a:ea typeface="Times New Roman"/>
              </a:rPr>
              <a:t>AOP items for Individual functions with direct accountability</a:t>
            </a:r>
            <a:endParaRPr b="0" lang="en-US" sz="2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42" name="TextBox 5"/>
          <p:cNvSpPr/>
          <p:nvPr/>
        </p:nvSpPr>
        <p:spPr>
          <a:xfrm>
            <a:off x="133200" y="4273560"/>
            <a:ext cx="272268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Long Term Goals: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13743" name=""/>
          <p:cNvGraphicFramePr/>
          <p:nvPr/>
        </p:nvGraphicFramePr>
        <p:xfrm>
          <a:off x="133200" y="4640400"/>
          <a:ext cx="14009760" cy="1299960"/>
        </p:xfrm>
        <a:graphic>
          <a:graphicData uri="http://schemas.openxmlformats.org/drawingml/2006/table">
            <a:tbl>
              <a:tblPr/>
              <a:tblGrid>
                <a:gridCol w="685800"/>
                <a:gridCol w="3686400"/>
                <a:gridCol w="3421080"/>
                <a:gridCol w="1936800"/>
                <a:gridCol w="4279680"/>
              </a:tblGrid>
              <a:tr h="33480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Sr. no.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Key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lnSpc>
                          <a:spcPct val="107000"/>
                        </a:lnSpc>
                        <a:tabLst>
                          <a:tab algn="l" pos="0"/>
                          <a:tab algn="l" pos="10476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 </a:t>
                      </a: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Milestone/Metric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Timeline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</a:tr>
              <a:tr h="96516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920" algn="just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Rooftop Solar System at Depots – All depots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263520" indent="-228600" algn="just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PR/PO generation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63520" indent="-228600" algn="just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execution/Construction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63520" indent="-228600" algn="just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 / operation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263520" indent="-228600" algn="just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Dec, 2025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63520" indent="-228600" algn="just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63520" indent="-228600" algn="just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 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Site survey/visit in 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3744" name=""/>
          <p:cNvGraphicFramePr/>
          <p:nvPr/>
        </p:nvGraphicFramePr>
        <p:xfrm>
          <a:off x="136440" y="941400"/>
          <a:ext cx="14127120" cy="2557440"/>
        </p:xfrm>
        <a:graphic>
          <a:graphicData uri="http://schemas.openxmlformats.org/drawingml/2006/table">
            <a:tbl>
              <a:tblPr/>
              <a:tblGrid>
                <a:gridCol w="793800"/>
                <a:gridCol w="3448080"/>
                <a:gridCol w="3905280"/>
                <a:gridCol w="1744560"/>
                <a:gridCol w="4235400"/>
              </a:tblGrid>
              <a:tr h="31284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Sr. no</a:t>
                      </a: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Key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10476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 </a:t>
                      </a: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Milestone/Metric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Timeline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e5e5e5"/>
                    </a:solidFill>
                  </a:tcPr>
                </a:tc>
              </a:tr>
              <a:tr h="91188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4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Provide Borewell structure as per CGWA - 07 Depot’s: Dobhi, Bharagoda, Patran, Pollachi, Abhanpur, Hazurnagar, &amp; Betnoti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Proposal / Engineering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execution/Construction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 / operation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July,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 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Vendor selection in 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85896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5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Rooftop Solar System at Terminals – Kanpur, Rewari &amp; Chennai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Proposal / Engineering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execution/Construction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 / operation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Dec, 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 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Site survey/visit in 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684000">
                <a:tc>
                  <a:txBody>
                    <a:bodyPr lIns="28800" rIns="28800" tIns="0" bIns="0" anchor="ctr">
                      <a:noAutofit/>
                    </a:bodyPr>
                    <a:p>
                      <a:pPr marL="3492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8800" marR="28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Waterless Urinal at Driver Amenity (DA) block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Proposal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Job execution/Construction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Implementation / operation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Nov,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Dec, 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Mar, 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85840" indent="-285840" algn="just"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srgbClr val="000000"/>
                        </a:buClr>
                        <a:buFont typeface="Wingdings" charset="2"/>
                        <a:buChar char="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Yet to start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5" name="Rectangle 2"/>
          <p:cNvSpPr/>
          <p:nvPr/>
        </p:nvSpPr>
        <p:spPr>
          <a:xfrm>
            <a:off x="2317680" y="-128520"/>
            <a:ext cx="10020240" cy="6015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3746" name="Rectangle 3"/>
          <p:cNvGrpSpPr/>
          <p:nvPr/>
        </p:nvGrpSpPr>
        <p:grpSpPr>
          <a:xfrm>
            <a:off x="-152280" y="-19080"/>
            <a:ext cx="12923640" cy="939960"/>
            <a:chOff x="-152280" y="-19080"/>
            <a:chExt cx="12923640" cy="939960"/>
          </a:xfrm>
        </p:grpSpPr>
        <p:pic>
          <p:nvPicPr>
            <p:cNvPr id="13747" name="Rectangle 3" descr=""/>
            <p:cNvPicPr/>
            <p:nvPr/>
          </p:nvPicPr>
          <p:blipFill>
            <a:blip r:embed="rId1"/>
            <a:stretch/>
          </p:blipFill>
          <p:spPr>
            <a:xfrm>
              <a:off x="-152280" y="-19080"/>
              <a:ext cx="12923640" cy="93996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3748" name=""/>
            <p:cNvSpPr/>
            <p:nvPr/>
          </p:nvSpPr>
          <p:spPr>
            <a:xfrm>
              <a:off x="0" y="14400"/>
              <a:ext cx="12709440" cy="7952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45720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  <a:p>
              <a:pPr>
                <a:lnSpc>
                  <a:spcPct val="100000"/>
                </a:lnSpc>
                <a:tabLst>
                  <a:tab algn="l" pos="0"/>
                  <a:tab algn="l" pos="45720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Book Antiqua"/>
                  <a:ea typeface="Arial"/>
                </a:rPr>
                <a:t>Legal License Status – Own Terminal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  <a:p>
              <a:pPr>
                <a:lnSpc>
                  <a:spcPct val="100000"/>
                </a:lnSpc>
                <a:tabLst>
                  <a:tab algn="l" pos="0"/>
                  <a:tab algn="l" pos="45720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3749" name="TextBox 4"/>
          <p:cNvSpPr/>
          <p:nvPr/>
        </p:nvSpPr>
        <p:spPr>
          <a:xfrm>
            <a:off x="3471840" y="3078000"/>
            <a:ext cx="7288200" cy="9471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 lvl="1" marL="577800"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Book Antiqua"/>
                <a:ea typeface="Arial"/>
              </a:rPr>
              <a:t>Legal License Status – Own Terminal</a:t>
            </a:r>
            <a:endParaRPr b="0" lang="en-US" sz="2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50" name="Table 5" descr=""/>
          <p:cNvPicPr/>
          <p:nvPr/>
        </p:nvPicPr>
        <p:blipFill>
          <a:blip r:embed="rId2"/>
          <a:stretch/>
        </p:blipFill>
        <p:spPr>
          <a:xfrm>
            <a:off x="133200" y="944640"/>
            <a:ext cx="13576320" cy="4767120"/>
          </a:xfrm>
          <a:prstGeom prst="rect">
            <a:avLst/>
          </a:prstGeom>
          <a:ln w="0">
            <a:noFill/>
          </a:ln>
        </p:spPr>
      </p:pic>
      <p:graphicFrame>
        <p:nvGraphicFramePr>
          <p:cNvPr id="13751" name=""/>
          <p:cNvGraphicFramePr/>
          <p:nvPr/>
        </p:nvGraphicFramePr>
        <p:xfrm>
          <a:off x="146160" y="5891040"/>
          <a:ext cx="1400040" cy="536760"/>
        </p:xfrm>
        <a:graphic>
          <a:graphicData uri="http://schemas.openxmlformats.org/drawingml/2006/table">
            <a:tbl>
              <a:tblPr/>
              <a:tblGrid>
                <a:gridCol w="583920"/>
                <a:gridCol w="816120"/>
              </a:tblGrid>
              <a:tr h="268560">
                <a:tc>
                  <a:tcPr anchor="t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Upcoming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268200">
                <a:tc>
                  <a:tcPr anchor="t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Applied 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3752" name="TextBox 1"/>
          <p:cNvSpPr/>
          <p:nvPr/>
        </p:nvSpPr>
        <p:spPr>
          <a:xfrm>
            <a:off x="1647720" y="5761080"/>
            <a:ext cx="4354560" cy="8355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spcBef>
                <a:spcPts val="201"/>
              </a:spcBef>
              <a:spcAft>
                <a:spcPts val="201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00000"/>
                </a:solidFill>
                <a:latin typeface="Arial"/>
              </a:rPr>
              <a:t>CTE Application :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>
              <a:spcBef>
                <a:spcPts val="201"/>
              </a:spcBef>
              <a:spcAft>
                <a:spcPts val="201"/>
              </a:spcAft>
              <a:buClr>
                <a:srgbClr val="0086b3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400" spc="-1" strike="noStrike">
                <a:solidFill>
                  <a:srgbClr val="0086b3"/>
                </a:solidFill>
                <a:latin typeface="Arial"/>
              </a:rPr>
              <a:t>Haldia – Granted on 17</a:t>
            </a:r>
            <a:r>
              <a:rPr b="0" lang="en-US" sz="1400" spc="-1" strike="noStrike" baseline="30000">
                <a:solidFill>
                  <a:srgbClr val="0086b3"/>
                </a:solidFill>
                <a:latin typeface="Arial"/>
              </a:rPr>
              <a:t>th</a:t>
            </a:r>
            <a:r>
              <a:rPr b="0" lang="en-US" sz="1400" spc="-1" strike="noStrike">
                <a:solidFill>
                  <a:srgbClr val="0086b3"/>
                </a:solidFill>
                <a:latin typeface="Arial"/>
              </a:rPr>
              <a:t> July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>
              <a:spcBef>
                <a:spcPts val="201"/>
              </a:spcBef>
              <a:spcAft>
                <a:spcPts val="201"/>
              </a:spcAft>
              <a:buClr>
                <a:srgbClr val="0086b3"/>
              </a:buClr>
              <a:buFont typeface="Arial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400" spc="-1" strike="noStrike">
                <a:solidFill>
                  <a:srgbClr val="0086b3"/>
                </a:solidFill>
                <a:latin typeface="Arial"/>
              </a:rPr>
              <a:t>Chennai – Yet to start 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3" name="Rectangle 2"/>
          <p:cNvSpPr/>
          <p:nvPr/>
        </p:nvSpPr>
        <p:spPr>
          <a:xfrm>
            <a:off x="2317680" y="-128520"/>
            <a:ext cx="10020240" cy="6015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3754" name="Rectangle 1"/>
          <p:cNvGrpSpPr/>
          <p:nvPr/>
        </p:nvGrpSpPr>
        <p:grpSpPr>
          <a:xfrm>
            <a:off x="-152280" y="-30240"/>
            <a:ext cx="12972960" cy="938160"/>
            <a:chOff x="-152280" y="-30240"/>
            <a:chExt cx="12972960" cy="938160"/>
          </a:xfrm>
        </p:grpSpPr>
        <p:pic>
          <p:nvPicPr>
            <p:cNvPr id="13755" name="Rectangle 1" descr=""/>
            <p:cNvPicPr/>
            <p:nvPr/>
          </p:nvPicPr>
          <p:blipFill>
            <a:blip r:embed="rId1"/>
            <a:stretch/>
          </p:blipFill>
          <p:spPr>
            <a:xfrm>
              <a:off x="-152280" y="-30240"/>
              <a:ext cx="12972960" cy="93816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3756" name=""/>
            <p:cNvSpPr/>
            <p:nvPr/>
          </p:nvSpPr>
          <p:spPr>
            <a:xfrm>
              <a:off x="0" y="0"/>
              <a:ext cx="12762000" cy="7952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45720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Book Antiqua"/>
                  <a:ea typeface="Arial"/>
                </a:rPr>
                <a:t>Legal License Status – Depots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aphicFrame>
        <p:nvGraphicFramePr>
          <p:cNvPr id="13757" name=""/>
          <p:cNvGraphicFramePr/>
          <p:nvPr/>
        </p:nvGraphicFramePr>
        <p:xfrm>
          <a:off x="103320" y="836640"/>
          <a:ext cx="13665240" cy="6021360"/>
        </p:xfrm>
        <a:graphic>
          <a:graphicData uri="http://schemas.openxmlformats.org/drawingml/2006/table">
            <a:tbl>
              <a:tblPr/>
              <a:tblGrid>
                <a:gridCol w="1839960"/>
                <a:gridCol w="1072800"/>
                <a:gridCol w="2374920"/>
                <a:gridCol w="1495440"/>
                <a:gridCol w="2186280"/>
                <a:gridCol w="2216160"/>
                <a:gridCol w="2479680"/>
              </a:tblGrid>
              <a:tr h="345960">
                <a:tc rowSpan="2"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Location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 gridSpan="2"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Consent to Operate (CTO)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 h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  <a:tc gridSpan="2"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Hazardous Waste Authorization (HWA)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 h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  <a:tc gridSpan="2"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CGWA NOC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 h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</a:tr>
              <a:tr h="449280">
                <a:tc v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Valid Till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To be applied before ____ days as per State regulation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Valid Till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To be applied before ____ days as per State regulation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Valid Till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To be applied before ____ days as per State regulation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d0cece"/>
                    </a:solidFill>
                  </a:tcPr>
                </a:tc>
              </a:tr>
              <a:tr h="40176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Abhanpur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31.12.2028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31.09.2028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24/07/2028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60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24/05/2028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440" rIns="1440" tIns="144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27/03/2027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440" marR="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440" rIns="1440" tIns="144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60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2</a:t>
                      </a: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6/01/2027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440" marR="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9060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Tada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30.06.2027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2320" rIns="22320" tIns="432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2320" marR="2232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30.06.2027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2320" rIns="22320" tIns="432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2320" marR="2232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9080" rIns="19080" tIns="36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NA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9080" marR="1908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9080" rIns="19080" tIns="36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NA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9080" marR="1908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8808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Huzurnagar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31.07.2031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</a:t>
                      </a: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0.04.2031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31.07.2031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</a:t>
                      </a: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0.04.2031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440" rIns="1440" tIns="144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DGWC obtained on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17.04.2018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440" marR="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440" rIns="1440" tIns="144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NA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440" marR="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8808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Pollachi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</a:t>
                      </a: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31.12.2026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31.03.2029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31.12.2028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440" rIns="1440" tIns="144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DGWC obtained in 22.06.2018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440" marR="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440" rIns="1440" tIns="144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Nil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440" marR="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8880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Mandar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31.05.2027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30.02.2027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</a:t>
                      </a: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1.05.2028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23.02.2028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 gridSpan="2"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NoC Surrendered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 h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</a:tr>
              <a:tr h="38880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Patran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30.09 2029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60 days 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30.06.2029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30.09.2027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60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30.06.2027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PWRDA dated 11.06.2021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. 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Exemption letter submitted to PWRDA dated 25/04/2024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8844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Rudrapur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31.03.2031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</a:t>
                      </a: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31.01.2031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31.03.2031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</a:t>
                      </a: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31.01.2031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17.03.2027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17.12.2026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8916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Tilbegumpur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31.03.2029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60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30.01.2029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08.03.2028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60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07.01.2028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25-09-2027                      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Surrendered the CGWA NOC on 26/06/2023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50616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Dhobi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4320" rIns="4320" tIns="432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02.11.2028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4320" marR="432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4320" rIns="4320" tIns="432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45720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 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45720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</a:t>
                      </a: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1.08.2028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4320" marR="432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4320" rIns="4320" tIns="432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19.01.2028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4320" marR="432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4320" rIns="4320" tIns="432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18.10.2027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4320" marR="432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3600" rIns="3600" tIns="36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31.10.2024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600" marR="36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3600" rIns="3600" tIns="36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Exemption letter submitted to CGWA on 28/06/2024 as per new notification dated 29.03.2023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600" marR="36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9060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Betnoti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26640" rIns="26640" tIns="432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6640" marR="266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6640" rIns="26640" tIns="432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31.12.2026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6640" marR="266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6640" rIns="26640" tIns="432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6640" marR="266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6640" rIns="26640" tIns="432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120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04.01.2027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6640" marR="266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2320" rIns="22320" tIns="36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2</a:t>
                      </a: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1.08.2026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2320" marR="2232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2320" rIns="22320" tIns="36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20.05.2026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2320" marR="2232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42876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Baharagora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30.11.2027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1800" rIns="1800" tIns="180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30.08.2027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1800" marR="18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22.12.2028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21.09.2027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17-07-2023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Application submitted for Exemption as per new notification dated 29.03.2023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9024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Girisola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3960" rIns="3960" tIns="39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31.03.2030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960" marR="39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3960" rIns="3960" tIns="39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90 Day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30.12.2029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960" marR="39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3960" rIns="3960" tIns="39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31.03.2030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960" marR="39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3960" rIns="3960" tIns="39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120 Days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30.11.2029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960" marR="39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3240" rIns="3240" tIns="324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NA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240" marR="32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3240" rIns="3240" tIns="324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NA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240" marR="32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90600">
                <a:tc>
                  <a:txBody>
                    <a:bodyPr lIns="2160" rIns="2160" tIns="21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Nalagarh 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2160" marR="21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 lIns="3960" rIns="3960" tIns="39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31.03.2031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960" marR="39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3960" rIns="3960" tIns="39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120 Days 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31/12/2030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960" marR="39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3960" rIns="3960" tIns="39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---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960" marR="39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3960" rIns="3960" tIns="396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</a:rPr>
                        <a:t>Application submitted 27/01/2026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960" marR="39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 lIns="3240" rIns="3240" tIns="3240" bIns="0" anchor="ctr">
                      <a:noAutofit/>
                    </a:bodyPr>
                    <a:p>
                      <a:pPr algn="ctr">
                        <a:spcBef>
                          <a:spcPts val="201"/>
                        </a:spcBef>
                        <a:spcAft>
                          <a:spcPts val="201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1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Validity not mentioned </a:t>
                      </a:r>
                      <a:endParaRPr b="0" lang="en-US" sz="11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3240" marR="32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3240" marR="32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8" name="Slide Number Placeholder 1"/>
          <p:cNvSpPr/>
          <p:nvPr/>
        </p:nvSpPr>
        <p:spPr>
          <a:xfrm>
            <a:off x="10169640" y="6356520"/>
            <a:ext cx="324000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rm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B67A2756-E3FB-480A-9BC3-248D24334334}" type="slidenum">
              <a:rPr b="0" lang="en-IN" sz="1600" spc="-1" strike="noStrike">
                <a:solidFill>
                  <a:srgbClr val="898989"/>
                </a:solidFill>
                <a:latin typeface="Calibri"/>
              </a:rPr>
              <a:t>&lt;number&gt;</a:t>
            </a:fld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59" name="Text 0"/>
          <p:cNvSpPr/>
          <p:nvPr/>
        </p:nvSpPr>
        <p:spPr>
          <a:xfrm>
            <a:off x="1765440" y="74520"/>
            <a:ext cx="10869480" cy="501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0" rIns="0" tIns="0" bIns="0" anchor="t">
            <a:noAutofit/>
          </a:bodyPr>
          <a:p>
            <a:pPr>
              <a:lnSpc>
                <a:spcPct val="104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3600" spc="-1" strike="noStrike">
                <a:solidFill>
                  <a:srgbClr val="000000"/>
                </a:solidFill>
                <a:latin typeface="Inter Bold"/>
                <a:ea typeface="Inter Bold"/>
              </a:rPr>
              <a:t>Classification of AOP Tasks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60" name="Text 1"/>
          <p:cNvSpPr/>
          <p:nvPr/>
        </p:nvSpPr>
        <p:spPr>
          <a:xfrm>
            <a:off x="1765440" y="735120"/>
            <a:ext cx="11478960" cy="2365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0" rIns="0" tIns="0" bIns="0" anchor="t">
            <a:noAutofit/>
          </a:bodyPr>
          <a:p>
            <a:pPr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2000" spc="-1" strike="noStrike">
                <a:solidFill>
                  <a:srgbClr val="272525"/>
                </a:solidFill>
                <a:latin typeface="Inter"/>
                <a:ea typeface="Inter"/>
              </a:rPr>
              <a:t>Four pillars organize the AOP portfolio — actively tracked across all terminals.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61" name="Image 0" descr="preencoded.png"/>
          <p:cNvPicPr/>
          <p:nvPr/>
        </p:nvPicPr>
        <p:blipFill>
          <a:blip r:embed="rId1"/>
          <a:stretch/>
        </p:blipFill>
        <p:spPr>
          <a:xfrm>
            <a:off x="1814400" y="1314360"/>
            <a:ext cx="2119320" cy="981000"/>
          </a:xfrm>
          <a:prstGeom prst="rect">
            <a:avLst/>
          </a:prstGeom>
          <a:ln w="0">
            <a:noFill/>
          </a:ln>
        </p:spPr>
      </p:pic>
      <p:pic>
        <p:nvPicPr>
          <p:cNvPr id="13762" name="Text 2" descr=""/>
          <p:cNvPicPr/>
          <p:nvPr/>
        </p:nvPicPr>
        <p:blipFill>
          <a:blip r:embed="rId2"/>
          <a:stretch/>
        </p:blipFill>
        <p:spPr>
          <a:xfrm>
            <a:off x="1639800" y="2444760"/>
            <a:ext cx="2712960" cy="689040"/>
          </a:xfrm>
          <a:prstGeom prst="rect">
            <a:avLst/>
          </a:prstGeom>
          <a:ln w="0">
            <a:noFill/>
          </a:ln>
        </p:spPr>
      </p:pic>
      <p:sp>
        <p:nvSpPr>
          <p:cNvPr id="13763" name="Text 3"/>
          <p:cNvSpPr/>
          <p:nvPr/>
        </p:nvSpPr>
        <p:spPr>
          <a:xfrm>
            <a:off x="1589040" y="3062160"/>
            <a:ext cx="2760840" cy="31878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Earthing &amp; Bonding for 50 wagons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Rail Header High Vent Points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TSV Provision for Chennai receipt header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Closed loop sampling for HSD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Kanpur Cycle Time optimization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64" name="Image 1" descr="preencoded.png"/>
          <p:cNvPicPr/>
          <p:nvPr/>
        </p:nvPicPr>
        <p:blipFill>
          <a:blip r:embed="rId3"/>
          <a:stretch/>
        </p:blipFill>
        <p:spPr>
          <a:xfrm>
            <a:off x="4575240" y="1343160"/>
            <a:ext cx="1966680" cy="993600"/>
          </a:xfrm>
          <a:prstGeom prst="rect">
            <a:avLst/>
          </a:prstGeom>
          <a:ln w="0">
            <a:noFill/>
          </a:ln>
        </p:spPr>
      </p:pic>
      <p:pic>
        <p:nvPicPr>
          <p:cNvPr id="13765" name="Text 4" descr=""/>
          <p:cNvPicPr/>
          <p:nvPr/>
        </p:nvPicPr>
        <p:blipFill>
          <a:blip r:embed="rId4"/>
          <a:stretch/>
        </p:blipFill>
        <p:spPr>
          <a:xfrm>
            <a:off x="4400640" y="2487600"/>
            <a:ext cx="2712960" cy="689040"/>
          </a:xfrm>
          <a:prstGeom prst="rect">
            <a:avLst/>
          </a:prstGeom>
          <a:ln w="0">
            <a:noFill/>
          </a:ln>
        </p:spPr>
      </p:pic>
      <p:sp>
        <p:nvSpPr>
          <p:cNvPr id="13766" name="Text 5"/>
          <p:cNvSpPr/>
          <p:nvPr/>
        </p:nvSpPr>
        <p:spPr>
          <a:xfrm>
            <a:off x="4525920" y="3144960"/>
            <a:ext cx="2589120" cy="3009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Store Inventory Verification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Barrier Conformance Audit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Operations Audit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TLCU Prover Modification at Bhopal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RRTF Visit for rake loading assurance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67" name="Image 2" descr="preencoded.png"/>
          <p:cNvPicPr/>
          <p:nvPr/>
        </p:nvPicPr>
        <p:blipFill>
          <a:blip r:embed="rId5"/>
          <a:stretch/>
        </p:blipFill>
        <p:spPr>
          <a:xfrm>
            <a:off x="7284960" y="1298520"/>
            <a:ext cx="2121120" cy="1084320"/>
          </a:xfrm>
          <a:prstGeom prst="rect">
            <a:avLst/>
          </a:prstGeom>
          <a:ln w="0">
            <a:noFill/>
          </a:ln>
        </p:spPr>
      </p:pic>
      <p:pic>
        <p:nvPicPr>
          <p:cNvPr id="13768" name="Text 6" descr=""/>
          <p:cNvPicPr/>
          <p:nvPr/>
        </p:nvPicPr>
        <p:blipFill>
          <a:blip r:embed="rId6"/>
          <a:stretch/>
        </p:blipFill>
        <p:spPr>
          <a:xfrm>
            <a:off x="7162920" y="2505240"/>
            <a:ext cx="2882880" cy="688680"/>
          </a:xfrm>
          <a:prstGeom prst="rect">
            <a:avLst/>
          </a:prstGeom>
          <a:ln w="0">
            <a:noFill/>
          </a:ln>
        </p:spPr>
      </p:pic>
      <p:sp>
        <p:nvSpPr>
          <p:cNvPr id="13769" name="Text 7"/>
          <p:cNvSpPr/>
          <p:nvPr/>
        </p:nvSpPr>
        <p:spPr>
          <a:xfrm>
            <a:off x="7284960" y="3211560"/>
            <a:ext cx="2589120" cy="22492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Debit Note Management — Kanpur, Bhopal &amp; Chennai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VHF regularization &amp; UHF upgrade at Haldia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Scrap Disposal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70" name="Image 3" descr="preencoded.png"/>
          <p:cNvPicPr/>
          <p:nvPr/>
        </p:nvPicPr>
        <p:blipFill>
          <a:blip r:embed="rId7"/>
          <a:stretch/>
        </p:blipFill>
        <p:spPr>
          <a:xfrm>
            <a:off x="10045800" y="1271520"/>
            <a:ext cx="2589120" cy="1084320"/>
          </a:xfrm>
          <a:prstGeom prst="rect">
            <a:avLst/>
          </a:prstGeom>
          <a:ln w="0">
            <a:noFill/>
          </a:ln>
        </p:spPr>
      </p:pic>
      <p:pic>
        <p:nvPicPr>
          <p:cNvPr id="13771" name="Text 8" descr=""/>
          <p:cNvPicPr/>
          <p:nvPr/>
        </p:nvPicPr>
        <p:blipFill>
          <a:blip r:embed="rId8"/>
          <a:stretch/>
        </p:blipFill>
        <p:spPr>
          <a:xfrm>
            <a:off x="9948960" y="2444760"/>
            <a:ext cx="3028680" cy="938160"/>
          </a:xfrm>
          <a:prstGeom prst="rect">
            <a:avLst/>
          </a:prstGeom>
          <a:ln w="0">
            <a:noFill/>
          </a:ln>
        </p:spPr>
      </p:pic>
      <p:sp>
        <p:nvSpPr>
          <p:cNvPr id="13772" name="Text 9"/>
          <p:cNvSpPr/>
          <p:nvPr/>
        </p:nvSpPr>
        <p:spPr>
          <a:xfrm>
            <a:off x="10071000" y="3133800"/>
            <a:ext cx="2589480" cy="1896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Marketing Guidelines Review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  <a:p>
            <a:pPr marL="254160" indent="-254160">
              <a:lnSpc>
                <a:spcPct val="123000"/>
              </a:lnSpc>
              <a:buClr>
                <a:srgbClr val="272525"/>
              </a:buClr>
              <a:buFont typeface="Inter"/>
              <a:buChar char="•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272525"/>
                </a:solidFill>
                <a:latin typeface="Inter"/>
                <a:ea typeface="Inter"/>
              </a:rPr>
              <a:t>Aged vendor payment closure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73" name="Shape 10"/>
          <p:cNvSpPr/>
          <p:nvPr/>
        </p:nvSpPr>
        <p:spPr>
          <a:xfrm>
            <a:off x="1679400" y="6432480"/>
            <a:ext cx="10869840" cy="352440"/>
          </a:xfrm>
          <a:custGeom>
            <a:avLst/>
            <a:gdLst/>
            <a:ahLst/>
            <a:rect l="l" t="t" r="r" b="b"/>
            <a:pathLst>
              <a:path w="665522" h="21600">
                <a:moveTo>
                  <a:pt x="2525" y="0"/>
                </a:moveTo>
                <a:arcTo wR="2525" hR="2525" stAng="16200000" swAng="-5400000"/>
                <a:lnTo>
                  <a:pt x="0" y="19075"/>
                </a:lnTo>
                <a:arcTo wR="2525" hR="2525" stAng="10800000" swAng="-5400000"/>
                <a:lnTo>
                  <a:pt x="662997" y="21600"/>
                </a:lnTo>
                <a:arcTo wR="641397" hR="2525" stAng="5400000" swAng="5400000"/>
                <a:lnTo>
                  <a:pt x="21600" y="2525"/>
                </a:lnTo>
                <a:arcTo wR="641397" hR="2525" stAng="10800000" swAng="5400000"/>
                <a:close/>
              </a:path>
            </a:pathLst>
          </a:custGeom>
          <a:solidFill>
            <a:srgbClr val="dadbf1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774" name="Image 4" descr="preencoded.png"/>
          <p:cNvPicPr/>
          <p:nvPr/>
        </p:nvPicPr>
        <p:blipFill>
          <a:blip r:embed="rId9"/>
          <a:stretch/>
        </p:blipFill>
        <p:spPr>
          <a:xfrm>
            <a:off x="1814400" y="6505560"/>
            <a:ext cx="201600" cy="160200"/>
          </a:xfrm>
          <a:prstGeom prst="rect">
            <a:avLst/>
          </a:prstGeom>
          <a:ln w="0">
            <a:noFill/>
          </a:ln>
        </p:spPr>
      </p:pic>
      <p:sp>
        <p:nvSpPr>
          <p:cNvPr id="13775" name="Text 11"/>
          <p:cNvSpPr/>
          <p:nvPr/>
        </p:nvSpPr>
        <p:spPr>
          <a:xfrm>
            <a:off x="2152800" y="6432480"/>
            <a:ext cx="10796400" cy="238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0" rIns="0" tIns="0" bIns="0" anchor="t">
            <a:noAutofit/>
          </a:bodyPr>
          <a:p>
            <a:pPr>
              <a:lnSpc>
                <a:spcPct val="123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600" spc="-1" strike="noStrike">
                <a:solidFill>
                  <a:srgbClr val="000000"/>
                </a:solidFill>
                <a:latin typeface="Inter Bold"/>
                <a:ea typeface="Inter Bold"/>
              </a:rPr>
              <a:t>AOP Status Indicator:</a:t>
            </a:r>
            <a:r>
              <a:rPr b="0" lang="en-US" sz="1600" spc="-1" strike="noStrike">
                <a:solidFill>
                  <a:srgbClr val="000000"/>
                </a:solidFill>
                <a:latin typeface="Inter"/>
                <a:ea typeface="Inter"/>
              </a:rPr>
              <a:t> Portfolio actively tracked across all terminals.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76" name="Picture 20" descr=""/>
          <p:cNvPicPr/>
          <p:nvPr/>
        </p:nvPicPr>
        <p:blipFill>
          <a:blip r:embed="rId10"/>
          <a:srcRect l="0" t="6457" r="0" b="6048"/>
          <a:stretch/>
        </p:blipFill>
        <p:spPr>
          <a:xfrm>
            <a:off x="117360" y="73080"/>
            <a:ext cx="14283000" cy="6710400"/>
          </a:xfrm>
          <a:prstGeom prst="rect">
            <a:avLst/>
          </a:prstGeom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77" name="TextBox 7"/>
          <p:cNvSpPr/>
          <p:nvPr/>
        </p:nvSpPr>
        <p:spPr>
          <a:xfrm>
            <a:off x="1273320" y="450720"/>
            <a:ext cx="8305560" cy="21340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3600" spc="-1" strike="noStrike">
                <a:solidFill>
                  <a:srgbClr val="ffffff"/>
                </a:solidFill>
                <a:latin typeface="Calibri"/>
                <a:ea typeface="Times New Roman"/>
              </a:rPr>
              <a:t>AOP Review – September, 2020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Inter Bold"/>
                <a:ea typeface="Inter Bold"/>
              </a:rPr>
              <a:t>Progress Update — Part I (Operations &amp; Infrastructure)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3600" spc="-1" strike="noStrike">
                <a:solidFill>
                  <a:srgbClr val="ffffff"/>
                </a:solidFill>
                <a:latin typeface="Calibri"/>
                <a:ea typeface="Times New Roman"/>
              </a:rPr>
              <a:t>S&amp;D HSSE Performance (FY20-21)</a:t>
            </a:r>
            <a:endParaRPr b="0" lang="en-US" sz="36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78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2219120" y="76320"/>
            <a:ext cx="907920" cy="393480"/>
          </a:xfrm>
          <a:prstGeom prst="rect">
            <a:avLst/>
          </a:prstGeom>
          <a:ln w="0">
            <a:noFill/>
          </a:ln>
        </p:spPr>
      </p:pic>
      <p:pic>
        <p:nvPicPr>
          <p:cNvPr id="13779" name="Table 2" descr=""/>
          <p:cNvPicPr/>
          <p:nvPr/>
        </p:nvPicPr>
        <p:blipFill>
          <a:blip r:embed="rId2"/>
          <a:stretch/>
        </p:blipFill>
        <p:spPr>
          <a:xfrm>
            <a:off x="1079640" y="1474920"/>
            <a:ext cx="12234600" cy="5492520"/>
          </a:xfrm>
          <a:prstGeom prst="rect">
            <a:avLst/>
          </a:prstGeom>
          <a:ln w="0">
            <a:noFill/>
          </a:ln>
        </p:spPr>
      </p:pic>
      <p:sp>
        <p:nvSpPr>
          <p:cNvPr id="13780" name="Flowchart: Alternate Process 16"/>
          <p:cNvSpPr/>
          <p:nvPr/>
        </p:nvSpPr>
        <p:spPr>
          <a:xfrm>
            <a:off x="11926800" y="2068560"/>
            <a:ext cx="1200240" cy="393480"/>
          </a:xfrm>
          <a:prstGeom prst="flowChartAlternateProcess">
            <a:avLst/>
          </a:prstGeom>
          <a:solidFill>
            <a:srgbClr val="ffc0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WIP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81" name="Flowchart: Alternate Process 19"/>
          <p:cNvSpPr/>
          <p:nvPr/>
        </p:nvSpPr>
        <p:spPr>
          <a:xfrm>
            <a:off x="11926800" y="3095640"/>
            <a:ext cx="1200240" cy="393840"/>
          </a:xfrm>
          <a:prstGeom prst="flowChartAlternateProcess">
            <a:avLst/>
          </a:prstGeom>
          <a:solidFill>
            <a:srgbClr val="ffff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On Track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82" name="Flowchart: Alternate Process 20"/>
          <p:cNvSpPr/>
          <p:nvPr/>
        </p:nvSpPr>
        <p:spPr>
          <a:xfrm>
            <a:off x="11903040" y="4016520"/>
            <a:ext cx="1200240" cy="393480"/>
          </a:xfrm>
          <a:prstGeom prst="flowChartAlternateProcess">
            <a:avLst/>
          </a:prstGeom>
          <a:solidFill>
            <a:srgbClr val="ffff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On Track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83" name="Flowchart: Alternate Process 9"/>
          <p:cNvSpPr/>
          <p:nvPr/>
        </p:nvSpPr>
        <p:spPr>
          <a:xfrm>
            <a:off x="11903040" y="5025960"/>
            <a:ext cx="1200240" cy="393840"/>
          </a:xfrm>
          <a:prstGeom prst="flowChartAlternateProcess">
            <a:avLst/>
          </a:prstGeom>
          <a:solidFill>
            <a:srgbClr val="ffc0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WIP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84" name="Flowchart: Alternate Process 10"/>
          <p:cNvSpPr/>
          <p:nvPr/>
        </p:nvSpPr>
        <p:spPr>
          <a:xfrm>
            <a:off x="11903040" y="6013440"/>
            <a:ext cx="1200240" cy="393840"/>
          </a:xfrm>
          <a:prstGeom prst="flowChartAlternateProcess">
            <a:avLst/>
          </a:prstGeom>
          <a:solidFill>
            <a:srgbClr val="ffc0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WIP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85" name="Image 0" descr="preencoded.png"/>
          <p:cNvPicPr/>
          <p:nvPr/>
        </p:nvPicPr>
        <p:blipFill>
          <a:blip r:embed="rId3"/>
          <a:srcRect l="1281" t="0" r="1488" b="0"/>
          <a:stretch/>
        </p:blipFill>
        <p:spPr>
          <a:xfrm>
            <a:off x="1130400" y="20520"/>
            <a:ext cx="12166560" cy="858960"/>
          </a:xfrm>
          <a:prstGeom prst="rect">
            <a:avLst/>
          </a:prstGeom>
          <a:ln w="0">
            <a:noFill/>
          </a:ln>
        </p:spPr>
      </p:pic>
      <p:pic>
        <p:nvPicPr>
          <p:cNvPr id="13786" name="Picture 3" descr=""/>
          <p:cNvPicPr/>
          <p:nvPr/>
        </p:nvPicPr>
        <p:blipFill>
          <a:blip r:embed="rId4"/>
          <a:stretch/>
        </p:blipFill>
        <p:spPr>
          <a:xfrm>
            <a:off x="162000" y="20520"/>
            <a:ext cx="14238360" cy="6891480"/>
          </a:xfrm>
          <a:prstGeom prst="rect">
            <a:avLst/>
          </a:prstGeom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7" name="TextBox 7"/>
          <p:cNvSpPr/>
          <p:nvPr/>
        </p:nvSpPr>
        <p:spPr>
          <a:xfrm>
            <a:off x="2327400" y="655560"/>
            <a:ext cx="5824440" cy="7315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ffffff"/>
                </a:solidFill>
                <a:latin typeface="Calibri"/>
                <a:ea typeface="Times New Roman"/>
              </a:rPr>
              <a:t>AOP Review – September, 2020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1900" spc="-1" strike="noStrike">
                <a:solidFill>
                  <a:srgbClr val="ffffff"/>
                </a:solidFill>
                <a:latin typeface="Calibri"/>
                <a:ea typeface="Times New Roman"/>
              </a:rPr>
              <a:t>S&amp;D HSSE Performance (FY20-21)</a:t>
            </a:r>
            <a:endParaRPr b="0" lang="en-US" sz="19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88" name="Table 2" descr=""/>
          <p:cNvPicPr/>
          <p:nvPr/>
        </p:nvPicPr>
        <p:blipFill>
          <a:blip r:embed="rId1"/>
          <a:stretch/>
        </p:blipFill>
        <p:spPr>
          <a:xfrm>
            <a:off x="1054080" y="1762200"/>
            <a:ext cx="12260160" cy="5114880"/>
          </a:xfrm>
          <a:prstGeom prst="rect">
            <a:avLst/>
          </a:prstGeom>
          <a:ln w="0">
            <a:noFill/>
          </a:ln>
        </p:spPr>
      </p:pic>
      <p:sp>
        <p:nvSpPr>
          <p:cNvPr id="13789" name="Flowchart: Alternate Process 9"/>
          <p:cNvSpPr/>
          <p:nvPr/>
        </p:nvSpPr>
        <p:spPr>
          <a:xfrm>
            <a:off x="11958480" y="2241720"/>
            <a:ext cx="1200240" cy="507960"/>
          </a:xfrm>
          <a:prstGeom prst="flowChartAlternateProcess">
            <a:avLst/>
          </a:prstGeom>
          <a:solidFill>
            <a:srgbClr val="ffff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On Track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90" name="Flowchart: Alternate Process 10"/>
          <p:cNvSpPr/>
          <p:nvPr/>
        </p:nvSpPr>
        <p:spPr>
          <a:xfrm>
            <a:off x="11958480" y="3192480"/>
            <a:ext cx="1200240" cy="519120"/>
          </a:xfrm>
          <a:prstGeom prst="flowChartAlternateProcess">
            <a:avLst/>
          </a:prstGeom>
          <a:solidFill>
            <a:srgbClr val="ffff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On Track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91" name="Flowchart: Alternate Process 11"/>
          <p:cNvSpPr/>
          <p:nvPr/>
        </p:nvSpPr>
        <p:spPr>
          <a:xfrm>
            <a:off x="11950560" y="4197240"/>
            <a:ext cx="1200240" cy="520920"/>
          </a:xfrm>
          <a:prstGeom prst="flowChartAlternateProcess">
            <a:avLst/>
          </a:prstGeom>
          <a:solidFill>
            <a:srgbClr val="ffff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On Track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92" name="Flowchart: Alternate Process 13"/>
          <p:cNvSpPr/>
          <p:nvPr/>
        </p:nvSpPr>
        <p:spPr>
          <a:xfrm>
            <a:off x="11950560" y="6095880"/>
            <a:ext cx="1200240" cy="393840"/>
          </a:xfrm>
          <a:prstGeom prst="flowChartAlternateProcess">
            <a:avLst/>
          </a:prstGeom>
          <a:solidFill>
            <a:srgbClr val="ffff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On Track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93" name="Flowchart: Alternate Process 14"/>
          <p:cNvSpPr/>
          <p:nvPr/>
        </p:nvSpPr>
        <p:spPr>
          <a:xfrm>
            <a:off x="11950560" y="5160960"/>
            <a:ext cx="1200240" cy="519120"/>
          </a:xfrm>
          <a:prstGeom prst="flowChartAlternateProcess">
            <a:avLst/>
          </a:prstGeom>
          <a:solidFill>
            <a:srgbClr val="c8f5e8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To be Initiated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794" name="Rectangle 15"/>
          <p:cNvSpPr/>
          <p:nvPr/>
        </p:nvSpPr>
        <p:spPr>
          <a:xfrm>
            <a:off x="1104840" y="1300320"/>
            <a:ext cx="10542600" cy="4741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lnSpc>
                <a:spcPct val="104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Inter Bold"/>
                <a:ea typeface="Inter Bold"/>
              </a:rPr>
              <a:t>Progress Update — Part II (Compliance &amp; Audit)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95" name="Image 0" descr="preencoded.png"/>
          <p:cNvPicPr/>
          <p:nvPr/>
        </p:nvPicPr>
        <p:blipFill>
          <a:blip r:embed="rId2"/>
          <a:stretch/>
        </p:blipFill>
        <p:spPr>
          <a:xfrm>
            <a:off x="1104840" y="-81000"/>
            <a:ext cx="12190320" cy="1381320"/>
          </a:xfrm>
          <a:prstGeom prst="rect">
            <a:avLst/>
          </a:prstGeom>
          <a:ln w="0">
            <a:noFill/>
          </a:ln>
        </p:spPr>
      </p:pic>
      <p:pic>
        <p:nvPicPr>
          <p:cNvPr id="13796" name="Picture 3" descr=""/>
          <p:cNvPicPr/>
          <p:nvPr/>
        </p:nvPicPr>
        <p:blipFill>
          <a:blip r:embed="rId3"/>
          <a:stretch/>
        </p:blipFill>
        <p:spPr>
          <a:xfrm>
            <a:off x="0" y="-81000"/>
            <a:ext cx="14400360" cy="6939000"/>
          </a:xfrm>
          <a:prstGeom prst="rect">
            <a:avLst/>
          </a:prstGeom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7" name="TextBox 7"/>
          <p:cNvSpPr/>
          <p:nvPr/>
        </p:nvSpPr>
        <p:spPr>
          <a:xfrm>
            <a:off x="2327400" y="655560"/>
            <a:ext cx="5824440" cy="7315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ffffff"/>
                </a:solidFill>
                <a:latin typeface="Calibri"/>
                <a:ea typeface="Times New Roman"/>
              </a:rPr>
              <a:t>AOP Review – September, 2020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1900" spc="-1" strike="noStrike">
                <a:solidFill>
                  <a:srgbClr val="ffffff"/>
                </a:solidFill>
                <a:latin typeface="Calibri"/>
                <a:ea typeface="Times New Roman"/>
              </a:rPr>
              <a:t>S&amp;D HSSE Performance (FY20-21)</a:t>
            </a:r>
            <a:endParaRPr b="0" lang="en-US" sz="19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798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2415680" y="136440"/>
            <a:ext cx="795600" cy="519120"/>
          </a:xfrm>
          <a:prstGeom prst="rect">
            <a:avLst/>
          </a:prstGeom>
          <a:ln w="0">
            <a:noFill/>
          </a:ln>
        </p:spPr>
      </p:pic>
      <p:pic>
        <p:nvPicPr>
          <p:cNvPr id="13799" name="Table 2" descr=""/>
          <p:cNvPicPr/>
          <p:nvPr/>
        </p:nvPicPr>
        <p:blipFill>
          <a:blip r:embed="rId2"/>
          <a:stretch/>
        </p:blipFill>
        <p:spPr>
          <a:xfrm>
            <a:off x="1042920" y="2438280"/>
            <a:ext cx="12265200" cy="4523040"/>
          </a:xfrm>
          <a:prstGeom prst="rect">
            <a:avLst/>
          </a:prstGeom>
          <a:ln w="0">
            <a:noFill/>
          </a:ln>
        </p:spPr>
      </p:pic>
      <p:sp>
        <p:nvSpPr>
          <p:cNvPr id="13800" name="Flowchart: Alternate Process 11"/>
          <p:cNvSpPr/>
          <p:nvPr/>
        </p:nvSpPr>
        <p:spPr>
          <a:xfrm>
            <a:off x="11866680" y="5886360"/>
            <a:ext cx="1199880" cy="393840"/>
          </a:xfrm>
          <a:prstGeom prst="flowChartAlternateProcess">
            <a:avLst/>
          </a:prstGeom>
          <a:solidFill>
            <a:srgbClr val="ffc0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WIP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01" name="Flowchart: Alternate Process 12"/>
          <p:cNvSpPr/>
          <p:nvPr/>
        </p:nvSpPr>
        <p:spPr>
          <a:xfrm>
            <a:off x="11866680" y="4552920"/>
            <a:ext cx="1199880" cy="393840"/>
          </a:xfrm>
          <a:prstGeom prst="flowChartAlternateProcess">
            <a:avLst/>
          </a:prstGeom>
          <a:solidFill>
            <a:srgbClr val="ffc0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WIP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802" name="Image 0" descr="preencoded.png"/>
          <p:cNvPicPr/>
          <p:nvPr/>
        </p:nvPicPr>
        <p:blipFill>
          <a:blip r:embed="rId3"/>
          <a:stretch/>
        </p:blipFill>
        <p:spPr>
          <a:xfrm>
            <a:off x="1104840" y="-39600"/>
            <a:ext cx="12190320" cy="1652400"/>
          </a:xfrm>
          <a:prstGeom prst="rect">
            <a:avLst/>
          </a:prstGeom>
          <a:ln w="0">
            <a:noFill/>
          </a:ln>
        </p:spPr>
      </p:pic>
      <p:sp>
        <p:nvSpPr>
          <p:cNvPr id="13803" name="Rectangle 1"/>
          <p:cNvSpPr/>
          <p:nvPr/>
        </p:nvSpPr>
        <p:spPr>
          <a:xfrm>
            <a:off x="1111320" y="1851120"/>
            <a:ext cx="10542600" cy="4741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spAutoFit/>
          </a:bodyPr>
          <a:p>
            <a:pPr>
              <a:lnSpc>
                <a:spcPct val="104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Inter Bold"/>
                <a:ea typeface="Inter Bold"/>
              </a:rPr>
              <a:t>Progress Update — Part III (Digitalization &amp; SAP Process)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04" name="Flowchart: Alternate Process 14"/>
          <p:cNvSpPr/>
          <p:nvPr/>
        </p:nvSpPr>
        <p:spPr>
          <a:xfrm>
            <a:off x="11866680" y="3168720"/>
            <a:ext cx="1344600" cy="520560"/>
          </a:xfrm>
          <a:prstGeom prst="flowChartAlternateProcess">
            <a:avLst/>
          </a:prstGeom>
          <a:solidFill>
            <a:srgbClr val="5dff5d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Completed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805" name="Picture 4" descr=""/>
          <p:cNvPicPr/>
          <p:nvPr/>
        </p:nvPicPr>
        <p:blipFill>
          <a:blip r:embed="rId4"/>
          <a:stretch/>
        </p:blipFill>
        <p:spPr>
          <a:xfrm>
            <a:off x="0" y="-39600"/>
            <a:ext cx="14400360" cy="6918120"/>
          </a:xfrm>
          <a:prstGeom prst="rect">
            <a:avLst/>
          </a:prstGeom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6" name="TextBox 7"/>
          <p:cNvSpPr/>
          <p:nvPr/>
        </p:nvSpPr>
        <p:spPr>
          <a:xfrm>
            <a:off x="2327400" y="655560"/>
            <a:ext cx="5824440" cy="7315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ffffff"/>
                </a:solidFill>
                <a:latin typeface="Calibri"/>
                <a:ea typeface="Times New Roman"/>
              </a:rPr>
              <a:t>AOP Review – September, 2020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100" spc="-1" strike="noStrike">
              <a:solidFill>
                <a:srgbClr val="000000"/>
              </a:solidFill>
              <a:latin typeface="Arial"/>
            </a:endParaRPr>
          </a:p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1900" spc="-1" strike="noStrike">
                <a:solidFill>
                  <a:srgbClr val="ffffff"/>
                </a:solidFill>
                <a:latin typeface="Calibri"/>
                <a:ea typeface="Times New Roman"/>
              </a:rPr>
              <a:t>S&amp;D HSSE Performance (FY20-21)</a:t>
            </a:r>
            <a:endParaRPr b="0" lang="en-US" sz="19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807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2363480" y="136440"/>
            <a:ext cx="795240" cy="519120"/>
          </a:xfrm>
          <a:prstGeom prst="rect">
            <a:avLst/>
          </a:prstGeom>
          <a:ln w="0">
            <a:noFill/>
          </a:ln>
        </p:spPr>
      </p:pic>
      <p:graphicFrame>
        <p:nvGraphicFramePr>
          <p:cNvPr id="13808" name=""/>
          <p:cNvGraphicFramePr/>
          <p:nvPr/>
        </p:nvGraphicFramePr>
        <p:xfrm>
          <a:off x="1104840" y="3044880"/>
          <a:ext cx="12177720" cy="3467160"/>
        </p:xfrm>
        <a:graphic>
          <a:graphicData uri="http://schemas.openxmlformats.org/drawingml/2006/table">
            <a:tbl>
              <a:tblPr/>
              <a:tblGrid>
                <a:gridCol w="2944800"/>
                <a:gridCol w="1184400"/>
                <a:gridCol w="6429240"/>
                <a:gridCol w="1619280"/>
              </a:tblGrid>
              <a:tr h="352440">
                <a:tc>
                  <a:txBody>
                    <a:bodyPr lIns="77400" rIns="77400" tIns="38880" bIns="38880" anchor="t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800" spc="-1" strike="noStrike">
                          <a:solidFill>
                            <a:srgbClr val="ffffff"/>
                          </a:solidFill>
                          <a:latin typeface="Calibri"/>
                        </a:rPr>
                        <a:t>Activity  </a:t>
                      </a:r>
                      <a:endParaRPr b="0" lang="en-US" sz="18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77400" marR="77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 lIns="77400" rIns="77400" tIns="38880" bIns="38880" anchor="t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800" spc="-1" strike="noStrike">
                          <a:solidFill>
                            <a:srgbClr val="ffffff"/>
                          </a:solidFill>
                          <a:latin typeface="Calibri"/>
                        </a:rPr>
                        <a:t>Timelines</a:t>
                      </a:r>
                      <a:endParaRPr b="0" lang="en-US" sz="18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77400" marR="77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 lIns="77400" rIns="77400" tIns="38880" bIns="38880" anchor="t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800" spc="-1" strike="noStrike">
                          <a:solidFill>
                            <a:srgbClr val="ffffff"/>
                          </a:solidFill>
                          <a:latin typeface="Calibri"/>
                        </a:rPr>
                        <a:t>Current Status</a:t>
                      </a:r>
                      <a:endParaRPr b="0" lang="en-US" sz="18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77400" marR="77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 lIns="77400" rIns="77400" tIns="38880" bIns="38880" anchor="t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800" spc="-1" strike="noStrike">
                          <a:solidFill>
                            <a:srgbClr val="ffffff"/>
                          </a:solidFill>
                          <a:latin typeface="Calibri"/>
                        </a:rPr>
                        <a:t>Progress</a:t>
                      </a:r>
                      <a:endParaRPr b="0" lang="en-US" sz="18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77400" marR="77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0070c0"/>
                    </a:solidFill>
                  </a:tcPr>
                </a:tc>
              </a:tr>
              <a:tr h="1541520">
                <a:tc>
                  <a:txBody>
                    <a:bodyPr lIns="77400" rIns="77400" tIns="38880" bIns="3888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Comprehensive review and strengthening of terminal operating and marketing guidelines due for revision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77400" marR="77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 lIns="77400" rIns="77400" tIns="38880" bIns="3888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6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Nov’26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77400" marR="77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 lIns="77400" rIns="77400" tIns="38880" bIns="3888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17 nos. of Marketing guidelines procedures are due for updation. 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First level review at terminal level completed for 10 nos. of Marketing guidelines.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HO review and updation is in progress.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77400" marR="77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cPr anchor="ctr" marL="77400" marR="77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fffff"/>
                    </a:solidFill>
                  </a:tcPr>
                </a:tc>
              </a:tr>
              <a:tr h="1573200">
                <a:tc>
                  <a:txBody>
                    <a:bodyPr lIns="77400" rIns="77400" tIns="38880" bIns="3888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Closure of aged vendor payment cases to ensure uninterrupted service continuity at all terminals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77400" marR="774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6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Octt’26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 lIns="68760" rIns="68760" tIns="0" bIns="0" anchor="t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Details received from 4 terminals.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Calibri"/>
                        </a:rPr>
                        <a:t>Chennai to provide details shortly.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t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cPr anchor="t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809" name="Flowchart: Alternate Process 8"/>
          <p:cNvSpPr/>
          <p:nvPr/>
        </p:nvSpPr>
        <p:spPr>
          <a:xfrm>
            <a:off x="11914200" y="3781440"/>
            <a:ext cx="1200240" cy="393840"/>
          </a:xfrm>
          <a:prstGeom prst="flowChartAlternateProcess">
            <a:avLst/>
          </a:prstGeom>
          <a:solidFill>
            <a:srgbClr val="ffc0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WIP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810" name="Image 0" descr="preencoded.png"/>
          <p:cNvPicPr/>
          <p:nvPr/>
        </p:nvPicPr>
        <p:blipFill>
          <a:blip r:embed="rId2"/>
          <a:stretch/>
        </p:blipFill>
        <p:spPr>
          <a:xfrm>
            <a:off x="1104840" y="-96840"/>
            <a:ext cx="12190320" cy="2008080"/>
          </a:xfrm>
          <a:prstGeom prst="rect">
            <a:avLst/>
          </a:prstGeom>
          <a:ln w="0">
            <a:noFill/>
          </a:ln>
        </p:spPr>
      </p:pic>
      <p:sp>
        <p:nvSpPr>
          <p:cNvPr id="13811" name="Text 0"/>
          <p:cNvSpPr/>
          <p:nvPr/>
        </p:nvSpPr>
        <p:spPr>
          <a:xfrm>
            <a:off x="1339920" y="2330280"/>
            <a:ext cx="10868040" cy="4143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0" rIns="0" tIns="0" bIns="0" anchor="t">
            <a:noAutofit/>
          </a:bodyPr>
          <a:p>
            <a:pPr>
              <a:lnSpc>
                <a:spcPct val="104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000000"/>
                </a:solidFill>
                <a:latin typeface="Inter Bold"/>
                <a:ea typeface="Inter Bold"/>
              </a:rPr>
              <a:t>Progress Update — Part IV (</a:t>
            </a:r>
            <a:r>
              <a:rPr b="1" lang="en-US" sz="2400" spc="-1" strike="noStrike">
                <a:solidFill>
                  <a:srgbClr val="272525"/>
                </a:solidFill>
                <a:latin typeface="Inter Bold"/>
                <a:ea typeface="Inter Bold"/>
              </a:rPr>
              <a:t>Vendor &amp; Process Management)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12" name="Flowchart: Alternate Process 18"/>
          <p:cNvSpPr/>
          <p:nvPr/>
        </p:nvSpPr>
        <p:spPr>
          <a:xfrm>
            <a:off x="11914200" y="5378400"/>
            <a:ext cx="1200240" cy="520920"/>
          </a:xfrm>
          <a:prstGeom prst="flowChartAlternateProcess">
            <a:avLst/>
          </a:prstGeom>
          <a:solidFill>
            <a:srgbClr val="ffff00"/>
          </a:solidFill>
          <a:ln w="126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800" spc="-1" strike="noStrike">
                <a:solidFill>
                  <a:srgbClr val="000000"/>
                </a:solidFill>
                <a:latin typeface="Calibri"/>
              </a:rPr>
              <a:t>On Track</a:t>
            </a:r>
            <a:endParaRPr b="0" lang="en-US" sz="18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813" name="Picture 3" descr=""/>
          <p:cNvPicPr/>
          <p:nvPr/>
        </p:nvPicPr>
        <p:blipFill>
          <a:blip r:embed="rId3"/>
          <a:stretch/>
        </p:blipFill>
        <p:spPr>
          <a:xfrm>
            <a:off x="0" y="-184320"/>
            <a:ext cx="14400360" cy="7226640"/>
          </a:xfrm>
          <a:prstGeom prst="rect">
            <a:avLst/>
          </a:prstGeom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4" name="Shape 0"/>
          <p:cNvSpPr/>
          <p:nvPr/>
        </p:nvSpPr>
        <p:spPr>
          <a:xfrm>
            <a:off x="0" y="0"/>
            <a:ext cx="12701520" cy="804960"/>
          </a:xfrm>
          <a:custGeom>
            <a:avLst/>
            <a:gdLst/>
            <a:ahLst/>
            <a:rect l="l" t="t" r="r" b="b"/>
            <a:pathLst>
              <a:path w="340685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337085" y="21600"/>
                </a:lnTo>
                <a:arcTo wR="315485" hR="3600" stAng="5400000" swAng="5400000"/>
                <a:lnTo>
                  <a:pt x="21600" y="3600"/>
                </a:lnTo>
                <a:arcTo wR="315485" hR="3600" stAng="10800000" swAng="5400000"/>
                <a:close/>
              </a:path>
            </a:pathLst>
          </a:custGeom>
          <a:solidFill>
            <a:srgbClr val="0b254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15" name="Text 2"/>
          <p:cNvSpPr/>
          <p:nvPr/>
        </p:nvSpPr>
        <p:spPr>
          <a:xfrm>
            <a:off x="1079640" y="65160"/>
            <a:ext cx="8115120" cy="27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99b8d4"/>
                </a:solidFill>
                <a:latin typeface="Calibri"/>
                <a:ea typeface="Calibri"/>
              </a:rPr>
              <a:t>MAINTENANCE AOP ACTIVITY STATUS TRACKER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16" name="Text 3"/>
          <p:cNvSpPr/>
          <p:nvPr/>
        </p:nvSpPr>
        <p:spPr>
          <a:xfrm>
            <a:off x="1143000" y="368280"/>
            <a:ext cx="8116920" cy="372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200" spc="-1" strike="noStrike">
                <a:solidFill>
                  <a:srgbClr val="ffffff"/>
                </a:solidFill>
                <a:latin typeface="Cambria"/>
                <a:ea typeface="Cambria"/>
              </a:rPr>
              <a:t>Electrical AOP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17" name="Shape 4"/>
          <p:cNvSpPr/>
          <p:nvPr/>
        </p:nvSpPr>
        <p:spPr>
          <a:xfrm>
            <a:off x="7734240" y="173160"/>
            <a:ext cx="4229280" cy="422280"/>
          </a:xfrm>
          <a:custGeom>
            <a:avLst/>
            <a:gdLst/>
            <a:ahLst/>
            <a:rect l="l" t="t" r="r" b="b"/>
            <a:pathLst>
              <a:path w="21616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205366" y="21600"/>
                </a:lnTo>
                <a:arcTo wR="183766" hR="10800" stAng="5400000" swAng="5400000"/>
                <a:lnTo>
                  <a:pt x="21600" y="10800"/>
                </a:lnTo>
                <a:arcTo wR="183766" hR="10800" stAng="10800000" swAng="5400000"/>
                <a:close/>
              </a:path>
            </a:pathLst>
          </a:cu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18" name="Text 5"/>
          <p:cNvSpPr/>
          <p:nvPr/>
        </p:nvSpPr>
        <p:spPr>
          <a:xfrm>
            <a:off x="8458200" y="266760"/>
            <a:ext cx="2865600" cy="230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b2545"/>
                </a:solidFill>
                <a:latin typeface="Calibri"/>
                <a:ea typeface="Calibri"/>
              </a:rPr>
              <a:t>FY 2026-27  ·  AOP STATUS REVIEW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19" name="Shape 7"/>
          <p:cNvSpPr/>
          <p:nvPr/>
        </p:nvSpPr>
        <p:spPr>
          <a:xfrm>
            <a:off x="195120" y="923760"/>
            <a:ext cx="1371600" cy="238320"/>
          </a:xfrm>
          <a:custGeom>
            <a:avLst/>
            <a:gdLst/>
            <a:ahLst/>
            <a:rect l="l" t="t" r="r" b="b"/>
            <a:pathLst>
              <a:path w="12415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13359" y="21600"/>
                </a:lnTo>
                <a:arcTo wR="91759" hR="10800" stAng="5400000" swAng="5400000"/>
                <a:lnTo>
                  <a:pt x="21600" y="10800"/>
                </a:lnTo>
                <a:arcTo wR="91759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20" name="Text 8"/>
          <p:cNvSpPr/>
          <p:nvPr/>
        </p:nvSpPr>
        <p:spPr>
          <a:xfrm>
            <a:off x="284040" y="952560"/>
            <a:ext cx="1187640" cy="181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 - 1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21" name="Shape 9"/>
          <p:cNvSpPr/>
          <p:nvPr/>
        </p:nvSpPr>
        <p:spPr>
          <a:xfrm>
            <a:off x="181440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22" name="Text 10"/>
          <p:cNvSpPr/>
          <p:nvPr/>
        </p:nvSpPr>
        <p:spPr>
          <a:xfrm>
            <a:off x="1814400" y="923760"/>
            <a:ext cx="1170000" cy="235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e6ba1"/>
                </a:solidFill>
                <a:latin typeface="Arial"/>
                <a:ea typeface="Calibri"/>
              </a:rPr>
              <a:t>ON TRACK - 6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23" name="Shape 11"/>
          <p:cNvSpPr/>
          <p:nvPr/>
        </p:nvSpPr>
        <p:spPr>
          <a:xfrm>
            <a:off x="3205080" y="923760"/>
            <a:ext cx="1500120" cy="238320"/>
          </a:xfrm>
          <a:custGeom>
            <a:avLst/>
            <a:gdLst/>
            <a:ahLst/>
            <a:rect l="l" t="t" r="r" b="b"/>
            <a:pathLst>
              <a:path w="13579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4990" y="21600"/>
                </a:lnTo>
                <a:arcTo wR="103390" hR="10800" stAng="5400000" swAng="5400000"/>
                <a:lnTo>
                  <a:pt x="21600" y="10800"/>
                </a:lnTo>
                <a:arcTo wR="103390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24" name="Text 12"/>
          <p:cNvSpPr/>
          <p:nvPr/>
        </p:nvSpPr>
        <p:spPr>
          <a:xfrm>
            <a:off x="3251160" y="949320"/>
            <a:ext cx="1335240" cy="1666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</a:t>
            </a:r>
            <a:r>
              <a:rPr b="1" lang="en-US" sz="800" spc="-1" strike="noStrike">
                <a:solidFill>
                  <a:srgbClr val="f2a93b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PROGRESS - 5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25" name="Shape 13"/>
          <p:cNvSpPr/>
          <p:nvPr/>
        </p:nvSpPr>
        <p:spPr>
          <a:xfrm>
            <a:off x="493236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26" name="Text 14"/>
          <p:cNvSpPr/>
          <p:nvPr/>
        </p:nvSpPr>
        <p:spPr>
          <a:xfrm>
            <a:off x="4932360" y="923760"/>
            <a:ext cx="1170000" cy="238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 - 3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27" name="Shape 15"/>
          <p:cNvSpPr/>
          <p:nvPr/>
        </p:nvSpPr>
        <p:spPr>
          <a:xfrm>
            <a:off x="6303960" y="923760"/>
            <a:ext cx="1482840" cy="238320"/>
          </a:xfrm>
          <a:custGeom>
            <a:avLst/>
            <a:gdLst/>
            <a:ahLst/>
            <a:rect l="l" t="t" r="r" b="b"/>
            <a:pathLst>
              <a:path w="13422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3426" y="21600"/>
                </a:lnTo>
                <a:arcTo wR="101826" hR="10800" stAng="5400000" swAng="5400000"/>
                <a:lnTo>
                  <a:pt x="21600" y="10800"/>
                </a:lnTo>
                <a:arcTo wR="101826" hR="10800" stAng="10800000" swAng="5400000"/>
                <a:close/>
              </a:path>
            </a:pathLst>
          </a:custGeom>
          <a:solidFill>
            <a:srgbClr val="f3f4f6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28" name="Text 16"/>
          <p:cNvSpPr/>
          <p:nvPr/>
        </p:nvSpPr>
        <p:spPr>
          <a:xfrm>
            <a:off x="6303960" y="930240"/>
            <a:ext cx="1482840" cy="231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NOT</a:t>
            </a:r>
            <a:r>
              <a:rPr b="1" lang="en-US" sz="800" spc="-1" strike="noStrike">
                <a:solidFill>
                  <a:srgbClr val="6b7280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STARTED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3829" name="Group 31"/>
          <p:cNvGrpSpPr/>
          <p:nvPr/>
        </p:nvGrpSpPr>
        <p:grpSpPr>
          <a:xfrm>
            <a:off x="3648240" y="636480"/>
            <a:ext cx="10524960" cy="587520"/>
            <a:chOff x="3648240" y="636480"/>
            <a:chExt cx="10524960" cy="587520"/>
          </a:xfrm>
        </p:grpSpPr>
        <p:sp>
          <p:nvSpPr>
            <p:cNvPr id="13830" name="Text 20"/>
            <p:cNvSpPr/>
            <p:nvPr/>
          </p:nvSpPr>
          <p:spPr>
            <a:xfrm>
              <a:off x="3648240" y="636480"/>
              <a:ext cx="2398320" cy="38448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3831" name="Text 21"/>
            <p:cNvSpPr/>
            <p:nvPr/>
          </p:nvSpPr>
          <p:spPr>
            <a:xfrm>
              <a:off x="3808440" y="691920"/>
              <a:ext cx="2209680" cy="38448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0" rIns="0" tIns="0" bIns="0" anchor="ctr">
              <a:noAutofit/>
            </a:bodyPr>
            <a:p>
              <a:pPr algn="ctr"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1400" spc="-1" strike="noStrike">
                  <a:solidFill>
                    <a:srgbClr val="ffffff"/>
                  </a:solidFill>
                  <a:latin typeface="Arial"/>
                  <a:ea typeface="Calibri"/>
                </a:rPr>
                <a:t>MILESTONES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832" name="Text 22"/>
            <p:cNvSpPr/>
            <p:nvPr/>
          </p:nvSpPr>
          <p:spPr>
            <a:xfrm>
              <a:off x="6575400" y="704520"/>
              <a:ext cx="1022040" cy="38448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0" rIns="0" tIns="0" bIns="0" anchor="ctr">
              <a:noAutofit/>
            </a:bodyPr>
            <a:p>
              <a:pPr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1400" spc="-1" strike="noStrike">
                  <a:solidFill>
                    <a:srgbClr val="ffffff"/>
                  </a:solidFill>
                  <a:latin typeface="Arial"/>
                  <a:ea typeface="Calibri"/>
                </a:rPr>
                <a:t>TARGETS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833" name="Text 23"/>
            <p:cNvSpPr/>
            <p:nvPr/>
          </p:nvSpPr>
          <p:spPr>
            <a:xfrm>
              <a:off x="9212400" y="636480"/>
              <a:ext cx="1063440" cy="58752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0" rIns="0" tIns="0" bIns="0" anchor="ctr">
              <a:noAutofit/>
            </a:bodyPr>
            <a:p>
              <a:pPr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1400" spc="-1" strike="noStrike">
                  <a:solidFill>
                    <a:srgbClr val="ffffff"/>
                  </a:solidFill>
                  <a:latin typeface="Arial"/>
                  <a:ea typeface="Calibri"/>
                </a:rPr>
                <a:t>STATUS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834" name="Text 24"/>
            <p:cNvSpPr/>
            <p:nvPr/>
          </p:nvSpPr>
          <p:spPr>
            <a:xfrm>
              <a:off x="12763800" y="661680"/>
              <a:ext cx="1409400" cy="56232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0" rIns="0" tIns="0" bIns="0" anchor="ctr">
              <a:noAutofit/>
            </a:bodyPr>
            <a:p>
              <a:pPr algn="ctr"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1400" spc="-1" strike="noStrike">
                  <a:solidFill>
                    <a:srgbClr val="ffffff"/>
                  </a:solidFill>
                  <a:latin typeface="Arial"/>
                  <a:ea typeface="Calibri"/>
                </a:rPr>
                <a:t>PROGRESS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3835" name="Text 28"/>
          <p:cNvSpPr/>
          <p:nvPr/>
        </p:nvSpPr>
        <p:spPr>
          <a:xfrm>
            <a:off x="733320" y="1817640"/>
            <a:ext cx="3922920" cy="4572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36" name="Text 29"/>
          <p:cNvSpPr/>
          <p:nvPr/>
        </p:nvSpPr>
        <p:spPr>
          <a:xfrm>
            <a:off x="5108400" y="1789200"/>
            <a:ext cx="1457640" cy="7110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marL="177840" indent="-177840">
              <a:lnSpc>
                <a:spcPct val="107000"/>
              </a:lnSpc>
              <a:buClr>
                <a:srgbClr val="153868"/>
              </a:buClr>
              <a:buFont typeface="Calibri"/>
              <a:buAutoNum type="alphaLcParenR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900" spc="-1" strike="noStrike">
                <a:solidFill>
                  <a:srgbClr val="153868"/>
                </a:solidFill>
                <a:latin typeface="Calibri"/>
                <a:ea typeface="Calibri"/>
              </a:rPr>
              <a:t>Engineering</a:t>
            </a:r>
            <a:endParaRPr b="0" lang="en-US" sz="900" spc="-1" strike="noStrike">
              <a:solidFill>
                <a:srgbClr val="000000"/>
              </a:solidFill>
              <a:latin typeface="Arial"/>
            </a:endParaRPr>
          </a:p>
          <a:p>
            <a:pPr marL="177840" indent="-177840">
              <a:lnSpc>
                <a:spcPct val="107000"/>
              </a:lnSpc>
              <a:buClr>
                <a:srgbClr val="153868"/>
              </a:buClr>
              <a:buFont typeface="Calibri"/>
              <a:buAutoNum type="alphaLcParenR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900" spc="-1" strike="noStrike">
                <a:solidFill>
                  <a:srgbClr val="153868"/>
                </a:solidFill>
                <a:latin typeface="Calibri"/>
                <a:ea typeface="Calibri"/>
              </a:rPr>
              <a:t>Budgetary Quote</a:t>
            </a:r>
            <a:endParaRPr b="0" lang="en-US" sz="900" spc="-1" strike="noStrike">
              <a:solidFill>
                <a:srgbClr val="000000"/>
              </a:solidFill>
              <a:latin typeface="Arial"/>
            </a:endParaRPr>
          </a:p>
          <a:p>
            <a:pPr marL="177840" indent="-177840">
              <a:lnSpc>
                <a:spcPct val="107000"/>
              </a:lnSpc>
              <a:buClr>
                <a:srgbClr val="153868"/>
              </a:buClr>
              <a:buFont typeface="Calibri"/>
              <a:buAutoNum type="alphaLcParenR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900" spc="-1" strike="noStrike">
                <a:solidFill>
                  <a:srgbClr val="153868"/>
                </a:solidFill>
                <a:latin typeface="Calibri"/>
                <a:ea typeface="Calibri"/>
              </a:rPr>
              <a:t>Material Codifying</a:t>
            </a:r>
            <a:endParaRPr b="0" lang="en-US" sz="900" spc="-1" strike="noStrike">
              <a:solidFill>
                <a:srgbClr val="000000"/>
              </a:solidFill>
              <a:latin typeface="Arial"/>
            </a:endParaRPr>
          </a:p>
          <a:p>
            <a:pPr marL="177840" indent="-177840">
              <a:lnSpc>
                <a:spcPct val="107000"/>
              </a:lnSpc>
              <a:buClr>
                <a:srgbClr val="153868"/>
              </a:buClr>
              <a:buFont typeface="Calibri"/>
              <a:buAutoNum type="alphaLcParenR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900" spc="-1" strike="noStrike">
                <a:solidFill>
                  <a:srgbClr val="153868"/>
                </a:solidFill>
                <a:latin typeface="Calibri"/>
                <a:ea typeface="Calibri"/>
              </a:rPr>
              <a:t>Creating PR</a:t>
            </a: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37" name="Shape 113"/>
          <p:cNvSpPr/>
          <p:nvPr/>
        </p:nvSpPr>
        <p:spPr>
          <a:xfrm>
            <a:off x="320760" y="6500880"/>
            <a:ext cx="13719240" cy="0"/>
          </a:xfrm>
          <a:prstGeom prst="line">
            <a:avLst/>
          </a:prstGeom>
          <a:ln w="19080">
            <a:solidFill>
              <a:srgbClr val="0b2545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838" name="Text 114"/>
          <p:cNvSpPr/>
          <p:nvPr/>
        </p:nvSpPr>
        <p:spPr>
          <a:xfrm>
            <a:off x="347760" y="6537240"/>
            <a:ext cx="7315200" cy="3114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b2a41"/>
                </a:solidFill>
                <a:latin typeface="Arial"/>
                <a:ea typeface="Calibri"/>
              </a:rPr>
              <a:t>TOTAL: 15 ACTIVITIES  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39" name="Shape 1"/>
          <p:cNvSpPr/>
          <p:nvPr/>
        </p:nvSpPr>
        <p:spPr>
          <a:xfrm>
            <a:off x="328680" y="104760"/>
            <a:ext cx="566640" cy="566640"/>
          </a:xfrm>
          <a:prstGeom prst="ellipse">
            <a:avLst/>
          </a:pr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840" name="Image 0" descr="/home/claude/work/build/icons/bolt_navy.png"/>
          <p:cNvPicPr/>
          <p:nvPr/>
        </p:nvPicPr>
        <p:blipFill>
          <a:blip r:embed="rId1"/>
          <a:stretch/>
        </p:blipFill>
        <p:spPr>
          <a:xfrm>
            <a:off x="465120" y="241200"/>
            <a:ext cx="301680" cy="301680"/>
          </a:xfrm>
          <a:prstGeom prst="rect">
            <a:avLst/>
          </a:prstGeom>
          <a:ln w="0">
            <a:noFill/>
          </a:ln>
        </p:spPr>
      </p:pic>
      <p:sp>
        <p:nvSpPr>
          <p:cNvPr id="13841" name="Text 41"/>
          <p:cNvSpPr/>
          <p:nvPr/>
        </p:nvSpPr>
        <p:spPr>
          <a:xfrm>
            <a:off x="6699240" y="2463840"/>
            <a:ext cx="1076400" cy="13921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marL="177840" indent="-177840" algn="just">
              <a:lnSpc>
                <a:spcPct val="107000"/>
              </a:lnSpc>
              <a:buClr>
                <a:srgbClr val="153868"/>
              </a:buClr>
              <a:buFont typeface="Calibri"/>
              <a:buAutoNum type="alphaLcParenR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IN" sz="900" spc="-1" strike="noStrike">
                <a:solidFill>
                  <a:srgbClr val="153868"/>
                </a:solidFill>
                <a:latin typeface="Calibri"/>
                <a:ea typeface="Calibri"/>
              </a:rPr>
              <a:t>31.12.2026</a:t>
            </a:r>
            <a:endParaRPr b="0" lang="en-US" sz="900" spc="-1" strike="noStrike">
              <a:solidFill>
                <a:srgbClr val="000000"/>
              </a:solidFill>
              <a:latin typeface="Arial"/>
            </a:endParaRPr>
          </a:p>
          <a:p>
            <a:pPr marL="177840" indent="-177840" algn="just">
              <a:lnSpc>
                <a:spcPct val="107000"/>
              </a:lnSpc>
              <a:buClr>
                <a:srgbClr val="153868"/>
              </a:buClr>
              <a:buFont typeface="Calibri"/>
              <a:buAutoNum type="alphaLcParenR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900" spc="-1" strike="noStrike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13842" name=""/>
          <p:cNvGraphicFramePr/>
          <p:nvPr/>
        </p:nvGraphicFramePr>
        <p:xfrm>
          <a:off x="0" y="1722600"/>
          <a:ext cx="14400360" cy="4800600"/>
        </p:xfrm>
        <a:graphic>
          <a:graphicData uri="http://schemas.openxmlformats.org/drawingml/2006/table">
            <a:tbl>
              <a:tblPr/>
              <a:tblGrid>
                <a:gridCol w="576360"/>
                <a:gridCol w="3038400"/>
                <a:gridCol w="2690640"/>
                <a:gridCol w="1282680"/>
                <a:gridCol w="4626000"/>
                <a:gridCol w="2186280"/>
              </a:tblGrid>
              <a:tr h="105084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01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Protection relay installation for New DGs at Bhopal, Kanpur &amp; Rewari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marL="177840" indent="-17784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Engineering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Budgetary Quote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Material Codifying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Creating PR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10-05-2026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20-05-2026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30-05-2026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15-06-2026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b050"/>
                          </a:solidFill>
                          <a:latin typeface="Arial"/>
                        </a:rPr>
                        <a:t>a)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b050"/>
                          </a:solidFill>
                          <a:latin typeface="Arial"/>
                        </a:rPr>
                        <a:t>b)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b050"/>
                          </a:solidFill>
                          <a:latin typeface="Arial"/>
                        </a:rPr>
                        <a:t>c)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d) PR pending for budget upload.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cPr anchor="t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</a:tr>
              <a:tr h="77544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02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Energy meter installation for 2 No's identified motors at all terminals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marL="177840" indent="-17784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Carry Forwarded from Past AOP. WO/PO Awaiting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31.12.2026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PR released for Materials and Services, PO/WO awaited.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77544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03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Transformer Overhauling at Bhopal, Chennai, Haldia &amp; Rewari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marL="177840" indent="-17784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Carry Forwarded from Past AOP. WO/PO Awaiting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31.12.2026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PR released for Materials and Services, PO/WO awaited.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  <a:tr h="77544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04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RLA for Transformer at all terminals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marL="177840" indent="-17784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Scope preparation and Creation of PR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RLA Service code 3294246 made ready. Waiting for budget for uploading PR Preparation.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145908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05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Electrical Training videos for 3 Critical SMPs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a) Uploading revised SMPs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b) Training module for 1st SMP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c) Training module for 2nd SMP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d) Training module for 3rd SMP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Char char="•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31-05-2026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30-06-2026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31-07-2026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31-08-2026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7840" indent="-17784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a) SMPs uploaded in portal.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b) 1st Training Module delivered and validation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c) 2nd Training Module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d) 3rd Training Module is in 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</a:tbl>
          </a:graphicData>
        </a:graphic>
      </p:graphicFrame>
      <p:sp>
        <p:nvSpPr>
          <p:cNvPr id="13843" name="Shape 13"/>
          <p:cNvSpPr/>
          <p:nvPr/>
        </p:nvSpPr>
        <p:spPr>
          <a:xfrm>
            <a:off x="12652200" y="2886120"/>
            <a:ext cx="1341720" cy="330120"/>
          </a:xfrm>
          <a:custGeom>
            <a:avLst/>
            <a:gdLst/>
            <a:ahLst/>
            <a:rect l="l" t="t" r="r" b="b"/>
            <a:pathLst>
              <a:path w="87718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918" y="21600"/>
                </a:lnTo>
                <a:arcTo wR="55318" hR="10800" stAng="5400000" swAng="5400000"/>
                <a:lnTo>
                  <a:pt x="21600" y="10800"/>
                </a:lnTo>
                <a:arcTo wR="55318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44" name="Shape 13"/>
          <p:cNvSpPr/>
          <p:nvPr/>
        </p:nvSpPr>
        <p:spPr>
          <a:xfrm>
            <a:off x="12652200" y="3654360"/>
            <a:ext cx="1341720" cy="322200"/>
          </a:xfrm>
          <a:custGeom>
            <a:avLst/>
            <a:gdLst/>
            <a:ahLst/>
            <a:rect l="l" t="t" r="r" b="b"/>
            <a:pathLst>
              <a:path w="89871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9071" y="21600"/>
                </a:lnTo>
                <a:arcTo wR="57471" hR="10800" stAng="5400000" swAng="5400000"/>
                <a:lnTo>
                  <a:pt x="21600" y="10800"/>
                </a:lnTo>
                <a:arcTo wR="57471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45" name="Shape 89"/>
          <p:cNvSpPr/>
          <p:nvPr/>
        </p:nvSpPr>
        <p:spPr>
          <a:xfrm>
            <a:off x="12652200" y="4494240"/>
            <a:ext cx="1341720" cy="322200"/>
          </a:xfrm>
          <a:custGeom>
            <a:avLst/>
            <a:gdLst/>
            <a:ahLst/>
            <a:rect l="l" t="t" r="r" b="b"/>
            <a:pathLst>
              <a:path w="89871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9071" y="21600"/>
                </a:lnTo>
                <a:arcTo wR="57471" hR="10800" stAng="5400000" swAng="5400000"/>
                <a:lnTo>
                  <a:pt x="21600" y="10800"/>
                </a:lnTo>
                <a:arcTo wR="57471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46" name="Shape 89"/>
          <p:cNvSpPr/>
          <p:nvPr/>
        </p:nvSpPr>
        <p:spPr>
          <a:xfrm>
            <a:off x="12808080" y="5460840"/>
            <a:ext cx="1109520" cy="384480"/>
          </a:xfrm>
          <a:custGeom>
            <a:avLst/>
            <a:gdLst/>
            <a:ahLst/>
            <a:rect l="l" t="t" r="r" b="b"/>
            <a:pathLst>
              <a:path w="62294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51494" y="21600"/>
                </a:lnTo>
                <a:arcTo wR="29894" hR="10800" stAng="5400000" swAng="5400000"/>
                <a:lnTo>
                  <a:pt x="21600" y="10800"/>
                </a:lnTo>
                <a:arcTo wR="29894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47" name="Shape 11"/>
          <p:cNvSpPr/>
          <p:nvPr/>
        </p:nvSpPr>
        <p:spPr>
          <a:xfrm>
            <a:off x="12652200" y="1995480"/>
            <a:ext cx="1341720" cy="330120"/>
          </a:xfrm>
          <a:custGeom>
            <a:avLst/>
            <a:gdLst/>
            <a:ahLst/>
            <a:rect l="l" t="t" r="r" b="b"/>
            <a:pathLst>
              <a:path w="87718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918" y="21600"/>
                </a:lnTo>
                <a:arcTo wR="55318" hR="10800" stAng="5400000" swAng="5400000"/>
                <a:lnTo>
                  <a:pt x="21600" y="10800"/>
                </a:lnTo>
                <a:arcTo wR="55318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 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13848" name=""/>
          <p:cNvGraphicFramePr/>
          <p:nvPr/>
        </p:nvGraphicFramePr>
        <p:xfrm>
          <a:off x="0" y="1239840"/>
          <a:ext cx="14400360" cy="492120"/>
        </p:xfrm>
        <a:graphic>
          <a:graphicData uri="http://schemas.openxmlformats.org/drawingml/2006/table">
            <a:tbl>
              <a:tblPr/>
              <a:tblGrid>
                <a:gridCol w="577800"/>
                <a:gridCol w="3052800"/>
                <a:gridCol w="2703600"/>
                <a:gridCol w="1263600"/>
                <a:gridCol w="4638600"/>
                <a:gridCol w="2163960"/>
              </a:tblGrid>
              <a:tr h="49212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MAINTENANCE AOP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MILESTONES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TARGETS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13849" name="Shape 89"/>
          <p:cNvSpPr/>
          <p:nvPr/>
        </p:nvSpPr>
        <p:spPr>
          <a:xfrm>
            <a:off x="12701520" y="5653080"/>
            <a:ext cx="1343160" cy="322200"/>
          </a:xfrm>
          <a:custGeom>
            <a:avLst/>
            <a:gdLst/>
            <a:ahLst/>
            <a:rect l="l" t="t" r="r" b="b"/>
            <a:pathLst>
              <a:path w="89968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9168" y="21600"/>
                </a:lnTo>
                <a:arcTo wR="57568" hR="10800" stAng="5400000" swAng="5400000"/>
                <a:lnTo>
                  <a:pt x="21600" y="10800"/>
                </a:lnTo>
                <a:arcTo wR="57568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0" name="Shape 0"/>
          <p:cNvSpPr/>
          <p:nvPr/>
        </p:nvSpPr>
        <p:spPr>
          <a:xfrm>
            <a:off x="0" y="0"/>
            <a:ext cx="12701520" cy="804960"/>
          </a:xfrm>
          <a:custGeom>
            <a:avLst/>
            <a:gdLst/>
            <a:ahLst/>
            <a:rect l="l" t="t" r="r" b="b"/>
            <a:pathLst>
              <a:path w="340685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337085" y="21600"/>
                </a:lnTo>
                <a:arcTo wR="315485" hR="3600" stAng="5400000" swAng="5400000"/>
                <a:lnTo>
                  <a:pt x="21600" y="3600"/>
                </a:lnTo>
                <a:arcTo wR="315485" hR="3600" stAng="10800000" swAng="5400000"/>
                <a:close/>
              </a:path>
            </a:pathLst>
          </a:custGeom>
          <a:solidFill>
            <a:srgbClr val="0b254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51" name="Text 2"/>
          <p:cNvSpPr/>
          <p:nvPr/>
        </p:nvSpPr>
        <p:spPr>
          <a:xfrm>
            <a:off x="1079640" y="65160"/>
            <a:ext cx="8115120" cy="27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99b8d4"/>
                </a:solidFill>
                <a:latin typeface="Calibri"/>
                <a:ea typeface="Calibri"/>
              </a:rPr>
              <a:t>MAINTENANCE AOP ACTIVITY STATUS TRACKER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52" name="Text 3"/>
          <p:cNvSpPr/>
          <p:nvPr/>
        </p:nvSpPr>
        <p:spPr>
          <a:xfrm>
            <a:off x="1143000" y="368280"/>
            <a:ext cx="8116920" cy="372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200" spc="-1" strike="noStrike">
                <a:solidFill>
                  <a:srgbClr val="ffffff"/>
                </a:solidFill>
                <a:latin typeface="Cambria"/>
                <a:ea typeface="Cambria"/>
              </a:rPr>
              <a:t>Electrical AOP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53" name="Shape 4"/>
          <p:cNvSpPr/>
          <p:nvPr/>
        </p:nvSpPr>
        <p:spPr>
          <a:xfrm>
            <a:off x="7734240" y="173160"/>
            <a:ext cx="4229280" cy="422280"/>
          </a:xfrm>
          <a:custGeom>
            <a:avLst/>
            <a:gdLst/>
            <a:ahLst/>
            <a:rect l="l" t="t" r="r" b="b"/>
            <a:pathLst>
              <a:path w="21616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205366" y="21600"/>
                </a:lnTo>
                <a:arcTo wR="183766" hR="10800" stAng="5400000" swAng="5400000"/>
                <a:lnTo>
                  <a:pt x="21600" y="10800"/>
                </a:lnTo>
                <a:arcTo wR="183766" hR="10800" stAng="10800000" swAng="5400000"/>
                <a:close/>
              </a:path>
            </a:pathLst>
          </a:cu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54" name="Text 5"/>
          <p:cNvSpPr/>
          <p:nvPr/>
        </p:nvSpPr>
        <p:spPr>
          <a:xfrm>
            <a:off x="8458200" y="266760"/>
            <a:ext cx="2865600" cy="230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b2545"/>
                </a:solidFill>
                <a:latin typeface="Calibri"/>
                <a:ea typeface="Calibri"/>
              </a:rPr>
              <a:t>FY 2026-27  ·  AOP STATUS REVIEW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55" name="Shape 113"/>
          <p:cNvSpPr/>
          <p:nvPr/>
        </p:nvSpPr>
        <p:spPr>
          <a:xfrm>
            <a:off x="320760" y="6539040"/>
            <a:ext cx="13719240" cy="0"/>
          </a:xfrm>
          <a:prstGeom prst="line">
            <a:avLst/>
          </a:prstGeom>
          <a:ln w="19080">
            <a:solidFill>
              <a:srgbClr val="0b2545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856" name="Text 114"/>
          <p:cNvSpPr/>
          <p:nvPr/>
        </p:nvSpPr>
        <p:spPr>
          <a:xfrm>
            <a:off x="347760" y="6537240"/>
            <a:ext cx="7315200" cy="3114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b2a41"/>
                </a:solidFill>
                <a:latin typeface="Arial"/>
                <a:ea typeface="Calibri"/>
              </a:rPr>
              <a:t>TOTAL: 15 ACTIVITIES  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57" name="Shape 1"/>
          <p:cNvSpPr/>
          <p:nvPr/>
        </p:nvSpPr>
        <p:spPr>
          <a:xfrm>
            <a:off x="328680" y="104760"/>
            <a:ext cx="566640" cy="566640"/>
          </a:xfrm>
          <a:prstGeom prst="ellipse">
            <a:avLst/>
          </a:pr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858" name="Image 0" descr="/home/claude/work/build/icons/bolt_navy.png"/>
          <p:cNvPicPr/>
          <p:nvPr/>
        </p:nvPicPr>
        <p:blipFill>
          <a:blip r:embed="rId1"/>
          <a:stretch/>
        </p:blipFill>
        <p:spPr>
          <a:xfrm>
            <a:off x="465120" y="241200"/>
            <a:ext cx="301680" cy="301680"/>
          </a:xfrm>
          <a:prstGeom prst="rect">
            <a:avLst/>
          </a:prstGeom>
          <a:ln w="0">
            <a:noFill/>
          </a:ln>
        </p:spPr>
      </p:pic>
      <p:pic>
        <p:nvPicPr>
          <p:cNvPr id="13859" name="Table 89" descr=""/>
          <p:cNvPicPr/>
          <p:nvPr/>
        </p:nvPicPr>
        <p:blipFill>
          <a:blip r:embed="rId2"/>
          <a:stretch/>
        </p:blipFill>
        <p:spPr>
          <a:xfrm>
            <a:off x="-30240" y="1627200"/>
            <a:ext cx="14459040" cy="4913280"/>
          </a:xfrm>
          <a:prstGeom prst="rect">
            <a:avLst/>
          </a:prstGeom>
          <a:ln w="0">
            <a:noFill/>
          </a:ln>
        </p:spPr>
      </p:pic>
      <p:sp>
        <p:nvSpPr>
          <p:cNvPr id="13860" name="Shape 13"/>
          <p:cNvSpPr/>
          <p:nvPr/>
        </p:nvSpPr>
        <p:spPr>
          <a:xfrm>
            <a:off x="12747600" y="5989680"/>
            <a:ext cx="1370160" cy="330120"/>
          </a:xfrm>
          <a:custGeom>
            <a:avLst/>
            <a:gdLst/>
            <a:ahLst/>
            <a:rect l="l" t="t" r="r" b="b"/>
            <a:pathLst>
              <a:path w="8957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8776" y="21600"/>
                </a:lnTo>
                <a:arcTo wR="57176" hR="10800" stAng="5400000" swAng="5400000"/>
                <a:lnTo>
                  <a:pt x="21600" y="10800"/>
                </a:lnTo>
                <a:arcTo wR="57176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61" name="Shape 89"/>
          <p:cNvSpPr/>
          <p:nvPr/>
        </p:nvSpPr>
        <p:spPr>
          <a:xfrm>
            <a:off x="12750840" y="3844800"/>
            <a:ext cx="1008000" cy="308160"/>
          </a:xfrm>
          <a:custGeom>
            <a:avLst/>
            <a:gdLst/>
            <a:ahLst/>
            <a:rect l="l" t="t" r="r" b="b"/>
            <a:pathLst>
              <a:path w="70597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59797" y="21600"/>
                </a:lnTo>
                <a:arcTo wR="38197" hR="10800" stAng="5400000" swAng="5400000"/>
                <a:lnTo>
                  <a:pt x="21600" y="10800"/>
                </a:lnTo>
                <a:arcTo wR="38197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62" name="Text 8"/>
          <p:cNvSpPr/>
          <p:nvPr/>
        </p:nvSpPr>
        <p:spPr>
          <a:xfrm>
            <a:off x="12695400" y="2935440"/>
            <a:ext cx="1036440" cy="237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63" name="Shape 7"/>
          <p:cNvSpPr/>
          <p:nvPr/>
        </p:nvSpPr>
        <p:spPr>
          <a:xfrm>
            <a:off x="12695400" y="3051000"/>
            <a:ext cx="1344600" cy="330480"/>
          </a:xfrm>
          <a:custGeom>
            <a:avLst/>
            <a:gdLst/>
            <a:ahLst/>
            <a:rect l="l" t="t" r="r" b="b"/>
            <a:pathLst>
              <a:path w="8781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7010" y="21600"/>
                </a:lnTo>
                <a:arcTo wR="55410" hR="10800" stAng="5400000" swAng="5400000"/>
                <a:lnTo>
                  <a:pt x="21600" y="10800"/>
                </a:lnTo>
                <a:arcTo wR="55410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64" name="Shape 7"/>
          <p:cNvSpPr/>
          <p:nvPr/>
        </p:nvSpPr>
        <p:spPr>
          <a:xfrm>
            <a:off x="195120" y="895320"/>
            <a:ext cx="1371600" cy="238320"/>
          </a:xfrm>
          <a:custGeom>
            <a:avLst/>
            <a:gdLst/>
            <a:ahLst/>
            <a:rect l="l" t="t" r="r" b="b"/>
            <a:pathLst>
              <a:path w="12415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13359" y="21600"/>
                </a:lnTo>
                <a:arcTo wR="91759" hR="10800" stAng="5400000" swAng="5400000"/>
                <a:lnTo>
                  <a:pt x="21600" y="10800"/>
                </a:lnTo>
                <a:arcTo wR="91759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65" name="Text 8"/>
          <p:cNvSpPr/>
          <p:nvPr/>
        </p:nvSpPr>
        <p:spPr>
          <a:xfrm>
            <a:off x="284040" y="925560"/>
            <a:ext cx="1187640" cy="181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 - 2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66" name="Shape 9"/>
          <p:cNvSpPr/>
          <p:nvPr/>
        </p:nvSpPr>
        <p:spPr>
          <a:xfrm>
            <a:off x="1814400" y="89532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67" name="Text 10"/>
          <p:cNvSpPr/>
          <p:nvPr/>
        </p:nvSpPr>
        <p:spPr>
          <a:xfrm>
            <a:off x="1814400" y="895320"/>
            <a:ext cx="1170000" cy="235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e6ba1"/>
                </a:solidFill>
                <a:latin typeface="Arial"/>
                <a:ea typeface="Calibri"/>
              </a:rPr>
              <a:t>ON TRACK - 6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68" name="Shape 11"/>
          <p:cNvSpPr/>
          <p:nvPr/>
        </p:nvSpPr>
        <p:spPr>
          <a:xfrm>
            <a:off x="3205080" y="895320"/>
            <a:ext cx="1500120" cy="238320"/>
          </a:xfrm>
          <a:custGeom>
            <a:avLst/>
            <a:gdLst/>
            <a:ahLst/>
            <a:rect l="l" t="t" r="r" b="b"/>
            <a:pathLst>
              <a:path w="13579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4990" y="21600"/>
                </a:lnTo>
                <a:arcTo wR="103390" hR="10800" stAng="5400000" swAng="5400000"/>
                <a:lnTo>
                  <a:pt x="21600" y="10800"/>
                </a:lnTo>
                <a:arcTo wR="103390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69" name="Text 12"/>
          <p:cNvSpPr/>
          <p:nvPr/>
        </p:nvSpPr>
        <p:spPr>
          <a:xfrm>
            <a:off x="3251160" y="920880"/>
            <a:ext cx="1335240" cy="1666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</a:t>
            </a:r>
            <a:r>
              <a:rPr b="1" lang="en-US" sz="800" spc="-1" strike="noStrike">
                <a:solidFill>
                  <a:srgbClr val="f2a93b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PROGRESS - 5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70" name="Shape 13"/>
          <p:cNvSpPr/>
          <p:nvPr/>
        </p:nvSpPr>
        <p:spPr>
          <a:xfrm>
            <a:off x="4932360" y="89532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71" name="Text 14"/>
          <p:cNvSpPr/>
          <p:nvPr/>
        </p:nvSpPr>
        <p:spPr>
          <a:xfrm>
            <a:off x="4932360" y="895320"/>
            <a:ext cx="1170000" cy="238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 - 3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72" name="Shape 15"/>
          <p:cNvSpPr/>
          <p:nvPr/>
        </p:nvSpPr>
        <p:spPr>
          <a:xfrm>
            <a:off x="6303960" y="895320"/>
            <a:ext cx="1482840" cy="238320"/>
          </a:xfrm>
          <a:custGeom>
            <a:avLst/>
            <a:gdLst/>
            <a:ahLst/>
            <a:rect l="l" t="t" r="r" b="b"/>
            <a:pathLst>
              <a:path w="13422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3426" y="21600"/>
                </a:lnTo>
                <a:arcTo wR="101826" hR="10800" stAng="5400000" swAng="5400000"/>
                <a:lnTo>
                  <a:pt x="21600" y="10800"/>
                </a:lnTo>
                <a:arcTo wR="101826" hR="10800" stAng="10800000" swAng="5400000"/>
                <a:close/>
              </a:path>
            </a:pathLst>
          </a:custGeom>
          <a:solidFill>
            <a:srgbClr val="f3f4f6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73" name="Text 16"/>
          <p:cNvSpPr/>
          <p:nvPr/>
        </p:nvSpPr>
        <p:spPr>
          <a:xfrm>
            <a:off x="6303960" y="901800"/>
            <a:ext cx="1482840" cy="231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NOT</a:t>
            </a:r>
            <a:r>
              <a:rPr b="1" lang="en-US" sz="800" spc="-1" strike="noStrike">
                <a:solidFill>
                  <a:srgbClr val="6b7280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STARTED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13874" name=""/>
          <p:cNvGraphicFramePr/>
          <p:nvPr/>
        </p:nvGraphicFramePr>
        <p:xfrm>
          <a:off x="0" y="1239840"/>
          <a:ext cx="14400360" cy="395280"/>
        </p:xfrm>
        <a:graphic>
          <a:graphicData uri="http://schemas.openxmlformats.org/drawingml/2006/table">
            <a:tbl>
              <a:tblPr/>
              <a:tblGrid>
                <a:gridCol w="550800"/>
                <a:gridCol w="3322800"/>
                <a:gridCol w="2620800"/>
                <a:gridCol w="1573200"/>
                <a:gridCol w="4316400"/>
                <a:gridCol w="2016360"/>
              </a:tblGrid>
              <a:tr h="39528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MAINTENANCE AOP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MILESTONES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TARGETS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13875" name="Shape 89"/>
          <p:cNvSpPr/>
          <p:nvPr/>
        </p:nvSpPr>
        <p:spPr>
          <a:xfrm>
            <a:off x="12776040" y="4924440"/>
            <a:ext cx="1341720" cy="322200"/>
          </a:xfrm>
          <a:custGeom>
            <a:avLst/>
            <a:gdLst/>
            <a:ahLst/>
            <a:rect l="l" t="t" r="r" b="b"/>
            <a:pathLst>
              <a:path w="89871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9071" y="21600"/>
                </a:lnTo>
                <a:arcTo wR="57471" hR="10800" stAng="5400000" swAng="5400000"/>
                <a:lnTo>
                  <a:pt x="21600" y="10800"/>
                </a:lnTo>
                <a:arcTo wR="57471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76" name="Shape 89"/>
          <p:cNvSpPr/>
          <p:nvPr/>
        </p:nvSpPr>
        <p:spPr>
          <a:xfrm>
            <a:off x="12747600" y="3827520"/>
            <a:ext cx="1343160" cy="339840"/>
          </a:xfrm>
          <a:custGeom>
            <a:avLst/>
            <a:gdLst/>
            <a:ahLst/>
            <a:rect l="l" t="t" r="r" b="b"/>
            <a:pathLst>
              <a:path w="85303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4503" y="21600"/>
                </a:lnTo>
                <a:arcTo wR="52903" hR="10800" stAng="5400000" swAng="5400000"/>
                <a:lnTo>
                  <a:pt x="21600" y="10800"/>
                </a:lnTo>
                <a:arcTo wR="52903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77" name="Shape 7"/>
          <p:cNvSpPr/>
          <p:nvPr/>
        </p:nvSpPr>
        <p:spPr>
          <a:xfrm>
            <a:off x="12760200" y="2027160"/>
            <a:ext cx="1344600" cy="330120"/>
          </a:xfrm>
          <a:custGeom>
            <a:avLst/>
            <a:gdLst/>
            <a:ahLst/>
            <a:rect l="l" t="t" r="r" b="b"/>
            <a:pathLst>
              <a:path w="8790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7106" y="21600"/>
                </a:lnTo>
                <a:arcTo wR="55506" hR="10800" stAng="5400000" swAng="5400000"/>
                <a:lnTo>
                  <a:pt x="21600" y="10800"/>
                </a:lnTo>
                <a:arcTo wR="55506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8" name="Shape 0"/>
          <p:cNvSpPr/>
          <p:nvPr/>
        </p:nvSpPr>
        <p:spPr>
          <a:xfrm>
            <a:off x="0" y="0"/>
            <a:ext cx="12701520" cy="804960"/>
          </a:xfrm>
          <a:custGeom>
            <a:avLst/>
            <a:gdLst/>
            <a:ahLst/>
            <a:rect l="l" t="t" r="r" b="b"/>
            <a:pathLst>
              <a:path w="340685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337085" y="21600"/>
                </a:lnTo>
                <a:arcTo wR="315485" hR="3600" stAng="5400000" swAng="5400000"/>
                <a:lnTo>
                  <a:pt x="21600" y="3600"/>
                </a:lnTo>
                <a:arcTo wR="315485" hR="3600" stAng="10800000" swAng="5400000"/>
                <a:close/>
              </a:path>
            </a:pathLst>
          </a:custGeom>
          <a:solidFill>
            <a:srgbClr val="0b254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79" name="Text 2"/>
          <p:cNvSpPr/>
          <p:nvPr/>
        </p:nvSpPr>
        <p:spPr>
          <a:xfrm>
            <a:off x="1079640" y="65160"/>
            <a:ext cx="8115120" cy="27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99b8d4"/>
                </a:solidFill>
                <a:latin typeface="Calibri"/>
                <a:ea typeface="Calibri"/>
              </a:rPr>
              <a:t>MAINTENANCE AOP ACTIVITY STATUS TRACKER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80" name="Text 3"/>
          <p:cNvSpPr/>
          <p:nvPr/>
        </p:nvSpPr>
        <p:spPr>
          <a:xfrm>
            <a:off x="1143000" y="368280"/>
            <a:ext cx="8116920" cy="372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200" spc="-1" strike="noStrike">
                <a:solidFill>
                  <a:srgbClr val="ffffff"/>
                </a:solidFill>
                <a:latin typeface="Cambria"/>
                <a:ea typeface="Cambria"/>
              </a:rPr>
              <a:t>Electrical AOP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81" name="Shape 4"/>
          <p:cNvSpPr/>
          <p:nvPr/>
        </p:nvSpPr>
        <p:spPr>
          <a:xfrm>
            <a:off x="7734240" y="173160"/>
            <a:ext cx="4229280" cy="422280"/>
          </a:xfrm>
          <a:custGeom>
            <a:avLst/>
            <a:gdLst/>
            <a:ahLst/>
            <a:rect l="l" t="t" r="r" b="b"/>
            <a:pathLst>
              <a:path w="21616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205366" y="21600"/>
                </a:lnTo>
                <a:arcTo wR="183766" hR="10800" stAng="5400000" swAng="5400000"/>
                <a:lnTo>
                  <a:pt x="21600" y="10800"/>
                </a:lnTo>
                <a:arcTo wR="183766" hR="10800" stAng="10800000" swAng="5400000"/>
                <a:close/>
              </a:path>
            </a:pathLst>
          </a:cu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82" name="Text 5"/>
          <p:cNvSpPr/>
          <p:nvPr/>
        </p:nvSpPr>
        <p:spPr>
          <a:xfrm>
            <a:off x="8458200" y="266760"/>
            <a:ext cx="2865600" cy="230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b2545"/>
                </a:solidFill>
                <a:latin typeface="Calibri"/>
                <a:ea typeface="Calibri"/>
              </a:rPr>
              <a:t>FY 2026-27  ·  AOP STATUS REVIEW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83" name="Shape 113"/>
          <p:cNvSpPr/>
          <p:nvPr/>
        </p:nvSpPr>
        <p:spPr>
          <a:xfrm>
            <a:off x="320760" y="6539040"/>
            <a:ext cx="13719240" cy="0"/>
          </a:xfrm>
          <a:prstGeom prst="line">
            <a:avLst/>
          </a:prstGeom>
          <a:ln w="19080">
            <a:solidFill>
              <a:srgbClr val="0b2545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884" name="Text 114"/>
          <p:cNvSpPr/>
          <p:nvPr/>
        </p:nvSpPr>
        <p:spPr>
          <a:xfrm>
            <a:off x="347760" y="6537240"/>
            <a:ext cx="7315200" cy="3114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b2a41"/>
                </a:solidFill>
                <a:latin typeface="Arial"/>
                <a:ea typeface="Calibri"/>
              </a:rPr>
              <a:t>TOTAL: 15 ACTIVITIES  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85" name="Shape 1"/>
          <p:cNvSpPr/>
          <p:nvPr/>
        </p:nvSpPr>
        <p:spPr>
          <a:xfrm>
            <a:off x="328680" y="104760"/>
            <a:ext cx="566640" cy="566640"/>
          </a:xfrm>
          <a:prstGeom prst="ellipse">
            <a:avLst/>
          </a:pr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3886" name="Image 0" descr="/home/claude/work/build/icons/bolt_navy.png"/>
          <p:cNvPicPr/>
          <p:nvPr/>
        </p:nvPicPr>
        <p:blipFill>
          <a:blip r:embed="rId1"/>
          <a:stretch/>
        </p:blipFill>
        <p:spPr>
          <a:xfrm>
            <a:off x="465120" y="241200"/>
            <a:ext cx="301680" cy="301680"/>
          </a:xfrm>
          <a:prstGeom prst="rect">
            <a:avLst/>
          </a:prstGeom>
          <a:ln w="0">
            <a:noFill/>
          </a:ln>
        </p:spPr>
      </p:pic>
      <p:graphicFrame>
        <p:nvGraphicFramePr>
          <p:cNvPr id="13887" name=""/>
          <p:cNvGraphicFramePr/>
          <p:nvPr/>
        </p:nvGraphicFramePr>
        <p:xfrm>
          <a:off x="0" y="1660680"/>
          <a:ext cx="14400360" cy="4930560"/>
        </p:xfrm>
        <a:graphic>
          <a:graphicData uri="http://schemas.openxmlformats.org/drawingml/2006/table">
            <a:tbl>
              <a:tblPr/>
              <a:tblGrid>
                <a:gridCol w="576360"/>
                <a:gridCol w="2946240"/>
                <a:gridCol w="3084480"/>
                <a:gridCol w="1405080"/>
                <a:gridCol w="4201920"/>
                <a:gridCol w="2186280"/>
              </a:tblGrid>
              <a:tr h="115884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Relay coordination study for all terminals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Technical Scope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DEWA to MEC for allocation of Engineers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Completing RCS.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31-05-2026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30-06-2026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31-12-2026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MEC declined to perform the engineering activities on 9</a:t>
                      </a:r>
                      <a:r>
                        <a:rPr b="0" lang="en-US" sz="1400" spc="-1" strike="noStrike" baseline="30000">
                          <a:solidFill>
                            <a:srgbClr val="002060"/>
                          </a:solidFill>
                          <a:latin typeface="Arial"/>
                        </a:rPr>
                        <a:t>th</a:t>
                      </a: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 June 2026; however, they had already finalized the scope.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Service code Created, PR created and under release.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</a:tr>
              <a:tr h="51804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DCRM Testing on OLTC overhauling.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Material Identification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PR Creation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30-04-2026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15-06-2026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a) Service code 3330214 created.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b) PR pending for budget approval.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74592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13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Completing Commissioning of Solar Roof Tops at Bhopal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Receiving Material at site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Installation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Commissioning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31-05-2026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31-06-2026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10-07-2026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a) CEIG Approval received.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b) On Track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  <a:tr h="95904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14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Completing Commissioning of Solar Roof Tops at Haldia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Receiving Material at site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Installation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Commissioning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31-05-2026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31-07-2026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31-10-2026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a) </a:t>
                      </a:r>
                      <a:r>
                        <a:rPr b="0" lang="en-US" sz="1400" spc="-1" strike="noStrike">
                          <a:solidFill>
                            <a:srgbClr val="00b050"/>
                          </a:solidFill>
                          <a:latin typeface="Arial"/>
                          <a:ea typeface="Calibri"/>
                        </a:rPr>
                        <a:t>Completed</a:t>
                      </a: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b) </a:t>
                      </a:r>
                      <a:r>
                        <a:rPr b="0" lang="en-US" sz="1400" spc="-1" strike="noStrike">
                          <a:solidFill>
                            <a:srgbClr val="00b050"/>
                          </a:solidFill>
                          <a:latin typeface="Arial"/>
                          <a:ea typeface="Calibri"/>
                        </a:rPr>
                        <a:t>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c) In progress.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159552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15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12No's of locations budgetary offers for installation of Rooftop (3T,7D&amp;2LPG)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Allocation of Team for individual site survey.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Feasibility of Identified locations for installation of Rooftops at all 12 locations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Budgetary offers for all 12 locations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31-05-2026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31-08-2026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15-09-2026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a) Completed Survey by solar team at 5 Locations and budgetary quote received at 5 locations.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b) Remaining sites survey in progress, status will be updated by 10</a:t>
                      </a:r>
                      <a:r>
                        <a:rPr b="0" lang="en-US" sz="1400" spc="-1" strike="noStrike" baseline="30000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th</a:t>
                      </a: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 Sep’2026.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</a:tbl>
          </a:graphicData>
        </a:graphic>
      </p:graphicFrame>
      <p:sp>
        <p:nvSpPr>
          <p:cNvPr id="13888" name="Shape 7"/>
          <p:cNvSpPr/>
          <p:nvPr/>
        </p:nvSpPr>
        <p:spPr>
          <a:xfrm>
            <a:off x="195120" y="923760"/>
            <a:ext cx="1371600" cy="238320"/>
          </a:xfrm>
          <a:custGeom>
            <a:avLst/>
            <a:gdLst/>
            <a:ahLst/>
            <a:rect l="l" t="t" r="r" b="b"/>
            <a:pathLst>
              <a:path w="12415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13359" y="21600"/>
                </a:lnTo>
                <a:arcTo wR="91759" hR="10800" stAng="5400000" swAng="5400000"/>
                <a:lnTo>
                  <a:pt x="21600" y="10800"/>
                </a:lnTo>
                <a:arcTo wR="91759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89" name="Text 8"/>
          <p:cNvSpPr/>
          <p:nvPr/>
        </p:nvSpPr>
        <p:spPr>
          <a:xfrm>
            <a:off x="284040" y="952560"/>
            <a:ext cx="1187640" cy="181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 - 1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90" name="Shape 9"/>
          <p:cNvSpPr/>
          <p:nvPr/>
        </p:nvSpPr>
        <p:spPr>
          <a:xfrm>
            <a:off x="181440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91" name="Text 10"/>
          <p:cNvSpPr/>
          <p:nvPr/>
        </p:nvSpPr>
        <p:spPr>
          <a:xfrm>
            <a:off x="1814400" y="923760"/>
            <a:ext cx="1170000" cy="235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e6ba1"/>
                </a:solidFill>
                <a:latin typeface="Arial"/>
                <a:ea typeface="Calibri"/>
              </a:rPr>
              <a:t>ON TRACK - 6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92" name="Shape 11"/>
          <p:cNvSpPr/>
          <p:nvPr/>
        </p:nvSpPr>
        <p:spPr>
          <a:xfrm>
            <a:off x="3205080" y="923760"/>
            <a:ext cx="1500120" cy="238320"/>
          </a:xfrm>
          <a:custGeom>
            <a:avLst/>
            <a:gdLst/>
            <a:ahLst/>
            <a:rect l="l" t="t" r="r" b="b"/>
            <a:pathLst>
              <a:path w="13579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4990" y="21600"/>
                </a:lnTo>
                <a:arcTo wR="103390" hR="10800" stAng="5400000" swAng="5400000"/>
                <a:lnTo>
                  <a:pt x="21600" y="10800"/>
                </a:lnTo>
                <a:arcTo wR="103390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93" name="Text 12"/>
          <p:cNvSpPr/>
          <p:nvPr/>
        </p:nvSpPr>
        <p:spPr>
          <a:xfrm>
            <a:off x="3251160" y="949320"/>
            <a:ext cx="1335240" cy="1666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</a:t>
            </a:r>
            <a:r>
              <a:rPr b="1" lang="en-US" sz="800" spc="-1" strike="noStrike">
                <a:solidFill>
                  <a:srgbClr val="f2a93b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PROGRESS - 5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94" name="Shape 13"/>
          <p:cNvSpPr/>
          <p:nvPr/>
        </p:nvSpPr>
        <p:spPr>
          <a:xfrm>
            <a:off x="493236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95" name="Text 14"/>
          <p:cNvSpPr/>
          <p:nvPr/>
        </p:nvSpPr>
        <p:spPr>
          <a:xfrm>
            <a:off x="4932360" y="923760"/>
            <a:ext cx="1170000" cy="238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 - 3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96" name="Shape 15"/>
          <p:cNvSpPr/>
          <p:nvPr/>
        </p:nvSpPr>
        <p:spPr>
          <a:xfrm>
            <a:off x="6303960" y="923760"/>
            <a:ext cx="1482840" cy="238320"/>
          </a:xfrm>
          <a:custGeom>
            <a:avLst/>
            <a:gdLst/>
            <a:ahLst/>
            <a:rect l="l" t="t" r="r" b="b"/>
            <a:pathLst>
              <a:path w="13422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3426" y="21600"/>
                </a:lnTo>
                <a:arcTo wR="101826" hR="10800" stAng="5400000" swAng="5400000"/>
                <a:lnTo>
                  <a:pt x="21600" y="10800"/>
                </a:lnTo>
                <a:arcTo wR="101826" hR="10800" stAng="10800000" swAng="5400000"/>
                <a:close/>
              </a:path>
            </a:pathLst>
          </a:custGeom>
          <a:solidFill>
            <a:srgbClr val="f3f4f6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897" name="Text 16"/>
          <p:cNvSpPr/>
          <p:nvPr/>
        </p:nvSpPr>
        <p:spPr>
          <a:xfrm>
            <a:off x="6303960" y="930240"/>
            <a:ext cx="1482840" cy="231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NOT</a:t>
            </a:r>
            <a:r>
              <a:rPr b="1" lang="en-US" sz="800" spc="-1" strike="noStrike">
                <a:solidFill>
                  <a:srgbClr val="6b7280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STARTED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13898" name=""/>
          <p:cNvGraphicFramePr/>
          <p:nvPr/>
        </p:nvGraphicFramePr>
        <p:xfrm>
          <a:off x="0" y="1239840"/>
          <a:ext cx="14400360" cy="423720"/>
        </p:xfrm>
        <a:graphic>
          <a:graphicData uri="http://schemas.openxmlformats.org/drawingml/2006/table">
            <a:tbl>
              <a:tblPr/>
              <a:tblGrid>
                <a:gridCol w="577800"/>
                <a:gridCol w="2932200"/>
                <a:gridCol w="3119400"/>
                <a:gridCol w="1398600"/>
                <a:gridCol w="4208400"/>
                <a:gridCol w="2163960"/>
              </a:tblGrid>
              <a:tr h="42372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MAINTENANCE AOP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MILESTONES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TARGETS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13899" name="Shape 89"/>
          <p:cNvSpPr/>
          <p:nvPr/>
        </p:nvSpPr>
        <p:spPr>
          <a:xfrm>
            <a:off x="12587400" y="2901960"/>
            <a:ext cx="1341360" cy="339840"/>
          </a:xfrm>
          <a:custGeom>
            <a:avLst/>
            <a:gdLst/>
            <a:ahLst/>
            <a:rect l="l" t="t" r="r" b="b"/>
            <a:pathLst>
              <a:path w="8518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4389" y="21600"/>
                </a:lnTo>
                <a:arcTo wR="52789" hR="10800" stAng="5400000" swAng="5400000"/>
                <a:lnTo>
                  <a:pt x="21600" y="10800"/>
                </a:lnTo>
                <a:arcTo wR="52789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00" name="Shape 89"/>
          <p:cNvSpPr/>
          <p:nvPr/>
        </p:nvSpPr>
        <p:spPr>
          <a:xfrm>
            <a:off x="12587400" y="2084400"/>
            <a:ext cx="1341360" cy="339840"/>
          </a:xfrm>
          <a:custGeom>
            <a:avLst/>
            <a:gdLst/>
            <a:ahLst/>
            <a:rect l="l" t="t" r="r" b="b"/>
            <a:pathLst>
              <a:path w="8518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4389" y="21600"/>
                </a:lnTo>
                <a:arcTo wR="52789" hR="10800" stAng="5400000" swAng="5400000"/>
                <a:lnTo>
                  <a:pt x="21600" y="10800"/>
                </a:lnTo>
                <a:arcTo wR="52789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01" name="Shape 11"/>
          <p:cNvSpPr/>
          <p:nvPr/>
        </p:nvSpPr>
        <p:spPr>
          <a:xfrm>
            <a:off x="12627000" y="3522600"/>
            <a:ext cx="1341360" cy="330120"/>
          </a:xfrm>
          <a:custGeom>
            <a:avLst/>
            <a:gdLst/>
            <a:ahLst/>
            <a:rect l="l" t="t" r="r" b="b"/>
            <a:pathLst>
              <a:path w="87694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894" y="21600"/>
                </a:lnTo>
                <a:arcTo wR="55294" hR="10800" stAng="5400000" swAng="5400000"/>
                <a:lnTo>
                  <a:pt x="21600" y="10800"/>
                </a:lnTo>
                <a:arcTo wR="55294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 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02" name="Shape 11"/>
          <p:cNvSpPr/>
          <p:nvPr/>
        </p:nvSpPr>
        <p:spPr>
          <a:xfrm>
            <a:off x="12627000" y="4349880"/>
            <a:ext cx="1341360" cy="330120"/>
          </a:xfrm>
          <a:custGeom>
            <a:avLst/>
            <a:gdLst/>
            <a:ahLst/>
            <a:rect l="l" t="t" r="r" b="b"/>
            <a:pathLst>
              <a:path w="87694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894" y="21600"/>
                </a:lnTo>
                <a:arcTo wR="55294" hR="10800" stAng="5400000" swAng="5400000"/>
                <a:lnTo>
                  <a:pt x="21600" y="10800"/>
                </a:lnTo>
                <a:arcTo wR="55294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 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03" name="Shape 11"/>
          <p:cNvSpPr/>
          <p:nvPr/>
        </p:nvSpPr>
        <p:spPr>
          <a:xfrm>
            <a:off x="12587400" y="5597640"/>
            <a:ext cx="1341360" cy="330120"/>
          </a:xfrm>
          <a:custGeom>
            <a:avLst/>
            <a:gdLst/>
            <a:ahLst/>
            <a:rect l="l" t="t" r="r" b="b"/>
            <a:pathLst>
              <a:path w="87694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894" y="21600"/>
                </a:lnTo>
                <a:arcTo wR="55294" hR="10800" stAng="5400000" swAng="5400000"/>
                <a:lnTo>
                  <a:pt x="21600" y="10800"/>
                </a:lnTo>
                <a:arcTo wR="55294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 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4" name="Shape 0"/>
          <p:cNvSpPr/>
          <p:nvPr/>
        </p:nvSpPr>
        <p:spPr>
          <a:xfrm>
            <a:off x="0" y="0"/>
            <a:ext cx="12701520" cy="804960"/>
          </a:xfrm>
          <a:custGeom>
            <a:avLst/>
            <a:gdLst/>
            <a:ahLst/>
            <a:rect l="l" t="t" r="r" b="b"/>
            <a:pathLst>
              <a:path w="340685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337085" y="21600"/>
                </a:lnTo>
                <a:arcTo wR="315485" hR="3600" stAng="5400000" swAng="5400000"/>
                <a:lnTo>
                  <a:pt x="21600" y="3600"/>
                </a:lnTo>
                <a:arcTo wR="315485" hR="3600" stAng="10800000" swAng="5400000"/>
                <a:close/>
              </a:path>
            </a:pathLst>
          </a:custGeom>
          <a:solidFill>
            <a:srgbClr val="0b254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05" name="Text 2"/>
          <p:cNvSpPr/>
          <p:nvPr/>
        </p:nvSpPr>
        <p:spPr>
          <a:xfrm>
            <a:off x="1079640" y="65160"/>
            <a:ext cx="8115120" cy="27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99b8d4"/>
                </a:solidFill>
                <a:latin typeface="Calibri"/>
                <a:ea typeface="Calibri"/>
              </a:rPr>
              <a:t>MAINTENANCE AOP ACTIVITY STATUS TRACKER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06" name="Text 3"/>
          <p:cNvSpPr/>
          <p:nvPr/>
        </p:nvSpPr>
        <p:spPr>
          <a:xfrm>
            <a:off x="1143000" y="368280"/>
            <a:ext cx="8116920" cy="372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200" spc="-1" strike="noStrike">
                <a:solidFill>
                  <a:srgbClr val="ffffff"/>
                </a:solidFill>
                <a:latin typeface="Cambria"/>
                <a:ea typeface="Cambria"/>
              </a:rPr>
              <a:t>Instrumentation AOP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07" name="Shape 4"/>
          <p:cNvSpPr/>
          <p:nvPr/>
        </p:nvSpPr>
        <p:spPr>
          <a:xfrm>
            <a:off x="7734240" y="173160"/>
            <a:ext cx="4229280" cy="422280"/>
          </a:xfrm>
          <a:custGeom>
            <a:avLst/>
            <a:gdLst/>
            <a:ahLst/>
            <a:rect l="l" t="t" r="r" b="b"/>
            <a:pathLst>
              <a:path w="21616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205366" y="21600"/>
                </a:lnTo>
                <a:arcTo wR="183766" hR="10800" stAng="5400000" swAng="5400000"/>
                <a:lnTo>
                  <a:pt x="21600" y="10800"/>
                </a:lnTo>
                <a:arcTo wR="183766" hR="10800" stAng="10800000" swAng="5400000"/>
                <a:close/>
              </a:path>
            </a:pathLst>
          </a:cu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08" name="Text 5"/>
          <p:cNvSpPr/>
          <p:nvPr/>
        </p:nvSpPr>
        <p:spPr>
          <a:xfrm>
            <a:off x="8458200" y="266760"/>
            <a:ext cx="2865600" cy="230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b2545"/>
                </a:solidFill>
                <a:latin typeface="Calibri"/>
                <a:ea typeface="Calibri"/>
              </a:rPr>
              <a:t>FY 2026-27  ·  AOP STATUS REVIEW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09" name="Shape 113"/>
          <p:cNvSpPr/>
          <p:nvPr/>
        </p:nvSpPr>
        <p:spPr>
          <a:xfrm>
            <a:off x="320760" y="6539040"/>
            <a:ext cx="13719240" cy="0"/>
          </a:xfrm>
          <a:prstGeom prst="line">
            <a:avLst/>
          </a:prstGeom>
          <a:ln w="19080">
            <a:solidFill>
              <a:srgbClr val="0b2545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910" name="Text 114"/>
          <p:cNvSpPr/>
          <p:nvPr/>
        </p:nvSpPr>
        <p:spPr>
          <a:xfrm>
            <a:off x="347760" y="6537240"/>
            <a:ext cx="7315200" cy="3114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b2a41"/>
                </a:solidFill>
                <a:latin typeface="Arial"/>
                <a:ea typeface="Calibri"/>
              </a:rPr>
              <a:t>TOTAL: 10 ACTIVITIES  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11" name="Shape 1"/>
          <p:cNvSpPr/>
          <p:nvPr/>
        </p:nvSpPr>
        <p:spPr>
          <a:xfrm>
            <a:off x="328680" y="104760"/>
            <a:ext cx="566640" cy="566640"/>
          </a:xfrm>
          <a:prstGeom prst="ellipse">
            <a:avLst/>
          </a:pr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graphicFrame>
        <p:nvGraphicFramePr>
          <p:cNvPr id="13912" name=""/>
          <p:cNvGraphicFramePr/>
          <p:nvPr/>
        </p:nvGraphicFramePr>
        <p:xfrm>
          <a:off x="0" y="1674720"/>
          <a:ext cx="14400360" cy="4862520"/>
        </p:xfrm>
        <a:graphic>
          <a:graphicData uri="http://schemas.openxmlformats.org/drawingml/2006/table">
            <a:tbl>
              <a:tblPr/>
              <a:tblGrid>
                <a:gridCol w="576360"/>
                <a:gridCol w="4690800"/>
                <a:gridCol w="2252880"/>
                <a:gridCol w="1541520"/>
                <a:gridCol w="3384360"/>
                <a:gridCol w="1954440"/>
              </a:tblGrid>
              <a:tr h="80172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Establish Cyber Security Servers AMC for PDC, SDC, and ePO central servers across Chennai, Haldia, Kanpur, and RCP central servers with end-to-end support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Codification and PR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31.07.2026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31.12.2026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Budgetary quotation received from OEM; Service code created. PR created and under release.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cPr anchor="t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</a:tr>
              <a:tr h="109368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Establish TAS system AMC to ensure reliable, secure, and uninterrupted operations across depot locations—Mandar, Tilbegumpur, Tada, Girisola, Baharagora, and Dobhi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Technical Review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Codification and PR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31.08.2026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31.01.2027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Budgetary quotation received from OEM, Technical review completed, Service code created.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173376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Conduct a technical feasibility study for IP21 system implementation across Chennai, Haldia, and Kanpur terminals, including its use for real-time process data acquisition, monitoring, reporting, and integration with existing control systems, along with assessment of infrastructure readiness, network compatibility, and cost implications.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Technical Review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Codification and PR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31.08.2026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31.12.2026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Technical feasibility assessment in progress.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Scope identified, Terminal central server allocated and handover GMS tech COE installation IP21 applications.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  <a:tr h="123336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4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Implement centralized CCTV remote access at RCP for real-time monitoring of depot locations (Girisola, Dobhi, Baharagora, Nalagarh, Tada, Tilbegumpur, and Mandar) via the Jio Secure platform, ensuring secure connectivity, user access control, and system reliability.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Technical Review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Codification and PR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31.08.2026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31.01.2027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31.02.2027 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b050"/>
                          </a:solidFill>
                          <a:latin typeface="Arial"/>
                          <a:ea typeface="Calibri"/>
                        </a:rPr>
                        <a:t>Activity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</a:tbl>
          </a:graphicData>
        </a:graphic>
      </p:graphicFrame>
      <p:sp>
        <p:nvSpPr>
          <p:cNvPr id="13913" name="Shape 7"/>
          <p:cNvSpPr/>
          <p:nvPr/>
        </p:nvSpPr>
        <p:spPr>
          <a:xfrm>
            <a:off x="195120" y="923760"/>
            <a:ext cx="1371600" cy="238320"/>
          </a:xfrm>
          <a:custGeom>
            <a:avLst/>
            <a:gdLst/>
            <a:ahLst/>
            <a:rect l="l" t="t" r="r" b="b"/>
            <a:pathLst>
              <a:path w="12415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13359" y="21600"/>
                </a:lnTo>
                <a:arcTo wR="91759" hR="10800" stAng="5400000" swAng="5400000"/>
                <a:lnTo>
                  <a:pt x="21600" y="10800"/>
                </a:lnTo>
                <a:arcTo wR="91759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14" name="Text 8"/>
          <p:cNvSpPr/>
          <p:nvPr/>
        </p:nvSpPr>
        <p:spPr>
          <a:xfrm>
            <a:off x="284040" y="952560"/>
            <a:ext cx="1187640" cy="181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 - 2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15" name="Shape 9"/>
          <p:cNvSpPr/>
          <p:nvPr/>
        </p:nvSpPr>
        <p:spPr>
          <a:xfrm>
            <a:off x="181440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16" name="Text 10"/>
          <p:cNvSpPr/>
          <p:nvPr/>
        </p:nvSpPr>
        <p:spPr>
          <a:xfrm>
            <a:off x="1814400" y="923760"/>
            <a:ext cx="1170000" cy="235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e6ba1"/>
                </a:solidFill>
                <a:latin typeface="Arial"/>
                <a:ea typeface="Calibri"/>
              </a:rPr>
              <a:t>ON TRACK - 8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17" name="Shape 11"/>
          <p:cNvSpPr/>
          <p:nvPr/>
        </p:nvSpPr>
        <p:spPr>
          <a:xfrm>
            <a:off x="3205080" y="923760"/>
            <a:ext cx="1500120" cy="238320"/>
          </a:xfrm>
          <a:custGeom>
            <a:avLst/>
            <a:gdLst/>
            <a:ahLst/>
            <a:rect l="l" t="t" r="r" b="b"/>
            <a:pathLst>
              <a:path w="13579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4990" y="21600"/>
                </a:lnTo>
                <a:arcTo wR="103390" hR="10800" stAng="5400000" swAng="5400000"/>
                <a:lnTo>
                  <a:pt x="21600" y="10800"/>
                </a:lnTo>
                <a:arcTo wR="103390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18" name="Text 12"/>
          <p:cNvSpPr/>
          <p:nvPr/>
        </p:nvSpPr>
        <p:spPr>
          <a:xfrm>
            <a:off x="3251160" y="949320"/>
            <a:ext cx="1335240" cy="1666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</a:t>
            </a:r>
            <a:r>
              <a:rPr b="1" lang="en-US" sz="800" spc="-1" strike="noStrike">
                <a:solidFill>
                  <a:srgbClr val="f2a93b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19" name="Shape 13"/>
          <p:cNvSpPr/>
          <p:nvPr/>
        </p:nvSpPr>
        <p:spPr>
          <a:xfrm>
            <a:off x="493236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20" name="Text 14"/>
          <p:cNvSpPr/>
          <p:nvPr/>
        </p:nvSpPr>
        <p:spPr>
          <a:xfrm>
            <a:off x="4932360" y="923760"/>
            <a:ext cx="1170000" cy="238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21" name="Shape 15"/>
          <p:cNvSpPr/>
          <p:nvPr/>
        </p:nvSpPr>
        <p:spPr>
          <a:xfrm>
            <a:off x="6303960" y="923760"/>
            <a:ext cx="1482840" cy="238320"/>
          </a:xfrm>
          <a:custGeom>
            <a:avLst/>
            <a:gdLst/>
            <a:ahLst/>
            <a:rect l="l" t="t" r="r" b="b"/>
            <a:pathLst>
              <a:path w="13422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3426" y="21600"/>
                </a:lnTo>
                <a:arcTo wR="101826" hR="10800" stAng="5400000" swAng="5400000"/>
                <a:lnTo>
                  <a:pt x="21600" y="10800"/>
                </a:lnTo>
                <a:arcTo wR="101826" hR="10800" stAng="10800000" swAng="5400000"/>
                <a:close/>
              </a:path>
            </a:pathLst>
          </a:custGeom>
          <a:solidFill>
            <a:srgbClr val="f3f4f6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22" name="Text 16"/>
          <p:cNvSpPr/>
          <p:nvPr/>
        </p:nvSpPr>
        <p:spPr>
          <a:xfrm>
            <a:off x="6303960" y="930240"/>
            <a:ext cx="1482840" cy="231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NOT</a:t>
            </a:r>
            <a:r>
              <a:rPr b="1" lang="en-US" sz="800" spc="-1" strike="noStrike">
                <a:solidFill>
                  <a:srgbClr val="6b7280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STARTED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923" name="Image 0" descr="/home/claude/work/build/icons/sliders_navy.png"/>
          <p:cNvPicPr/>
          <p:nvPr/>
        </p:nvPicPr>
        <p:blipFill>
          <a:blip r:embed="rId1"/>
          <a:stretch/>
        </p:blipFill>
        <p:spPr>
          <a:xfrm>
            <a:off x="453960" y="241200"/>
            <a:ext cx="301680" cy="301680"/>
          </a:xfrm>
          <a:prstGeom prst="rect">
            <a:avLst/>
          </a:prstGeom>
          <a:ln w="0">
            <a:noFill/>
          </a:ln>
        </p:spPr>
      </p:pic>
      <p:graphicFrame>
        <p:nvGraphicFramePr>
          <p:cNvPr id="13924" name=""/>
          <p:cNvGraphicFramePr/>
          <p:nvPr/>
        </p:nvGraphicFramePr>
        <p:xfrm>
          <a:off x="0" y="1239840"/>
          <a:ext cx="14400360" cy="438120"/>
        </p:xfrm>
        <a:graphic>
          <a:graphicData uri="http://schemas.openxmlformats.org/drawingml/2006/table">
            <a:tbl>
              <a:tblPr/>
              <a:tblGrid>
                <a:gridCol w="577800"/>
                <a:gridCol w="4680000"/>
                <a:gridCol w="2259000"/>
                <a:gridCol w="1546200"/>
                <a:gridCol w="3375000"/>
                <a:gridCol w="1962360"/>
              </a:tblGrid>
              <a:tr h="43812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MAINTENANCE AOP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MILESTONES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TARGETS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13925" name="Shape 89"/>
          <p:cNvSpPr/>
          <p:nvPr/>
        </p:nvSpPr>
        <p:spPr>
          <a:xfrm>
            <a:off x="12793680" y="1943280"/>
            <a:ext cx="1336680" cy="339480"/>
          </a:xfrm>
          <a:custGeom>
            <a:avLst/>
            <a:gdLst/>
            <a:ahLst/>
            <a:rect l="l" t="t" r="r" b="b"/>
            <a:pathLst>
              <a:path w="84981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4181" y="21600"/>
                </a:lnTo>
                <a:arcTo wR="52581" hR="10800" stAng="5400000" swAng="5400000"/>
                <a:lnTo>
                  <a:pt x="21600" y="10800"/>
                </a:lnTo>
                <a:arcTo wR="52581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26" name="Shape 89"/>
          <p:cNvSpPr/>
          <p:nvPr/>
        </p:nvSpPr>
        <p:spPr>
          <a:xfrm>
            <a:off x="12793680" y="2717640"/>
            <a:ext cx="1336680" cy="339840"/>
          </a:xfrm>
          <a:custGeom>
            <a:avLst/>
            <a:gdLst/>
            <a:ahLst/>
            <a:rect l="l" t="t" r="r" b="b"/>
            <a:pathLst>
              <a:path w="84891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4091" y="21600"/>
                </a:lnTo>
                <a:arcTo wR="52491" hR="10800" stAng="5400000" swAng="5400000"/>
                <a:lnTo>
                  <a:pt x="21600" y="10800"/>
                </a:lnTo>
                <a:arcTo wR="52491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27" name="Shape 89"/>
          <p:cNvSpPr/>
          <p:nvPr/>
        </p:nvSpPr>
        <p:spPr>
          <a:xfrm>
            <a:off x="12793680" y="4205160"/>
            <a:ext cx="1336680" cy="339840"/>
          </a:xfrm>
          <a:custGeom>
            <a:avLst/>
            <a:gdLst/>
            <a:ahLst/>
            <a:rect l="l" t="t" r="r" b="b"/>
            <a:pathLst>
              <a:path w="84891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4091" y="21600"/>
                </a:lnTo>
                <a:arcTo wR="52491" hR="10800" stAng="5400000" swAng="5400000"/>
                <a:lnTo>
                  <a:pt x="21600" y="10800"/>
                </a:lnTo>
                <a:arcTo wR="52491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28" name="Shape 7"/>
          <p:cNvSpPr/>
          <p:nvPr/>
        </p:nvSpPr>
        <p:spPr>
          <a:xfrm>
            <a:off x="12793680" y="5823000"/>
            <a:ext cx="1336680" cy="330120"/>
          </a:xfrm>
          <a:custGeom>
            <a:avLst/>
            <a:gdLst/>
            <a:ahLst/>
            <a:rect l="l" t="t" r="r" b="b"/>
            <a:pathLst>
              <a:path w="87388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588" y="21600"/>
                </a:lnTo>
                <a:arcTo wR="54988" hR="10800" stAng="5400000" swAng="5400000"/>
                <a:lnTo>
                  <a:pt x="21600" y="10800"/>
                </a:lnTo>
                <a:arcTo wR="54988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9" name="Shape 0"/>
          <p:cNvSpPr/>
          <p:nvPr/>
        </p:nvSpPr>
        <p:spPr>
          <a:xfrm>
            <a:off x="0" y="0"/>
            <a:ext cx="12701520" cy="804960"/>
          </a:xfrm>
          <a:custGeom>
            <a:avLst/>
            <a:gdLst/>
            <a:ahLst/>
            <a:rect l="l" t="t" r="r" b="b"/>
            <a:pathLst>
              <a:path w="340685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337085" y="21600"/>
                </a:lnTo>
                <a:arcTo wR="315485" hR="3600" stAng="5400000" swAng="5400000"/>
                <a:lnTo>
                  <a:pt x="21600" y="3600"/>
                </a:lnTo>
                <a:arcTo wR="315485" hR="3600" stAng="10800000" swAng="5400000"/>
                <a:close/>
              </a:path>
            </a:pathLst>
          </a:custGeom>
          <a:solidFill>
            <a:srgbClr val="0b254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30" name="Text 2"/>
          <p:cNvSpPr/>
          <p:nvPr/>
        </p:nvSpPr>
        <p:spPr>
          <a:xfrm>
            <a:off x="1079640" y="65160"/>
            <a:ext cx="8115120" cy="27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99b8d4"/>
                </a:solidFill>
                <a:latin typeface="Calibri"/>
                <a:ea typeface="Calibri"/>
              </a:rPr>
              <a:t>MAINTENANCE AOP ACTIVITY STATUS TRACKER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31" name="Text 3"/>
          <p:cNvSpPr/>
          <p:nvPr/>
        </p:nvSpPr>
        <p:spPr>
          <a:xfrm>
            <a:off x="1143000" y="368280"/>
            <a:ext cx="8116920" cy="372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200" spc="-1" strike="noStrike">
                <a:solidFill>
                  <a:srgbClr val="ffffff"/>
                </a:solidFill>
                <a:latin typeface="Cambria"/>
                <a:ea typeface="Cambria"/>
              </a:rPr>
              <a:t>Instrumentation AOP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32" name="Shape 4"/>
          <p:cNvSpPr/>
          <p:nvPr/>
        </p:nvSpPr>
        <p:spPr>
          <a:xfrm>
            <a:off x="7734240" y="173160"/>
            <a:ext cx="4229280" cy="422280"/>
          </a:xfrm>
          <a:custGeom>
            <a:avLst/>
            <a:gdLst/>
            <a:ahLst/>
            <a:rect l="l" t="t" r="r" b="b"/>
            <a:pathLst>
              <a:path w="21616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205366" y="21600"/>
                </a:lnTo>
                <a:arcTo wR="183766" hR="10800" stAng="5400000" swAng="5400000"/>
                <a:lnTo>
                  <a:pt x="21600" y="10800"/>
                </a:lnTo>
                <a:arcTo wR="183766" hR="10800" stAng="10800000" swAng="5400000"/>
                <a:close/>
              </a:path>
            </a:pathLst>
          </a:cu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33" name="Text 5"/>
          <p:cNvSpPr/>
          <p:nvPr/>
        </p:nvSpPr>
        <p:spPr>
          <a:xfrm>
            <a:off x="8458200" y="266760"/>
            <a:ext cx="2865600" cy="230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b2545"/>
                </a:solidFill>
                <a:latin typeface="Calibri"/>
                <a:ea typeface="Calibri"/>
              </a:rPr>
              <a:t>FY 2026-27  ·  AOP STATUS REVIEW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34" name="Shape 113"/>
          <p:cNvSpPr/>
          <p:nvPr/>
        </p:nvSpPr>
        <p:spPr>
          <a:xfrm>
            <a:off x="320760" y="6539040"/>
            <a:ext cx="13719240" cy="0"/>
          </a:xfrm>
          <a:prstGeom prst="line">
            <a:avLst/>
          </a:prstGeom>
          <a:ln w="19080">
            <a:solidFill>
              <a:srgbClr val="0b2545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935" name="Text 114"/>
          <p:cNvSpPr/>
          <p:nvPr/>
        </p:nvSpPr>
        <p:spPr>
          <a:xfrm>
            <a:off x="347760" y="6537240"/>
            <a:ext cx="7315200" cy="3114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b2a41"/>
                </a:solidFill>
                <a:latin typeface="Arial"/>
                <a:ea typeface="Calibri"/>
              </a:rPr>
              <a:t>TOTAL: 10 ACTIVITIES  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36" name="Shape 1"/>
          <p:cNvSpPr/>
          <p:nvPr/>
        </p:nvSpPr>
        <p:spPr>
          <a:xfrm>
            <a:off x="328680" y="104760"/>
            <a:ext cx="566640" cy="566640"/>
          </a:xfrm>
          <a:prstGeom prst="ellipse">
            <a:avLst/>
          </a:pr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graphicFrame>
        <p:nvGraphicFramePr>
          <p:cNvPr id="13937" name=""/>
          <p:cNvGraphicFramePr/>
          <p:nvPr/>
        </p:nvGraphicFramePr>
        <p:xfrm>
          <a:off x="0" y="1652760"/>
          <a:ext cx="14354280" cy="4884480"/>
        </p:xfrm>
        <a:graphic>
          <a:graphicData uri="http://schemas.openxmlformats.org/drawingml/2006/table">
            <a:tbl>
              <a:tblPr/>
              <a:tblGrid>
                <a:gridCol w="573120"/>
                <a:gridCol w="4346640"/>
                <a:gridCol w="2000160"/>
                <a:gridCol w="1473120"/>
                <a:gridCol w="4040280"/>
                <a:gridCol w="1920960"/>
              </a:tblGrid>
              <a:tr h="131580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5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Preparation of Instrument Index for all terminals, with corrective actions based on field vs. system range verification as per datasheets; signed documents to be uploaded to the R&amp;M portal in line with GDP Summary 5.4-0001-A/3.a.3.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Corrective actions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Document sign off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31.12.2026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tIns="46800" bIns="468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Document sources identified from shared folders, hard copies, and REIMS; instrument index preparation is in progress.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</a:tr>
              <a:tr h="188604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Cause and effect verification on a sample basis for all terminals, carried out in coordination with the operations team.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Haldia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Rewari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Chennai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Haldia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Kanpur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algn="ctr">
                        <a:lnSpc>
                          <a:spcPct val="107000"/>
                        </a:lnSpc>
                        <a:spcBef>
                          <a:spcPts val="349"/>
                        </a:spcBef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Bef>
                          <a:spcPts val="349"/>
                        </a:spcBef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30.07.2026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Bef>
                          <a:spcPts val="349"/>
                        </a:spcBef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31.09.2026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Bef>
                          <a:spcPts val="349"/>
                        </a:spcBef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31.10.2026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Bef>
                          <a:spcPts val="349"/>
                        </a:spcBef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30.11.2026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tIns="46800" bIns="46800" anchor="ctr">
                      <a:noAutofit/>
                    </a:bodyPr>
                    <a:p>
                      <a:pPr marL="343080" indent="-34308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Haldia completed.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Rewari delayed, planned in 2nd  week of Sep’2026.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168264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DCS Pump Logic Gap Closure – All Terminals: Improved reliability through DCS logic modifications by preventing pump start-up via LCS during active interlock conditions. Service PO for the remaining four terminals is in progress.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Bhopal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Rewari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Chennai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Haldia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Kanpur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algn="ctr">
                        <a:lnSpc>
                          <a:spcPct val="107000"/>
                        </a:lnSpc>
                        <a:spcBef>
                          <a:spcPts val="349"/>
                        </a:spcBef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Bef>
                          <a:spcPts val="349"/>
                        </a:spcBef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30.08.2026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Bef>
                          <a:spcPts val="349"/>
                        </a:spcBef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31.10.2026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Bef>
                          <a:spcPts val="349"/>
                        </a:spcBef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31.11.2026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Bef>
                          <a:spcPts val="349"/>
                        </a:spcBef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30.01.2027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tIns="46800" bIns="4680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b050"/>
                          </a:solidFill>
                          <a:latin typeface="Arial"/>
                          <a:ea typeface="Calibri"/>
                        </a:rPr>
                        <a:t>Activity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</a:tbl>
          </a:graphicData>
        </a:graphic>
      </p:graphicFrame>
      <p:sp>
        <p:nvSpPr>
          <p:cNvPr id="13938" name="Shape 7"/>
          <p:cNvSpPr/>
          <p:nvPr/>
        </p:nvSpPr>
        <p:spPr>
          <a:xfrm>
            <a:off x="195120" y="923760"/>
            <a:ext cx="1371600" cy="238320"/>
          </a:xfrm>
          <a:custGeom>
            <a:avLst/>
            <a:gdLst/>
            <a:ahLst/>
            <a:rect l="l" t="t" r="r" b="b"/>
            <a:pathLst>
              <a:path w="12415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13359" y="21600"/>
                </a:lnTo>
                <a:arcTo wR="91759" hR="10800" stAng="5400000" swAng="5400000"/>
                <a:lnTo>
                  <a:pt x="21600" y="10800"/>
                </a:lnTo>
                <a:arcTo wR="91759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39" name="Text 8"/>
          <p:cNvSpPr/>
          <p:nvPr/>
        </p:nvSpPr>
        <p:spPr>
          <a:xfrm>
            <a:off x="284040" y="952560"/>
            <a:ext cx="1187640" cy="181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 - 2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40" name="Shape 9"/>
          <p:cNvSpPr/>
          <p:nvPr/>
        </p:nvSpPr>
        <p:spPr>
          <a:xfrm>
            <a:off x="181440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41" name="Text 10"/>
          <p:cNvSpPr/>
          <p:nvPr/>
        </p:nvSpPr>
        <p:spPr>
          <a:xfrm>
            <a:off x="1814400" y="923760"/>
            <a:ext cx="1170000" cy="235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e6ba1"/>
                </a:solidFill>
                <a:latin typeface="Arial"/>
                <a:ea typeface="Calibri"/>
              </a:rPr>
              <a:t>ON TRACK - 8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42" name="Shape 11"/>
          <p:cNvSpPr/>
          <p:nvPr/>
        </p:nvSpPr>
        <p:spPr>
          <a:xfrm>
            <a:off x="3205080" y="923760"/>
            <a:ext cx="1500120" cy="238320"/>
          </a:xfrm>
          <a:custGeom>
            <a:avLst/>
            <a:gdLst/>
            <a:ahLst/>
            <a:rect l="l" t="t" r="r" b="b"/>
            <a:pathLst>
              <a:path w="13579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4990" y="21600"/>
                </a:lnTo>
                <a:arcTo wR="103390" hR="10800" stAng="5400000" swAng="5400000"/>
                <a:lnTo>
                  <a:pt x="21600" y="10800"/>
                </a:lnTo>
                <a:arcTo wR="103390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43" name="Text 12"/>
          <p:cNvSpPr/>
          <p:nvPr/>
        </p:nvSpPr>
        <p:spPr>
          <a:xfrm>
            <a:off x="3251160" y="949320"/>
            <a:ext cx="1335240" cy="1666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</a:t>
            </a:r>
            <a:r>
              <a:rPr b="1" lang="en-US" sz="800" spc="-1" strike="noStrike">
                <a:solidFill>
                  <a:srgbClr val="f2a93b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44" name="Shape 13"/>
          <p:cNvSpPr/>
          <p:nvPr/>
        </p:nvSpPr>
        <p:spPr>
          <a:xfrm>
            <a:off x="493236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45" name="Text 14"/>
          <p:cNvSpPr/>
          <p:nvPr/>
        </p:nvSpPr>
        <p:spPr>
          <a:xfrm>
            <a:off x="4932360" y="923760"/>
            <a:ext cx="1170000" cy="238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46" name="Shape 15"/>
          <p:cNvSpPr/>
          <p:nvPr/>
        </p:nvSpPr>
        <p:spPr>
          <a:xfrm>
            <a:off x="6303960" y="923760"/>
            <a:ext cx="1482840" cy="238320"/>
          </a:xfrm>
          <a:custGeom>
            <a:avLst/>
            <a:gdLst/>
            <a:ahLst/>
            <a:rect l="l" t="t" r="r" b="b"/>
            <a:pathLst>
              <a:path w="13422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3426" y="21600"/>
                </a:lnTo>
                <a:arcTo wR="101826" hR="10800" stAng="5400000" swAng="5400000"/>
                <a:lnTo>
                  <a:pt x="21600" y="10800"/>
                </a:lnTo>
                <a:arcTo wR="101826" hR="10800" stAng="10800000" swAng="5400000"/>
                <a:close/>
              </a:path>
            </a:pathLst>
          </a:custGeom>
          <a:solidFill>
            <a:srgbClr val="f3f4f6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47" name="Text 16"/>
          <p:cNvSpPr/>
          <p:nvPr/>
        </p:nvSpPr>
        <p:spPr>
          <a:xfrm>
            <a:off x="6303960" y="930240"/>
            <a:ext cx="1482840" cy="231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NOT</a:t>
            </a:r>
            <a:r>
              <a:rPr b="1" lang="en-US" sz="800" spc="-1" strike="noStrike">
                <a:solidFill>
                  <a:srgbClr val="6b7280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STARTED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948" name="Image 0" descr="/home/claude/work/build/icons/sliders_navy.png"/>
          <p:cNvPicPr/>
          <p:nvPr/>
        </p:nvPicPr>
        <p:blipFill>
          <a:blip r:embed="rId1"/>
          <a:stretch/>
        </p:blipFill>
        <p:spPr>
          <a:xfrm>
            <a:off x="425520" y="241200"/>
            <a:ext cx="301680" cy="301680"/>
          </a:xfrm>
          <a:prstGeom prst="rect">
            <a:avLst/>
          </a:prstGeom>
          <a:ln w="0">
            <a:noFill/>
          </a:ln>
        </p:spPr>
      </p:pic>
      <p:graphicFrame>
        <p:nvGraphicFramePr>
          <p:cNvPr id="13949" name=""/>
          <p:cNvGraphicFramePr/>
          <p:nvPr/>
        </p:nvGraphicFramePr>
        <p:xfrm>
          <a:off x="0" y="1239840"/>
          <a:ext cx="14400360" cy="492120"/>
        </p:xfrm>
        <a:graphic>
          <a:graphicData uri="http://schemas.openxmlformats.org/drawingml/2006/table">
            <a:tbl>
              <a:tblPr/>
              <a:tblGrid>
                <a:gridCol w="577800"/>
                <a:gridCol w="4330800"/>
                <a:gridCol w="1989000"/>
                <a:gridCol w="1506600"/>
                <a:gridCol w="4033800"/>
                <a:gridCol w="1962360"/>
              </a:tblGrid>
              <a:tr h="49212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MAINTENANCE AOP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MILESTONES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TARGETS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13950" name="Shape 89"/>
          <p:cNvSpPr/>
          <p:nvPr/>
        </p:nvSpPr>
        <p:spPr>
          <a:xfrm>
            <a:off x="12696840" y="2166840"/>
            <a:ext cx="1343160" cy="339840"/>
          </a:xfrm>
          <a:custGeom>
            <a:avLst/>
            <a:gdLst/>
            <a:ahLst/>
            <a:rect l="l" t="t" r="r" b="b"/>
            <a:pathLst>
              <a:path w="85303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4503" y="21600"/>
                </a:lnTo>
                <a:arcTo wR="52903" hR="10800" stAng="5400000" swAng="5400000"/>
                <a:lnTo>
                  <a:pt x="21600" y="10800"/>
                </a:lnTo>
                <a:arcTo wR="52903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51" name="Shape 89"/>
          <p:cNvSpPr/>
          <p:nvPr/>
        </p:nvSpPr>
        <p:spPr>
          <a:xfrm>
            <a:off x="12714120" y="5483160"/>
            <a:ext cx="1370160" cy="339840"/>
          </a:xfrm>
          <a:custGeom>
            <a:avLst/>
            <a:gdLst/>
            <a:ahLst/>
            <a:rect l="l" t="t" r="r" b="b"/>
            <a:pathLst>
              <a:path w="87017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217" y="21600"/>
                </a:lnTo>
                <a:arcTo wR="54617" hR="10800" stAng="5400000" swAng="5400000"/>
                <a:lnTo>
                  <a:pt x="21600" y="10800"/>
                </a:lnTo>
                <a:arcTo wR="54617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52" name="Shape 13"/>
          <p:cNvSpPr/>
          <p:nvPr/>
        </p:nvSpPr>
        <p:spPr>
          <a:xfrm>
            <a:off x="12714120" y="3730680"/>
            <a:ext cx="1370160" cy="330120"/>
          </a:xfrm>
          <a:custGeom>
            <a:avLst/>
            <a:gdLst/>
            <a:ahLst/>
            <a:rect l="l" t="t" r="r" b="b"/>
            <a:pathLst>
              <a:path w="8957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8776" y="21600"/>
                </a:lnTo>
                <a:arcTo wR="57176" hR="10800" stAng="5400000" swAng="5400000"/>
                <a:lnTo>
                  <a:pt x="21600" y="10800"/>
                </a:lnTo>
                <a:arcTo wR="57176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3" name="Shape 0"/>
          <p:cNvSpPr/>
          <p:nvPr/>
        </p:nvSpPr>
        <p:spPr>
          <a:xfrm>
            <a:off x="0" y="0"/>
            <a:ext cx="12701520" cy="804960"/>
          </a:xfrm>
          <a:custGeom>
            <a:avLst/>
            <a:gdLst/>
            <a:ahLst/>
            <a:rect l="l" t="t" r="r" b="b"/>
            <a:pathLst>
              <a:path w="340685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337085" y="21600"/>
                </a:lnTo>
                <a:arcTo wR="315485" hR="3600" stAng="5400000" swAng="5400000"/>
                <a:lnTo>
                  <a:pt x="21600" y="3600"/>
                </a:lnTo>
                <a:arcTo wR="315485" hR="3600" stAng="10800000" swAng="5400000"/>
                <a:close/>
              </a:path>
            </a:pathLst>
          </a:custGeom>
          <a:solidFill>
            <a:srgbClr val="0b254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54" name="Text 2"/>
          <p:cNvSpPr/>
          <p:nvPr/>
        </p:nvSpPr>
        <p:spPr>
          <a:xfrm>
            <a:off x="1079640" y="65160"/>
            <a:ext cx="8115120" cy="27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99b8d4"/>
                </a:solidFill>
                <a:latin typeface="Calibri"/>
                <a:ea typeface="Calibri"/>
              </a:rPr>
              <a:t>MAINTENANCE AOP ACTIVITY STATUS TRACKER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55" name="Text 3"/>
          <p:cNvSpPr/>
          <p:nvPr/>
        </p:nvSpPr>
        <p:spPr>
          <a:xfrm>
            <a:off x="1143000" y="368280"/>
            <a:ext cx="8116920" cy="372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200" spc="-1" strike="noStrike">
                <a:solidFill>
                  <a:srgbClr val="ffffff"/>
                </a:solidFill>
                <a:latin typeface="Cambria"/>
                <a:ea typeface="Cambria"/>
              </a:rPr>
              <a:t>Instrumentation AOP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56" name="Shape 4"/>
          <p:cNvSpPr/>
          <p:nvPr/>
        </p:nvSpPr>
        <p:spPr>
          <a:xfrm>
            <a:off x="7734240" y="173160"/>
            <a:ext cx="4229280" cy="422280"/>
          </a:xfrm>
          <a:custGeom>
            <a:avLst/>
            <a:gdLst/>
            <a:ahLst/>
            <a:rect l="l" t="t" r="r" b="b"/>
            <a:pathLst>
              <a:path w="21616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205366" y="21600"/>
                </a:lnTo>
                <a:arcTo wR="183766" hR="10800" stAng="5400000" swAng="5400000"/>
                <a:lnTo>
                  <a:pt x="21600" y="10800"/>
                </a:lnTo>
                <a:arcTo wR="183766" hR="10800" stAng="10800000" swAng="5400000"/>
                <a:close/>
              </a:path>
            </a:pathLst>
          </a:cu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57" name="Text 5"/>
          <p:cNvSpPr/>
          <p:nvPr/>
        </p:nvSpPr>
        <p:spPr>
          <a:xfrm>
            <a:off x="8458200" y="266760"/>
            <a:ext cx="2865600" cy="230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b2545"/>
                </a:solidFill>
                <a:latin typeface="Calibri"/>
                <a:ea typeface="Calibri"/>
              </a:rPr>
              <a:t>FY 2026-27  ·  AOP STATUS REVIEW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58" name="Shape 113"/>
          <p:cNvSpPr/>
          <p:nvPr/>
        </p:nvSpPr>
        <p:spPr>
          <a:xfrm>
            <a:off x="320760" y="6539040"/>
            <a:ext cx="13719240" cy="0"/>
          </a:xfrm>
          <a:prstGeom prst="line">
            <a:avLst/>
          </a:prstGeom>
          <a:ln w="19080">
            <a:solidFill>
              <a:srgbClr val="0b2545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959" name="Text 114"/>
          <p:cNvSpPr/>
          <p:nvPr/>
        </p:nvSpPr>
        <p:spPr>
          <a:xfrm>
            <a:off x="347760" y="6537240"/>
            <a:ext cx="7315200" cy="3114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b2a41"/>
                </a:solidFill>
                <a:latin typeface="Arial"/>
                <a:ea typeface="Calibri"/>
              </a:rPr>
              <a:t>TOTAL: 10 ACTIVITIES  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60" name="Shape 1"/>
          <p:cNvSpPr/>
          <p:nvPr/>
        </p:nvSpPr>
        <p:spPr>
          <a:xfrm>
            <a:off x="328680" y="104760"/>
            <a:ext cx="566640" cy="566640"/>
          </a:xfrm>
          <a:prstGeom prst="ellipse">
            <a:avLst/>
          </a:pr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graphicFrame>
        <p:nvGraphicFramePr>
          <p:cNvPr id="13961" name=""/>
          <p:cNvGraphicFramePr/>
          <p:nvPr/>
        </p:nvGraphicFramePr>
        <p:xfrm>
          <a:off x="0" y="1652760"/>
          <a:ext cx="14354280" cy="5000400"/>
        </p:xfrm>
        <a:graphic>
          <a:graphicData uri="http://schemas.openxmlformats.org/drawingml/2006/table">
            <a:tbl>
              <a:tblPr/>
              <a:tblGrid>
                <a:gridCol w="573120"/>
                <a:gridCol w="4108320"/>
                <a:gridCol w="1746360"/>
                <a:gridCol w="1790640"/>
                <a:gridCol w="4187880"/>
                <a:gridCol w="1947960"/>
              </a:tblGrid>
              <a:tr h="131580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8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TAS configuration for EBMS modified to enable dynamic multi-product selection and sub-product addition under a base product, implemented as a pilot at Rewari terminal. Service PO for the remaining four terminals is in progress.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Haldia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Chennai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Haldia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Kanpur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30.07.2026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31.09.2026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31.10.2026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30.11.2026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b050"/>
                          </a:solidFill>
                          <a:latin typeface="Arial"/>
                          <a:ea typeface="Calibri"/>
                        </a:rPr>
                        <a:t>Activity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</a:tr>
              <a:tr h="188604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9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Replacement of obsolete power supply units in DCS/ESD/F&amp;G panels as per BMP at all terminals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Technical Review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Codification and PR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30.08.2026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31.12.2026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31.01.2027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Bulk power supply replacement scope finalized as per COE recommendations; OEM budgetary quotation received, codification under progress.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179856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10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AI-Based Video Monitoring System for Safety Compliance and Operability Assessment at RIL Bhopal Terminal integration with Automation systems-DCS/ESD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Technical Review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Procurement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Implementation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30.08.2026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30.10.2026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31.12.2026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M/s Algo Fusion: </a:t>
                      </a: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Technical documents have been received. Confirmation from the Security Technology Group is awaited regarding the additional CCTV makes and models.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Other competing vendors</a:t>
                      </a: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: M/s Intozi, M/s Orvin, M/s Videonetics, and M/s AlgoVision have been provided with all use cases and existing CCTV details for technical review.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</a:tbl>
          </a:graphicData>
        </a:graphic>
      </p:graphicFrame>
      <p:sp>
        <p:nvSpPr>
          <p:cNvPr id="13962" name="Shape 7"/>
          <p:cNvSpPr/>
          <p:nvPr/>
        </p:nvSpPr>
        <p:spPr>
          <a:xfrm>
            <a:off x="195120" y="923760"/>
            <a:ext cx="1371600" cy="238320"/>
          </a:xfrm>
          <a:custGeom>
            <a:avLst/>
            <a:gdLst/>
            <a:ahLst/>
            <a:rect l="l" t="t" r="r" b="b"/>
            <a:pathLst>
              <a:path w="12415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13359" y="21600"/>
                </a:lnTo>
                <a:arcTo wR="91759" hR="10800" stAng="5400000" swAng="5400000"/>
                <a:lnTo>
                  <a:pt x="21600" y="10800"/>
                </a:lnTo>
                <a:arcTo wR="91759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63" name="Text 8"/>
          <p:cNvSpPr/>
          <p:nvPr/>
        </p:nvSpPr>
        <p:spPr>
          <a:xfrm>
            <a:off x="284040" y="952560"/>
            <a:ext cx="1187640" cy="181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 - 2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64" name="Shape 9"/>
          <p:cNvSpPr/>
          <p:nvPr/>
        </p:nvSpPr>
        <p:spPr>
          <a:xfrm>
            <a:off x="181440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65" name="Text 10"/>
          <p:cNvSpPr/>
          <p:nvPr/>
        </p:nvSpPr>
        <p:spPr>
          <a:xfrm>
            <a:off x="1814400" y="923760"/>
            <a:ext cx="1170000" cy="235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e6ba1"/>
                </a:solidFill>
                <a:latin typeface="Arial"/>
                <a:ea typeface="Calibri"/>
              </a:rPr>
              <a:t>ON TRACK - 8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66" name="Shape 11"/>
          <p:cNvSpPr/>
          <p:nvPr/>
        </p:nvSpPr>
        <p:spPr>
          <a:xfrm>
            <a:off x="3205080" y="923760"/>
            <a:ext cx="1500120" cy="238320"/>
          </a:xfrm>
          <a:custGeom>
            <a:avLst/>
            <a:gdLst/>
            <a:ahLst/>
            <a:rect l="l" t="t" r="r" b="b"/>
            <a:pathLst>
              <a:path w="13579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4990" y="21600"/>
                </a:lnTo>
                <a:arcTo wR="103390" hR="10800" stAng="5400000" swAng="5400000"/>
                <a:lnTo>
                  <a:pt x="21600" y="10800"/>
                </a:lnTo>
                <a:arcTo wR="103390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67" name="Text 12"/>
          <p:cNvSpPr/>
          <p:nvPr/>
        </p:nvSpPr>
        <p:spPr>
          <a:xfrm>
            <a:off x="3251160" y="949320"/>
            <a:ext cx="1335240" cy="1666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</a:t>
            </a:r>
            <a:r>
              <a:rPr b="1" lang="en-US" sz="800" spc="-1" strike="noStrike">
                <a:solidFill>
                  <a:srgbClr val="f2a93b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68" name="Shape 13"/>
          <p:cNvSpPr/>
          <p:nvPr/>
        </p:nvSpPr>
        <p:spPr>
          <a:xfrm>
            <a:off x="493236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69" name="Text 14"/>
          <p:cNvSpPr/>
          <p:nvPr/>
        </p:nvSpPr>
        <p:spPr>
          <a:xfrm>
            <a:off x="4932360" y="923760"/>
            <a:ext cx="1170000" cy="238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70" name="Shape 15"/>
          <p:cNvSpPr/>
          <p:nvPr/>
        </p:nvSpPr>
        <p:spPr>
          <a:xfrm>
            <a:off x="6303960" y="923760"/>
            <a:ext cx="1482840" cy="238320"/>
          </a:xfrm>
          <a:custGeom>
            <a:avLst/>
            <a:gdLst/>
            <a:ahLst/>
            <a:rect l="l" t="t" r="r" b="b"/>
            <a:pathLst>
              <a:path w="13422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3426" y="21600"/>
                </a:lnTo>
                <a:arcTo wR="101826" hR="10800" stAng="5400000" swAng="5400000"/>
                <a:lnTo>
                  <a:pt x="21600" y="10800"/>
                </a:lnTo>
                <a:arcTo wR="101826" hR="10800" stAng="10800000" swAng="5400000"/>
                <a:close/>
              </a:path>
            </a:pathLst>
          </a:custGeom>
          <a:solidFill>
            <a:srgbClr val="f3f4f6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71" name="Text 16"/>
          <p:cNvSpPr/>
          <p:nvPr/>
        </p:nvSpPr>
        <p:spPr>
          <a:xfrm>
            <a:off x="6303960" y="930240"/>
            <a:ext cx="1482840" cy="231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NOT</a:t>
            </a:r>
            <a:r>
              <a:rPr b="1" lang="en-US" sz="800" spc="-1" strike="noStrike">
                <a:solidFill>
                  <a:srgbClr val="6b7280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STARTED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972" name="Image 0" descr="/home/claude/work/build/icons/sliders_navy.png"/>
          <p:cNvPicPr/>
          <p:nvPr/>
        </p:nvPicPr>
        <p:blipFill>
          <a:blip r:embed="rId1"/>
          <a:stretch/>
        </p:blipFill>
        <p:spPr>
          <a:xfrm>
            <a:off x="434880" y="241200"/>
            <a:ext cx="301680" cy="301680"/>
          </a:xfrm>
          <a:prstGeom prst="rect">
            <a:avLst/>
          </a:prstGeom>
          <a:ln w="0">
            <a:noFill/>
          </a:ln>
        </p:spPr>
      </p:pic>
      <p:graphicFrame>
        <p:nvGraphicFramePr>
          <p:cNvPr id="13973" name=""/>
          <p:cNvGraphicFramePr/>
          <p:nvPr/>
        </p:nvGraphicFramePr>
        <p:xfrm>
          <a:off x="0" y="1239840"/>
          <a:ext cx="14400360" cy="492120"/>
        </p:xfrm>
        <a:graphic>
          <a:graphicData uri="http://schemas.openxmlformats.org/drawingml/2006/table">
            <a:tbl>
              <a:tblPr/>
              <a:tblGrid>
                <a:gridCol w="577800"/>
                <a:gridCol w="4102200"/>
                <a:gridCol w="1747800"/>
                <a:gridCol w="1789200"/>
                <a:gridCol w="4194000"/>
                <a:gridCol w="1989360"/>
              </a:tblGrid>
              <a:tr h="49212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MAINTENANCE AOP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MILESTONES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TARGETS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13974" name="Shape 89"/>
          <p:cNvSpPr/>
          <p:nvPr/>
        </p:nvSpPr>
        <p:spPr>
          <a:xfrm>
            <a:off x="12714120" y="5483160"/>
            <a:ext cx="1370160" cy="339840"/>
          </a:xfrm>
          <a:custGeom>
            <a:avLst/>
            <a:gdLst/>
            <a:ahLst/>
            <a:rect l="l" t="t" r="r" b="b"/>
            <a:pathLst>
              <a:path w="87017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217" y="21600"/>
                </a:lnTo>
                <a:arcTo wR="54617" hR="10800" stAng="5400000" swAng="5400000"/>
                <a:lnTo>
                  <a:pt x="21600" y="10800"/>
                </a:lnTo>
                <a:arcTo wR="54617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75" name="Shape 89"/>
          <p:cNvSpPr/>
          <p:nvPr/>
        </p:nvSpPr>
        <p:spPr>
          <a:xfrm>
            <a:off x="12701520" y="3759120"/>
            <a:ext cx="1370160" cy="338040"/>
          </a:xfrm>
          <a:custGeom>
            <a:avLst/>
            <a:gdLst/>
            <a:ahLst/>
            <a:rect l="l" t="t" r="r" b="b"/>
            <a:pathLst>
              <a:path w="8748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680" y="21600"/>
                </a:lnTo>
                <a:arcTo wR="55080" hR="10800" stAng="5400000" swAng="5400000"/>
                <a:lnTo>
                  <a:pt x="21600" y="10800"/>
                </a:lnTo>
                <a:arcTo wR="55080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76" name="Shape 7"/>
          <p:cNvSpPr/>
          <p:nvPr/>
        </p:nvSpPr>
        <p:spPr>
          <a:xfrm>
            <a:off x="12714120" y="2138400"/>
            <a:ext cx="1357560" cy="339840"/>
          </a:xfrm>
          <a:custGeom>
            <a:avLst/>
            <a:gdLst/>
            <a:ahLst/>
            <a:rect l="l" t="t" r="r" b="b"/>
            <a:pathLst>
              <a:path w="86217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417" y="21600"/>
                </a:lnTo>
                <a:arcTo wR="53817" hR="10800" stAng="5400000" swAng="5400000"/>
                <a:lnTo>
                  <a:pt x="21600" y="10800"/>
                </a:lnTo>
                <a:arcTo wR="53817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7" name="Shape 0"/>
          <p:cNvSpPr/>
          <p:nvPr/>
        </p:nvSpPr>
        <p:spPr>
          <a:xfrm>
            <a:off x="0" y="0"/>
            <a:ext cx="12701520" cy="804960"/>
          </a:xfrm>
          <a:custGeom>
            <a:avLst/>
            <a:gdLst/>
            <a:ahLst/>
            <a:rect l="l" t="t" r="r" b="b"/>
            <a:pathLst>
              <a:path w="340685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337085" y="21600"/>
                </a:lnTo>
                <a:arcTo wR="315485" hR="3600" stAng="5400000" swAng="5400000"/>
                <a:lnTo>
                  <a:pt x="21600" y="3600"/>
                </a:lnTo>
                <a:arcTo wR="315485" hR="3600" stAng="10800000" swAng="5400000"/>
                <a:close/>
              </a:path>
            </a:pathLst>
          </a:custGeom>
          <a:solidFill>
            <a:srgbClr val="0b254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78" name="Text 2"/>
          <p:cNvSpPr/>
          <p:nvPr/>
        </p:nvSpPr>
        <p:spPr>
          <a:xfrm>
            <a:off x="1079640" y="65160"/>
            <a:ext cx="8115120" cy="27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99b8d4"/>
                </a:solidFill>
                <a:latin typeface="Calibri"/>
                <a:ea typeface="Calibri"/>
              </a:rPr>
              <a:t>MAINTENANCE AOP ACTIVITY STATUS TRACKER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79" name="Text 3"/>
          <p:cNvSpPr/>
          <p:nvPr/>
        </p:nvSpPr>
        <p:spPr>
          <a:xfrm>
            <a:off x="1143000" y="368280"/>
            <a:ext cx="8116920" cy="372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200" spc="-1" strike="noStrike">
                <a:solidFill>
                  <a:srgbClr val="ffffff"/>
                </a:solidFill>
                <a:latin typeface="Cambria"/>
                <a:ea typeface="Cambria"/>
              </a:rPr>
              <a:t>Mechanical AOP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80" name="Shape 4"/>
          <p:cNvSpPr/>
          <p:nvPr/>
        </p:nvSpPr>
        <p:spPr>
          <a:xfrm>
            <a:off x="7734240" y="173160"/>
            <a:ext cx="4229280" cy="422280"/>
          </a:xfrm>
          <a:custGeom>
            <a:avLst/>
            <a:gdLst/>
            <a:ahLst/>
            <a:rect l="l" t="t" r="r" b="b"/>
            <a:pathLst>
              <a:path w="21616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205366" y="21600"/>
                </a:lnTo>
                <a:arcTo wR="183766" hR="10800" stAng="5400000" swAng="5400000"/>
                <a:lnTo>
                  <a:pt x="21600" y="10800"/>
                </a:lnTo>
                <a:arcTo wR="183766" hR="10800" stAng="10800000" swAng="5400000"/>
                <a:close/>
              </a:path>
            </a:pathLst>
          </a:cu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81" name="Text 5"/>
          <p:cNvSpPr/>
          <p:nvPr/>
        </p:nvSpPr>
        <p:spPr>
          <a:xfrm>
            <a:off x="8458200" y="266760"/>
            <a:ext cx="2865600" cy="230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b2545"/>
                </a:solidFill>
                <a:latin typeface="Calibri"/>
                <a:ea typeface="Calibri"/>
              </a:rPr>
              <a:t>FY 2026-27  ·  AOP STATUS REVIEW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82" name="Shape 113"/>
          <p:cNvSpPr/>
          <p:nvPr/>
        </p:nvSpPr>
        <p:spPr>
          <a:xfrm>
            <a:off x="320760" y="6539040"/>
            <a:ext cx="13719240" cy="0"/>
          </a:xfrm>
          <a:prstGeom prst="line">
            <a:avLst/>
          </a:prstGeom>
          <a:ln w="19080">
            <a:solidFill>
              <a:srgbClr val="0b2545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983" name="Text 114"/>
          <p:cNvSpPr/>
          <p:nvPr/>
        </p:nvSpPr>
        <p:spPr>
          <a:xfrm>
            <a:off x="347760" y="6537240"/>
            <a:ext cx="7315200" cy="3114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b2a41"/>
                </a:solidFill>
                <a:latin typeface="Arial"/>
                <a:ea typeface="Calibri"/>
              </a:rPr>
              <a:t>TOTAL: 10 ACTIVITIES  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84" name="Shape 1"/>
          <p:cNvSpPr/>
          <p:nvPr/>
        </p:nvSpPr>
        <p:spPr>
          <a:xfrm>
            <a:off x="328680" y="104760"/>
            <a:ext cx="566640" cy="566640"/>
          </a:xfrm>
          <a:prstGeom prst="ellipse">
            <a:avLst/>
          </a:pr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graphicFrame>
        <p:nvGraphicFramePr>
          <p:cNvPr id="13985" name=""/>
          <p:cNvGraphicFramePr/>
          <p:nvPr/>
        </p:nvGraphicFramePr>
        <p:xfrm>
          <a:off x="-6480" y="1706400"/>
          <a:ext cx="14355720" cy="4856400"/>
        </p:xfrm>
        <a:graphic>
          <a:graphicData uri="http://schemas.openxmlformats.org/drawingml/2006/table">
            <a:tbl>
              <a:tblPr/>
              <a:tblGrid>
                <a:gridCol w="573120"/>
                <a:gridCol w="3868920"/>
                <a:gridCol w="2279520"/>
                <a:gridCol w="1498680"/>
                <a:gridCol w="4137120"/>
                <a:gridCol w="1998360"/>
              </a:tblGrid>
              <a:tr h="91152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Marine Loading Arm (MLA) complete Inspection through the OEM at Haldia Terminal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30.04.2026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31.12.2026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b050"/>
                          </a:solidFill>
                          <a:latin typeface="Arial"/>
                          <a:ea typeface="Calibri"/>
                        </a:rPr>
                        <a:t>Activity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</a:tr>
              <a:tr h="77472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Replacement of old air eliminators in Ethanol and Bottom Loading Bays with new units to improve reliability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30.04.2026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31.12.2026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Released, EDD: 30.10.2026.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96840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Preparation of corrosion loop manual for Chennai Terminal for risk reduction, integrity assurance and compliance.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Define Scope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Document preparation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Final Review and publish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31.01.2026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a) Manual under preparation.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  <a:tr h="95220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4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Jetty pipeline dig verification to validate data from in-line inspection (ILI) tools and composite repair of pipeline.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30.05.2026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Dig verification and Composite Repair – WO released.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Material PO released. EDD: 16.12.2026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124956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5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Wind girder strengthening to be carried out at Chennai Terminal for 4 tanks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Technical Review &amp; Scope preparation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Codification and PR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31.08.2026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b050"/>
                          </a:solidFill>
                          <a:latin typeface="Arial"/>
                          <a:ea typeface="Calibri"/>
                        </a:rPr>
                        <a:t>Tank T008A - wind girder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WO released for Tank T008B, T002A and T002B.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Tank T008B : Scaffolding erection completed and wind girder strengthening under progress.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</a:tbl>
          </a:graphicData>
        </a:graphic>
      </p:graphicFrame>
      <p:sp>
        <p:nvSpPr>
          <p:cNvPr id="13986" name="Shape 7"/>
          <p:cNvSpPr/>
          <p:nvPr/>
        </p:nvSpPr>
        <p:spPr>
          <a:xfrm>
            <a:off x="195120" y="923760"/>
            <a:ext cx="1371600" cy="238320"/>
          </a:xfrm>
          <a:custGeom>
            <a:avLst/>
            <a:gdLst/>
            <a:ahLst/>
            <a:rect l="l" t="t" r="r" b="b"/>
            <a:pathLst>
              <a:path w="12415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13359" y="21600"/>
                </a:lnTo>
                <a:arcTo wR="91759" hR="10800" stAng="5400000" swAng="5400000"/>
                <a:lnTo>
                  <a:pt x="21600" y="10800"/>
                </a:lnTo>
                <a:arcTo wR="91759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87" name="Text 8"/>
          <p:cNvSpPr/>
          <p:nvPr/>
        </p:nvSpPr>
        <p:spPr>
          <a:xfrm>
            <a:off x="284040" y="952560"/>
            <a:ext cx="1187640" cy="181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 - 1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88" name="Shape 9"/>
          <p:cNvSpPr/>
          <p:nvPr/>
        </p:nvSpPr>
        <p:spPr>
          <a:xfrm>
            <a:off x="181440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89" name="Text 10"/>
          <p:cNvSpPr/>
          <p:nvPr/>
        </p:nvSpPr>
        <p:spPr>
          <a:xfrm>
            <a:off x="1814400" y="923760"/>
            <a:ext cx="1170000" cy="235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e6ba1"/>
                </a:solidFill>
                <a:latin typeface="Arial"/>
                <a:ea typeface="Calibri"/>
              </a:rPr>
              <a:t>ON TRACK - 9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90" name="Shape 11"/>
          <p:cNvSpPr/>
          <p:nvPr/>
        </p:nvSpPr>
        <p:spPr>
          <a:xfrm>
            <a:off x="3205080" y="923760"/>
            <a:ext cx="1500120" cy="238320"/>
          </a:xfrm>
          <a:custGeom>
            <a:avLst/>
            <a:gdLst/>
            <a:ahLst/>
            <a:rect l="l" t="t" r="r" b="b"/>
            <a:pathLst>
              <a:path w="13579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4990" y="21600"/>
                </a:lnTo>
                <a:arcTo wR="103390" hR="10800" stAng="5400000" swAng="5400000"/>
                <a:lnTo>
                  <a:pt x="21600" y="10800"/>
                </a:lnTo>
                <a:arcTo wR="103390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91" name="Text 12"/>
          <p:cNvSpPr/>
          <p:nvPr/>
        </p:nvSpPr>
        <p:spPr>
          <a:xfrm>
            <a:off x="3251160" y="949320"/>
            <a:ext cx="1335240" cy="1666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</a:t>
            </a:r>
            <a:r>
              <a:rPr b="1" lang="en-US" sz="800" spc="-1" strike="noStrike">
                <a:solidFill>
                  <a:srgbClr val="f2a93b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92" name="Shape 13"/>
          <p:cNvSpPr/>
          <p:nvPr/>
        </p:nvSpPr>
        <p:spPr>
          <a:xfrm>
            <a:off x="493236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93" name="Text 14"/>
          <p:cNvSpPr/>
          <p:nvPr/>
        </p:nvSpPr>
        <p:spPr>
          <a:xfrm>
            <a:off x="4932360" y="923760"/>
            <a:ext cx="1170000" cy="238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94" name="Shape 15"/>
          <p:cNvSpPr/>
          <p:nvPr/>
        </p:nvSpPr>
        <p:spPr>
          <a:xfrm>
            <a:off x="6303960" y="923760"/>
            <a:ext cx="1482840" cy="238320"/>
          </a:xfrm>
          <a:custGeom>
            <a:avLst/>
            <a:gdLst/>
            <a:ahLst/>
            <a:rect l="l" t="t" r="r" b="b"/>
            <a:pathLst>
              <a:path w="13422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3426" y="21600"/>
                </a:lnTo>
                <a:arcTo wR="101826" hR="10800" stAng="5400000" swAng="5400000"/>
                <a:lnTo>
                  <a:pt x="21600" y="10800"/>
                </a:lnTo>
                <a:arcTo wR="101826" hR="10800" stAng="10800000" swAng="5400000"/>
                <a:close/>
              </a:path>
            </a:pathLst>
          </a:custGeom>
          <a:solidFill>
            <a:srgbClr val="f3f4f6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3995" name="Text 16"/>
          <p:cNvSpPr/>
          <p:nvPr/>
        </p:nvSpPr>
        <p:spPr>
          <a:xfrm>
            <a:off x="6303960" y="930240"/>
            <a:ext cx="1482840" cy="231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NOT</a:t>
            </a:r>
            <a:r>
              <a:rPr b="1" lang="en-US" sz="800" spc="-1" strike="noStrike">
                <a:solidFill>
                  <a:srgbClr val="6b7280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STARTED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3996" name="Image 0" descr="/home/claude/work/build/icons/cogs_navy.png"/>
          <p:cNvPicPr/>
          <p:nvPr/>
        </p:nvPicPr>
        <p:blipFill>
          <a:blip r:embed="rId1"/>
          <a:stretch/>
        </p:blipFill>
        <p:spPr>
          <a:xfrm>
            <a:off x="431640" y="192240"/>
            <a:ext cx="316080" cy="403200"/>
          </a:xfrm>
          <a:prstGeom prst="rect">
            <a:avLst/>
          </a:prstGeom>
          <a:ln w="0">
            <a:noFill/>
          </a:ln>
        </p:spPr>
      </p:pic>
      <p:graphicFrame>
        <p:nvGraphicFramePr>
          <p:cNvPr id="13997" name=""/>
          <p:cNvGraphicFramePr/>
          <p:nvPr/>
        </p:nvGraphicFramePr>
        <p:xfrm>
          <a:off x="0" y="1239840"/>
          <a:ext cx="14400360" cy="492120"/>
        </p:xfrm>
        <a:graphic>
          <a:graphicData uri="http://schemas.openxmlformats.org/drawingml/2006/table">
            <a:tbl>
              <a:tblPr/>
              <a:tblGrid>
                <a:gridCol w="577800"/>
                <a:gridCol w="3859200"/>
                <a:gridCol w="2259000"/>
                <a:gridCol w="1506600"/>
                <a:gridCol w="4141800"/>
                <a:gridCol w="2055960"/>
              </a:tblGrid>
              <a:tr h="49212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MAINTENANCE AOP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MILESTONES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TARGETS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13998" name="Shape 7"/>
          <p:cNvSpPr/>
          <p:nvPr/>
        </p:nvSpPr>
        <p:spPr>
          <a:xfrm>
            <a:off x="12669840" y="1967040"/>
            <a:ext cx="1355760" cy="339480"/>
          </a:xfrm>
          <a:custGeom>
            <a:avLst/>
            <a:gdLst/>
            <a:ahLst/>
            <a:rect l="l" t="t" r="r" b="b"/>
            <a:pathLst>
              <a:path w="86194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394" y="21600"/>
                </a:lnTo>
                <a:arcTo wR="53794" hR="10800" stAng="5400000" swAng="5400000"/>
                <a:lnTo>
                  <a:pt x="21600" y="10800"/>
                </a:lnTo>
                <a:arcTo wR="53794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999" name="Shape 89"/>
          <p:cNvSpPr/>
          <p:nvPr/>
        </p:nvSpPr>
        <p:spPr>
          <a:xfrm>
            <a:off x="12669840" y="3691080"/>
            <a:ext cx="1355760" cy="339480"/>
          </a:xfrm>
          <a:custGeom>
            <a:avLst/>
            <a:gdLst/>
            <a:ahLst/>
            <a:rect l="l" t="t" r="r" b="b"/>
            <a:pathLst>
              <a:path w="86194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394" y="21600"/>
                </a:lnTo>
                <a:arcTo wR="53794" hR="10800" stAng="5400000" swAng="5400000"/>
                <a:lnTo>
                  <a:pt x="21600" y="10800"/>
                </a:lnTo>
                <a:arcTo wR="53794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00" name="Shape 89"/>
          <p:cNvSpPr/>
          <p:nvPr/>
        </p:nvSpPr>
        <p:spPr>
          <a:xfrm>
            <a:off x="12669840" y="2832120"/>
            <a:ext cx="1355760" cy="339840"/>
          </a:xfrm>
          <a:custGeom>
            <a:avLst/>
            <a:gdLst/>
            <a:ahLst/>
            <a:rect l="l" t="t" r="r" b="b"/>
            <a:pathLst>
              <a:path w="86103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303" y="21600"/>
                </a:lnTo>
                <a:arcTo wR="53703" hR="10800" stAng="5400000" swAng="5400000"/>
                <a:lnTo>
                  <a:pt x="21600" y="10800"/>
                </a:lnTo>
                <a:arcTo wR="53703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01" name="Shape 89"/>
          <p:cNvSpPr/>
          <p:nvPr/>
        </p:nvSpPr>
        <p:spPr>
          <a:xfrm>
            <a:off x="12708000" y="5754600"/>
            <a:ext cx="1332000" cy="339840"/>
          </a:xfrm>
          <a:custGeom>
            <a:avLst/>
            <a:gdLst/>
            <a:ahLst/>
            <a:rect l="l" t="t" r="r" b="b"/>
            <a:pathLst>
              <a:path w="84594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3794" y="21600"/>
                </a:lnTo>
                <a:arcTo wR="52194" hR="10800" stAng="5400000" swAng="5400000"/>
                <a:lnTo>
                  <a:pt x="21600" y="10800"/>
                </a:lnTo>
                <a:arcTo wR="52194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02" name="Shape 89"/>
          <p:cNvSpPr/>
          <p:nvPr/>
        </p:nvSpPr>
        <p:spPr>
          <a:xfrm>
            <a:off x="12669840" y="4645080"/>
            <a:ext cx="1355760" cy="339840"/>
          </a:xfrm>
          <a:custGeom>
            <a:avLst/>
            <a:gdLst/>
            <a:ahLst/>
            <a:rect l="l" t="t" r="r" b="b"/>
            <a:pathLst>
              <a:path w="86103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303" y="21600"/>
                </a:lnTo>
                <a:arcTo wR="53703" hR="10800" stAng="5400000" swAng="5400000"/>
                <a:lnTo>
                  <a:pt x="21600" y="10800"/>
                </a:lnTo>
                <a:arcTo wR="53703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03" name="Shape 0"/>
          <p:cNvSpPr/>
          <p:nvPr/>
        </p:nvSpPr>
        <p:spPr>
          <a:xfrm>
            <a:off x="0" y="0"/>
            <a:ext cx="12701520" cy="804960"/>
          </a:xfrm>
          <a:custGeom>
            <a:avLst/>
            <a:gdLst/>
            <a:ahLst/>
            <a:rect l="l" t="t" r="r" b="b"/>
            <a:pathLst>
              <a:path w="340685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337085" y="21600"/>
                </a:lnTo>
                <a:arcTo wR="315485" hR="3600" stAng="5400000" swAng="5400000"/>
                <a:lnTo>
                  <a:pt x="21600" y="3600"/>
                </a:lnTo>
                <a:arcTo wR="315485" hR="3600" stAng="10800000" swAng="5400000"/>
                <a:close/>
              </a:path>
            </a:pathLst>
          </a:custGeom>
          <a:solidFill>
            <a:srgbClr val="0b254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04" name="Text 2"/>
          <p:cNvSpPr/>
          <p:nvPr/>
        </p:nvSpPr>
        <p:spPr>
          <a:xfrm>
            <a:off x="1079640" y="65160"/>
            <a:ext cx="8115120" cy="27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99b8d4"/>
                </a:solidFill>
                <a:latin typeface="Calibri"/>
                <a:ea typeface="Calibri"/>
              </a:rPr>
              <a:t>MAINTENANCE AOP ACTIVITY STATUS TRACKER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05" name="Text 3"/>
          <p:cNvSpPr/>
          <p:nvPr/>
        </p:nvSpPr>
        <p:spPr>
          <a:xfrm>
            <a:off x="1143000" y="368280"/>
            <a:ext cx="8116920" cy="372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200" spc="-1" strike="noStrike">
                <a:solidFill>
                  <a:srgbClr val="ffffff"/>
                </a:solidFill>
                <a:latin typeface="Cambria"/>
                <a:ea typeface="Cambria"/>
              </a:rPr>
              <a:t>Mechanical AOP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06" name="Shape 4"/>
          <p:cNvSpPr/>
          <p:nvPr/>
        </p:nvSpPr>
        <p:spPr>
          <a:xfrm>
            <a:off x="7734240" y="173160"/>
            <a:ext cx="4229280" cy="422280"/>
          </a:xfrm>
          <a:custGeom>
            <a:avLst/>
            <a:gdLst/>
            <a:ahLst/>
            <a:rect l="l" t="t" r="r" b="b"/>
            <a:pathLst>
              <a:path w="21616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205366" y="21600"/>
                </a:lnTo>
                <a:arcTo wR="183766" hR="10800" stAng="5400000" swAng="5400000"/>
                <a:lnTo>
                  <a:pt x="21600" y="10800"/>
                </a:lnTo>
                <a:arcTo wR="183766" hR="10800" stAng="10800000" swAng="5400000"/>
                <a:close/>
              </a:path>
            </a:pathLst>
          </a:cu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07" name="Text 5"/>
          <p:cNvSpPr/>
          <p:nvPr/>
        </p:nvSpPr>
        <p:spPr>
          <a:xfrm>
            <a:off x="8458200" y="266760"/>
            <a:ext cx="2865600" cy="230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b2545"/>
                </a:solidFill>
                <a:latin typeface="Calibri"/>
                <a:ea typeface="Calibri"/>
              </a:rPr>
              <a:t>FY 2026-27  ·  AOP STATUS REVIEW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08" name="Shape 113"/>
          <p:cNvSpPr/>
          <p:nvPr/>
        </p:nvSpPr>
        <p:spPr>
          <a:xfrm>
            <a:off x="320760" y="6539040"/>
            <a:ext cx="13719240" cy="0"/>
          </a:xfrm>
          <a:prstGeom prst="line">
            <a:avLst/>
          </a:prstGeom>
          <a:ln w="19080">
            <a:solidFill>
              <a:srgbClr val="0b2545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09" name="Text 114"/>
          <p:cNvSpPr/>
          <p:nvPr/>
        </p:nvSpPr>
        <p:spPr>
          <a:xfrm>
            <a:off x="347760" y="6537240"/>
            <a:ext cx="7315200" cy="3114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b2a41"/>
                </a:solidFill>
                <a:latin typeface="Arial"/>
                <a:ea typeface="Calibri"/>
              </a:rPr>
              <a:t>TOTAL: 10 ACTIVITIES  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10" name="Shape 1"/>
          <p:cNvSpPr/>
          <p:nvPr/>
        </p:nvSpPr>
        <p:spPr>
          <a:xfrm>
            <a:off x="328680" y="104760"/>
            <a:ext cx="566640" cy="566640"/>
          </a:xfrm>
          <a:prstGeom prst="ellipse">
            <a:avLst/>
          </a:pr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graphicFrame>
        <p:nvGraphicFramePr>
          <p:cNvPr id="14011" name=""/>
          <p:cNvGraphicFramePr/>
          <p:nvPr/>
        </p:nvGraphicFramePr>
        <p:xfrm>
          <a:off x="0" y="1652760"/>
          <a:ext cx="14354280" cy="4884480"/>
        </p:xfrm>
        <a:graphic>
          <a:graphicData uri="http://schemas.openxmlformats.org/drawingml/2006/table">
            <a:tbl>
              <a:tblPr/>
              <a:tblGrid>
                <a:gridCol w="573120"/>
                <a:gridCol w="4346640"/>
                <a:gridCol w="1890720"/>
                <a:gridCol w="1407960"/>
                <a:gridCol w="4256280"/>
                <a:gridCol w="1879560"/>
              </a:tblGrid>
              <a:tr h="64764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Rail gantry unloading header blasting and painting at all land terminals for corrosion control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31.05.2026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tIns="46800" bIns="468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PR raised for all terminals, WO awaited.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</a:tr>
              <a:tr h="113652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Piping inspection using ultrasonic testing to be conducted at all terminals to ensure system reliability and safety, as per OISD-130 guidelines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31.05.2026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tIns="46800" bIns="468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b050"/>
                          </a:solidFill>
                          <a:latin typeface="Arial"/>
                          <a:ea typeface="Calibri"/>
                        </a:rPr>
                        <a:t>Rewari Terminal Piping inspection completed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PR raised for all terminals, WO awaited.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164952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8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Tank Maintenance and Inspection to ensure system reliability and safety, as per OISD-129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31.09.2026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tIns="46800" bIns="468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Tank M &amp; I Completion Status: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Kanpur – 2 oo 3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Bhopal – 2 oo 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Chennai – 6 oo 10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Haldia – 1 oo 14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Rewari – 7 oo 9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  <a:tr h="64764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9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Installation of a new TSV on the receipt header to address thermal expansion issues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31.09.2026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tIns="46800" bIns="468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MOC-6006-SDCH-26-003 raise for new TSV installation.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80316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10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Tank 27 A and B, 12” outlet pipeline replacement to address localized metal loss, pitting, and potential leaks.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PO Awarded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Execution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31.07.2026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tIns="46800" bIns="468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SOQ prepared.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Service WO received, Material PO awaited.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</a:tbl>
          </a:graphicData>
        </a:graphic>
      </p:graphicFrame>
      <p:sp>
        <p:nvSpPr>
          <p:cNvPr id="14012" name="Shape 89"/>
          <p:cNvSpPr/>
          <p:nvPr/>
        </p:nvSpPr>
        <p:spPr>
          <a:xfrm>
            <a:off x="12688920" y="5915160"/>
            <a:ext cx="1063440" cy="255600"/>
          </a:xfrm>
          <a:custGeom>
            <a:avLst/>
            <a:gdLst/>
            <a:ahLst/>
            <a:rect l="l" t="t" r="r" b="b"/>
            <a:pathLst>
              <a:path w="89772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8972" y="21600"/>
                </a:lnTo>
                <a:arcTo wR="57372" hR="10800" stAng="5400000" swAng="5400000"/>
                <a:lnTo>
                  <a:pt x="21600" y="10800"/>
                </a:lnTo>
                <a:arcTo wR="57372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13" name="Shape 7"/>
          <p:cNvSpPr/>
          <p:nvPr/>
        </p:nvSpPr>
        <p:spPr>
          <a:xfrm>
            <a:off x="195120" y="923760"/>
            <a:ext cx="1371600" cy="238320"/>
          </a:xfrm>
          <a:custGeom>
            <a:avLst/>
            <a:gdLst/>
            <a:ahLst/>
            <a:rect l="l" t="t" r="r" b="b"/>
            <a:pathLst>
              <a:path w="12415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13359" y="21600"/>
                </a:lnTo>
                <a:arcTo wR="91759" hR="10800" stAng="5400000" swAng="5400000"/>
                <a:lnTo>
                  <a:pt x="21600" y="10800"/>
                </a:lnTo>
                <a:arcTo wR="91759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14" name="Text 8"/>
          <p:cNvSpPr/>
          <p:nvPr/>
        </p:nvSpPr>
        <p:spPr>
          <a:xfrm>
            <a:off x="284040" y="952560"/>
            <a:ext cx="1187640" cy="181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 - 1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15" name="Shape 9"/>
          <p:cNvSpPr/>
          <p:nvPr/>
        </p:nvSpPr>
        <p:spPr>
          <a:xfrm>
            <a:off x="181440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16" name="Text 10"/>
          <p:cNvSpPr/>
          <p:nvPr/>
        </p:nvSpPr>
        <p:spPr>
          <a:xfrm>
            <a:off x="1814400" y="923760"/>
            <a:ext cx="1170000" cy="235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e6ba1"/>
                </a:solidFill>
                <a:latin typeface="Arial"/>
                <a:ea typeface="Calibri"/>
              </a:rPr>
              <a:t>ON TRACK - 9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17" name="Shape 11"/>
          <p:cNvSpPr/>
          <p:nvPr/>
        </p:nvSpPr>
        <p:spPr>
          <a:xfrm>
            <a:off x="3205080" y="923760"/>
            <a:ext cx="1500120" cy="238320"/>
          </a:xfrm>
          <a:custGeom>
            <a:avLst/>
            <a:gdLst/>
            <a:ahLst/>
            <a:rect l="l" t="t" r="r" b="b"/>
            <a:pathLst>
              <a:path w="13579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4990" y="21600"/>
                </a:lnTo>
                <a:arcTo wR="103390" hR="10800" stAng="5400000" swAng="5400000"/>
                <a:lnTo>
                  <a:pt x="21600" y="10800"/>
                </a:lnTo>
                <a:arcTo wR="103390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18" name="Text 12"/>
          <p:cNvSpPr/>
          <p:nvPr/>
        </p:nvSpPr>
        <p:spPr>
          <a:xfrm>
            <a:off x="3251160" y="949320"/>
            <a:ext cx="1335240" cy="1666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</a:t>
            </a:r>
            <a:r>
              <a:rPr b="1" lang="en-US" sz="800" spc="-1" strike="noStrike">
                <a:solidFill>
                  <a:srgbClr val="f2a93b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19" name="Shape 13"/>
          <p:cNvSpPr/>
          <p:nvPr/>
        </p:nvSpPr>
        <p:spPr>
          <a:xfrm>
            <a:off x="493236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20" name="Text 14"/>
          <p:cNvSpPr/>
          <p:nvPr/>
        </p:nvSpPr>
        <p:spPr>
          <a:xfrm>
            <a:off x="4932360" y="923760"/>
            <a:ext cx="1170000" cy="238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21" name="Shape 15"/>
          <p:cNvSpPr/>
          <p:nvPr/>
        </p:nvSpPr>
        <p:spPr>
          <a:xfrm>
            <a:off x="6303960" y="923760"/>
            <a:ext cx="1482840" cy="238320"/>
          </a:xfrm>
          <a:custGeom>
            <a:avLst/>
            <a:gdLst/>
            <a:ahLst/>
            <a:rect l="l" t="t" r="r" b="b"/>
            <a:pathLst>
              <a:path w="13422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3426" y="21600"/>
                </a:lnTo>
                <a:arcTo wR="101826" hR="10800" stAng="5400000" swAng="5400000"/>
                <a:lnTo>
                  <a:pt x="21600" y="10800"/>
                </a:lnTo>
                <a:arcTo wR="101826" hR="10800" stAng="10800000" swAng="5400000"/>
                <a:close/>
              </a:path>
            </a:pathLst>
          </a:custGeom>
          <a:solidFill>
            <a:srgbClr val="f3f4f6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22" name="Text 16"/>
          <p:cNvSpPr/>
          <p:nvPr/>
        </p:nvSpPr>
        <p:spPr>
          <a:xfrm>
            <a:off x="6303960" y="930240"/>
            <a:ext cx="1482840" cy="231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NOT</a:t>
            </a:r>
            <a:r>
              <a:rPr b="1" lang="en-US" sz="800" spc="-1" strike="noStrike">
                <a:solidFill>
                  <a:srgbClr val="6b7280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STARTED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4023" name="Image 0" descr="/home/claude/work/build/icons/cogs_navy.png"/>
          <p:cNvPicPr/>
          <p:nvPr/>
        </p:nvPicPr>
        <p:blipFill>
          <a:blip r:embed="rId1"/>
          <a:stretch/>
        </p:blipFill>
        <p:spPr>
          <a:xfrm>
            <a:off x="404640" y="192240"/>
            <a:ext cx="343080" cy="403200"/>
          </a:xfrm>
          <a:prstGeom prst="rect">
            <a:avLst/>
          </a:prstGeom>
          <a:ln w="0">
            <a:noFill/>
          </a:ln>
        </p:spPr>
      </p:pic>
      <p:graphicFrame>
        <p:nvGraphicFramePr>
          <p:cNvPr id="14024" name=""/>
          <p:cNvGraphicFramePr/>
          <p:nvPr/>
        </p:nvGraphicFramePr>
        <p:xfrm>
          <a:off x="0" y="1239840"/>
          <a:ext cx="14400360" cy="492120"/>
        </p:xfrm>
        <a:graphic>
          <a:graphicData uri="http://schemas.openxmlformats.org/drawingml/2006/table">
            <a:tbl>
              <a:tblPr/>
              <a:tblGrid>
                <a:gridCol w="577800"/>
                <a:gridCol w="4357800"/>
                <a:gridCol w="1882800"/>
                <a:gridCol w="1398600"/>
                <a:gridCol w="4248000"/>
                <a:gridCol w="1935360"/>
              </a:tblGrid>
              <a:tr h="49212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MAINTENANCE AOP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MILESTONES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TARGETS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14025" name="Shape 89"/>
          <p:cNvSpPr/>
          <p:nvPr/>
        </p:nvSpPr>
        <p:spPr>
          <a:xfrm>
            <a:off x="12669840" y="2832120"/>
            <a:ext cx="1355760" cy="339840"/>
          </a:xfrm>
          <a:custGeom>
            <a:avLst/>
            <a:gdLst/>
            <a:ahLst/>
            <a:rect l="l" t="t" r="r" b="b"/>
            <a:pathLst>
              <a:path w="86103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303" y="21600"/>
                </a:lnTo>
                <a:arcTo wR="53703" hR="10800" stAng="5400000" swAng="5400000"/>
                <a:lnTo>
                  <a:pt x="21600" y="10800"/>
                </a:lnTo>
                <a:arcTo wR="53703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26" name="Shape 89"/>
          <p:cNvSpPr/>
          <p:nvPr/>
        </p:nvSpPr>
        <p:spPr>
          <a:xfrm>
            <a:off x="12669840" y="6043680"/>
            <a:ext cx="1355760" cy="338040"/>
          </a:xfrm>
          <a:custGeom>
            <a:avLst/>
            <a:gdLst/>
            <a:ahLst/>
            <a:rect l="l" t="t" r="r" b="b"/>
            <a:pathLst>
              <a:path w="86561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761" y="21600"/>
                </a:lnTo>
                <a:arcTo wR="54161" hR="10800" stAng="5400000" swAng="5400000"/>
                <a:lnTo>
                  <a:pt x="21600" y="10800"/>
                </a:lnTo>
                <a:arcTo wR="54161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27" name="Shape 89"/>
          <p:cNvSpPr/>
          <p:nvPr/>
        </p:nvSpPr>
        <p:spPr>
          <a:xfrm>
            <a:off x="12701520" y="5219640"/>
            <a:ext cx="1357560" cy="339840"/>
          </a:xfrm>
          <a:custGeom>
            <a:avLst/>
            <a:gdLst/>
            <a:ahLst/>
            <a:rect l="l" t="t" r="r" b="b"/>
            <a:pathLst>
              <a:path w="86217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417" y="21600"/>
                </a:lnTo>
                <a:arcTo wR="53817" hR="10800" stAng="5400000" swAng="5400000"/>
                <a:lnTo>
                  <a:pt x="21600" y="10800"/>
                </a:lnTo>
                <a:arcTo wR="53817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28" name="Shape 89"/>
          <p:cNvSpPr/>
          <p:nvPr/>
        </p:nvSpPr>
        <p:spPr>
          <a:xfrm>
            <a:off x="12704760" y="4154400"/>
            <a:ext cx="1355760" cy="339840"/>
          </a:xfrm>
          <a:custGeom>
            <a:avLst/>
            <a:gdLst/>
            <a:ahLst/>
            <a:rect l="l" t="t" r="r" b="b"/>
            <a:pathLst>
              <a:path w="86103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303" y="21600"/>
                </a:lnTo>
                <a:arcTo wR="53703" hR="10800" stAng="5400000" swAng="5400000"/>
                <a:lnTo>
                  <a:pt x="21600" y="10800"/>
                </a:lnTo>
                <a:arcTo wR="53703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29" name="Shape 89"/>
          <p:cNvSpPr/>
          <p:nvPr/>
        </p:nvSpPr>
        <p:spPr>
          <a:xfrm>
            <a:off x="12701520" y="1839960"/>
            <a:ext cx="1357560" cy="339840"/>
          </a:xfrm>
          <a:custGeom>
            <a:avLst/>
            <a:gdLst/>
            <a:ahLst/>
            <a:rect l="l" t="t" r="r" b="b"/>
            <a:pathLst>
              <a:path w="86217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417" y="21600"/>
                </a:lnTo>
                <a:arcTo wR="53817" hR="10800" stAng="5400000" swAng="5400000"/>
                <a:lnTo>
                  <a:pt x="21600" y="10800"/>
                </a:lnTo>
                <a:arcTo wR="53817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0" name="Shape 0"/>
          <p:cNvSpPr/>
          <p:nvPr/>
        </p:nvSpPr>
        <p:spPr>
          <a:xfrm>
            <a:off x="0" y="0"/>
            <a:ext cx="12701520" cy="804960"/>
          </a:xfrm>
          <a:custGeom>
            <a:avLst/>
            <a:gdLst/>
            <a:ahLst/>
            <a:rect l="l" t="t" r="r" b="b"/>
            <a:pathLst>
              <a:path w="340685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337085" y="21600"/>
                </a:lnTo>
                <a:arcTo wR="315485" hR="3600" stAng="5400000" swAng="5400000"/>
                <a:lnTo>
                  <a:pt x="21600" y="3600"/>
                </a:lnTo>
                <a:arcTo wR="315485" hR="3600" stAng="10800000" swAng="5400000"/>
                <a:close/>
              </a:path>
            </a:pathLst>
          </a:custGeom>
          <a:solidFill>
            <a:srgbClr val="0b2545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31" name="Text 2"/>
          <p:cNvSpPr/>
          <p:nvPr/>
        </p:nvSpPr>
        <p:spPr>
          <a:xfrm>
            <a:off x="1079640" y="65160"/>
            <a:ext cx="8115120" cy="27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b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99b8d4"/>
                </a:solidFill>
                <a:latin typeface="Calibri"/>
                <a:ea typeface="Calibri"/>
              </a:rPr>
              <a:t>MAINTENANCE AOP ACTIVITY STATUS TRACKER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32" name="Text 3"/>
          <p:cNvSpPr/>
          <p:nvPr/>
        </p:nvSpPr>
        <p:spPr>
          <a:xfrm>
            <a:off x="1143000" y="368280"/>
            <a:ext cx="8116920" cy="372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t">
            <a:no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200" spc="-1" strike="noStrike">
                <a:solidFill>
                  <a:srgbClr val="ffffff"/>
                </a:solidFill>
                <a:latin typeface="Cambria"/>
                <a:ea typeface="Cambria"/>
              </a:rPr>
              <a:t>Planner AOP</a:t>
            </a:r>
            <a:endParaRPr b="0" lang="en-US" sz="2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33" name="Shape 4"/>
          <p:cNvSpPr/>
          <p:nvPr/>
        </p:nvSpPr>
        <p:spPr>
          <a:xfrm>
            <a:off x="7734240" y="173160"/>
            <a:ext cx="4229280" cy="422280"/>
          </a:xfrm>
          <a:custGeom>
            <a:avLst/>
            <a:gdLst/>
            <a:ahLst/>
            <a:rect l="l" t="t" r="r" b="b"/>
            <a:pathLst>
              <a:path w="21616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205366" y="21600"/>
                </a:lnTo>
                <a:arcTo wR="183766" hR="10800" stAng="5400000" swAng="5400000"/>
                <a:lnTo>
                  <a:pt x="21600" y="10800"/>
                </a:lnTo>
                <a:arcTo wR="183766" hR="10800" stAng="10800000" swAng="5400000"/>
                <a:close/>
              </a:path>
            </a:pathLst>
          </a:cu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34" name="Text 5"/>
          <p:cNvSpPr/>
          <p:nvPr/>
        </p:nvSpPr>
        <p:spPr>
          <a:xfrm>
            <a:off x="8458200" y="266760"/>
            <a:ext cx="2865600" cy="230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b2545"/>
                </a:solidFill>
                <a:latin typeface="Calibri"/>
                <a:ea typeface="Calibri"/>
              </a:rPr>
              <a:t>FY 2026-27  ·  AOP STATUS REVIEW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35" name="Shape 113"/>
          <p:cNvSpPr/>
          <p:nvPr/>
        </p:nvSpPr>
        <p:spPr>
          <a:xfrm>
            <a:off x="320760" y="6539040"/>
            <a:ext cx="13719240" cy="0"/>
          </a:xfrm>
          <a:prstGeom prst="line">
            <a:avLst/>
          </a:prstGeom>
          <a:ln w="19080">
            <a:solidFill>
              <a:srgbClr val="0b2545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36" name="Text 114"/>
          <p:cNvSpPr/>
          <p:nvPr/>
        </p:nvSpPr>
        <p:spPr>
          <a:xfrm>
            <a:off x="347760" y="6537240"/>
            <a:ext cx="7315200" cy="3114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b2a41"/>
                </a:solidFill>
                <a:latin typeface="Arial"/>
                <a:ea typeface="Calibri"/>
              </a:rPr>
              <a:t>TOTAL: 04 ACTIVITIES  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37" name="Shape 1"/>
          <p:cNvSpPr/>
          <p:nvPr/>
        </p:nvSpPr>
        <p:spPr>
          <a:xfrm>
            <a:off x="328680" y="104760"/>
            <a:ext cx="566640" cy="566640"/>
          </a:xfrm>
          <a:prstGeom prst="ellipse">
            <a:avLst/>
          </a:prstGeom>
          <a:solidFill>
            <a:srgbClr val="f2a93b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graphicFrame>
        <p:nvGraphicFramePr>
          <p:cNvPr id="14038" name=""/>
          <p:cNvGraphicFramePr/>
          <p:nvPr/>
        </p:nvGraphicFramePr>
        <p:xfrm>
          <a:off x="14400" y="1652760"/>
          <a:ext cx="14339880" cy="4910040"/>
        </p:xfrm>
        <a:graphic>
          <a:graphicData uri="http://schemas.openxmlformats.org/drawingml/2006/table">
            <a:tbl>
              <a:tblPr/>
              <a:tblGrid>
                <a:gridCol w="558720"/>
                <a:gridCol w="4346640"/>
                <a:gridCol w="2585880"/>
                <a:gridCol w="1270080"/>
                <a:gridCol w="3684600"/>
                <a:gridCol w="1893960"/>
              </a:tblGrid>
              <a:tr h="60624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To determine the VED classification for all Depot and LPG equipment’s through Asset critical Analysis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228600" indent="-22860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Scope Preparation 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 algn="just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VED analysis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a) 31.05.2026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just"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b) 31.09.2026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VED classification list prepared and sent to SME for review.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f2f2f2"/>
                    </a:solidFill>
                  </a:tcPr>
                </a:tc>
              </a:tr>
              <a:tr h="190188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algn="just"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BOM Updation of equipment where not updated as per site inputs.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List out all equipment's based on equipment details/BOM Updation/Non-required equipment's etc.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Site inputs to be taken for listed equipment’s.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SAP Updation as per site inputs.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a) 31.05.2026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b) 30.08.2026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c) 31.03.2027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Equipment list prepared with BOM updation status and shared to site for inputs.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1872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  <a:tr h="113976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Frequency review of all equipment at Own Terminals and LPG bottling plant and update as per revised procedures.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Change equipment frequency as per SME's recommendation.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31.01.2027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Rajkot and Sanand – Completed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Own Terminals : Mechanical Part Completed.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Own Terminals : Electrical Part under progress.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eaedf3"/>
                    </a:solidFill>
                  </a:tcPr>
                </a:tc>
              </a:tr>
              <a:tr h="126216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  <a:ea typeface="Calibri"/>
                        </a:rPr>
                        <a:t>4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To develop and update SAP based online concession deviation process for PM/CM orders of equipment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Authorization to be decided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206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Follow -up with SAP team to proceed further.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a) 30.06.2026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7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2060"/>
                          </a:solidFill>
                          <a:latin typeface="Arial"/>
                          <a:ea typeface="Times New Roman"/>
                        </a:rPr>
                        <a:t>b) 31.01.2027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xBody>
                    <a:bodyPr lIns="68400" rIns="68400" tIns="0" bIns="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2060"/>
                          </a:solidFill>
                          <a:latin typeface="Arial"/>
                        </a:rPr>
                        <a:t>Under discussion.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400" marR="684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  <a:tc>
                  <a:tcPr anchor="t" marL="91440" marR="9144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5760">
                      <a:solidFill>
                        <a:srgbClr val="ffffff"/>
                      </a:solidFill>
                    </a:lnB>
                    <a:solidFill>
                      <a:srgbClr val="d3dae7"/>
                    </a:solidFill>
                  </a:tcPr>
                </a:tc>
              </a:tr>
            </a:tbl>
          </a:graphicData>
        </a:graphic>
      </p:graphicFrame>
      <p:sp>
        <p:nvSpPr>
          <p:cNvPr id="14039" name="Shape 7"/>
          <p:cNvSpPr/>
          <p:nvPr/>
        </p:nvSpPr>
        <p:spPr>
          <a:xfrm>
            <a:off x="195120" y="923760"/>
            <a:ext cx="1371600" cy="238320"/>
          </a:xfrm>
          <a:custGeom>
            <a:avLst/>
            <a:gdLst/>
            <a:ahLst/>
            <a:rect l="l" t="t" r="r" b="b"/>
            <a:pathLst>
              <a:path w="124159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13359" y="21600"/>
                </a:lnTo>
                <a:arcTo wR="91759" hR="10800" stAng="5400000" swAng="5400000"/>
                <a:lnTo>
                  <a:pt x="21600" y="10800"/>
                </a:lnTo>
                <a:arcTo wR="91759" hR="10800" stAng="10800000" swAng="5400000"/>
                <a:close/>
              </a:path>
            </a:pathLst>
          </a:custGeom>
          <a:solidFill>
            <a:srgbClr val="e5f3ec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40" name="Text 8"/>
          <p:cNvSpPr/>
          <p:nvPr/>
        </p:nvSpPr>
        <p:spPr>
          <a:xfrm>
            <a:off x="284040" y="952560"/>
            <a:ext cx="1187640" cy="181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e8b57"/>
                </a:solidFill>
                <a:latin typeface="Arial"/>
                <a:ea typeface="Calibri"/>
              </a:rPr>
              <a:t>COMPLETED 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41" name="Shape 9"/>
          <p:cNvSpPr/>
          <p:nvPr/>
        </p:nvSpPr>
        <p:spPr>
          <a:xfrm>
            <a:off x="181440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42" name="Text 10"/>
          <p:cNvSpPr/>
          <p:nvPr/>
        </p:nvSpPr>
        <p:spPr>
          <a:xfrm>
            <a:off x="1814400" y="923760"/>
            <a:ext cx="1170000" cy="235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1e6ba1"/>
                </a:solidFill>
                <a:latin typeface="Arial"/>
                <a:ea typeface="Calibri"/>
              </a:rPr>
              <a:t>ON TRACK - 2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43" name="Shape 11"/>
          <p:cNvSpPr/>
          <p:nvPr/>
        </p:nvSpPr>
        <p:spPr>
          <a:xfrm>
            <a:off x="3205080" y="923760"/>
            <a:ext cx="1500120" cy="238320"/>
          </a:xfrm>
          <a:custGeom>
            <a:avLst/>
            <a:gdLst/>
            <a:ahLst/>
            <a:rect l="l" t="t" r="r" b="b"/>
            <a:pathLst>
              <a:path w="13579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4990" y="21600"/>
                </a:lnTo>
                <a:arcTo wR="103390" hR="10800" stAng="5400000" swAng="5400000"/>
                <a:lnTo>
                  <a:pt x="21600" y="10800"/>
                </a:lnTo>
                <a:arcTo wR="103390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44" name="Text 12"/>
          <p:cNvSpPr/>
          <p:nvPr/>
        </p:nvSpPr>
        <p:spPr>
          <a:xfrm>
            <a:off x="3251160" y="949320"/>
            <a:ext cx="1335240" cy="1666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</a:t>
            </a:r>
            <a:r>
              <a:rPr b="1" lang="en-US" sz="800" spc="-1" strike="noStrike">
                <a:solidFill>
                  <a:srgbClr val="f2a93b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PROGRESS - 2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45" name="Shape 13"/>
          <p:cNvSpPr/>
          <p:nvPr/>
        </p:nvSpPr>
        <p:spPr>
          <a:xfrm>
            <a:off x="4932360" y="923760"/>
            <a:ext cx="1170000" cy="238320"/>
          </a:xfrm>
          <a:custGeom>
            <a:avLst/>
            <a:gdLst/>
            <a:ahLst/>
            <a:rect l="l" t="t" r="r" b="b"/>
            <a:pathLst>
              <a:path w="105915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95115" y="21600"/>
                </a:lnTo>
                <a:arcTo wR="73515" hR="10800" stAng="5400000" swAng="5400000"/>
                <a:lnTo>
                  <a:pt x="21600" y="10800"/>
                </a:lnTo>
                <a:arcTo wR="73515" hR="10800" stAng="10800000" swAng="5400000"/>
                <a:close/>
              </a:path>
            </a:pathLst>
          </a:custGeom>
          <a:solidFill>
            <a:srgbClr val="fbeae8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46" name="Text 14"/>
          <p:cNvSpPr/>
          <p:nvPr/>
        </p:nvSpPr>
        <p:spPr>
          <a:xfrm>
            <a:off x="4932360" y="923760"/>
            <a:ext cx="1170000" cy="238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0392b"/>
                </a:solidFill>
                <a:latin typeface="Arial"/>
                <a:ea typeface="Calibri"/>
              </a:rPr>
              <a:t>DELAYED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47" name="Shape 15"/>
          <p:cNvSpPr/>
          <p:nvPr/>
        </p:nvSpPr>
        <p:spPr>
          <a:xfrm>
            <a:off x="6303960" y="923760"/>
            <a:ext cx="1482840" cy="238320"/>
          </a:xfrm>
          <a:custGeom>
            <a:avLst/>
            <a:gdLst/>
            <a:ahLst/>
            <a:rect l="l" t="t" r="r" b="b"/>
            <a:pathLst>
              <a:path w="134226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123426" y="21600"/>
                </a:lnTo>
                <a:arcTo wR="101826" hR="10800" stAng="5400000" swAng="5400000"/>
                <a:lnTo>
                  <a:pt x="21600" y="10800"/>
                </a:lnTo>
                <a:arcTo wR="101826" hR="10800" stAng="10800000" swAng="5400000"/>
                <a:close/>
              </a:path>
            </a:pathLst>
          </a:custGeom>
          <a:solidFill>
            <a:srgbClr val="f3f4f6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048" name="Text 16"/>
          <p:cNvSpPr/>
          <p:nvPr/>
        </p:nvSpPr>
        <p:spPr>
          <a:xfrm>
            <a:off x="6303960" y="930240"/>
            <a:ext cx="1482840" cy="231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0" tIns="0" bIns="0" anchor="ctr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NOT</a:t>
            </a:r>
            <a:r>
              <a:rPr b="1" lang="en-US" sz="800" spc="-1" strike="noStrike">
                <a:solidFill>
                  <a:srgbClr val="6b7280"/>
                </a:solidFill>
                <a:latin typeface="Calibri"/>
                <a:ea typeface="Calibri"/>
              </a:rPr>
              <a:t> </a:t>
            </a:r>
            <a:r>
              <a:rPr b="1" lang="en-US" sz="1200" spc="-1" strike="noStrike">
                <a:solidFill>
                  <a:srgbClr val="6b7280"/>
                </a:solidFill>
                <a:latin typeface="Arial"/>
                <a:ea typeface="Calibri"/>
              </a:rPr>
              <a:t>STARTED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4049" name="Graphic 5" descr="Gantt Chart with solid fill"/>
          <p:cNvPicPr/>
          <p:nvPr/>
        </p:nvPicPr>
        <p:blipFill>
          <a:blip r:embed="rId1"/>
          <a:stretch/>
        </p:blipFill>
        <p:spPr>
          <a:xfrm>
            <a:off x="407880" y="141120"/>
            <a:ext cx="420840" cy="420840"/>
          </a:xfrm>
          <a:prstGeom prst="rect">
            <a:avLst/>
          </a:prstGeom>
          <a:ln w="0">
            <a:noFill/>
          </a:ln>
        </p:spPr>
      </p:pic>
      <p:graphicFrame>
        <p:nvGraphicFramePr>
          <p:cNvPr id="14050" name=""/>
          <p:cNvGraphicFramePr/>
          <p:nvPr/>
        </p:nvGraphicFramePr>
        <p:xfrm>
          <a:off x="0" y="1239840"/>
          <a:ext cx="14400360" cy="492120"/>
        </p:xfrm>
        <a:graphic>
          <a:graphicData uri="http://schemas.openxmlformats.org/drawingml/2006/table">
            <a:tbl>
              <a:tblPr/>
              <a:tblGrid>
                <a:gridCol w="577800"/>
                <a:gridCol w="4357800"/>
                <a:gridCol w="2581200"/>
                <a:gridCol w="1263600"/>
                <a:gridCol w="3699000"/>
                <a:gridCol w="1920960"/>
              </a:tblGrid>
              <a:tr h="492120"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MAINTENANCE AOP OUTCOME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MILESTONES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TARGETS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 lIns="90000" rIns="900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ffffff"/>
                          </a:solidFill>
                          <a:latin typeface="Arial"/>
                        </a:rPr>
                        <a:t>PROGRESS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ffffff"/>
                      </a:solidFill>
                    </a:lnL>
                    <a:lnR w="5760">
                      <a:solidFill>
                        <a:srgbClr val="ffffff"/>
                      </a:solidFill>
                    </a:lnR>
                    <a:lnT w="5760">
                      <a:solidFill>
                        <a:srgbClr val="ffffff"/>
                      </a:solidFill>
                    </a:lnT>
                    <a:lnB w="18720">
                      <a:solidFill>
                        <a:srgbClr val="ffffff"/>
                      </a:solidFill>
                    </a:lnB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14051" name="Shape 89"/>
          <p:cNvSpPr/>
          <p:nvPr/>
        </p:nvSpPr>
        <p:spPr>
          <a:xfrm>
            <a:off x="12728520" y="1809720"/>
            <a:ext cx="1357200" cy="339840"/>
          </a:xfrm>
          <a:custGeom>
            <a:avLst/>
            <a:gdLst/>
            <a:ahLst/>
            <a:rect l="l" t="t" r="r" b="b"/>
            <a:pathLst>
              <a:path w="86194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5394" y="21600"/>
                </a:lnTo>
                <a:arcTo wR="53794" hR="10800" stAng="5400000" swAng="5400000"/>
                <a:lnTo>
                  <a:pt x="21600" y="10800"/>
                </a:lnTo>
                <a:arcTo wR="53794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52" name="Shape 89"/>
          <p:cNvSpPr/>
          <p:nvPr/>
        </p:nvSpPr>
        <p:spPr>
          <a:xfrm>
            <a:off x="12742920" y="2990880"/>
            <a:ext cx="1342800" cy="339840"/>
          </a:xfrm>
          <a:custGeom>
            <a:avLst/>
            <a:gdLst/>
            <a:ahLst/>
            <a:rect l="l" t="t" r="r" b="b"/>
            <a:pathLst>
              <a:path w="85280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4480" y="21600"/>
                </a:lnTo>
                <a:arcTo wR="52880" hR="10800" stAng="5400000" swAng="5400000"/>
                <a:lnTo>
                  <a:pt x="21600" y="10800"/>
                </a:lnTo>
                <a:arcTo wR="52880" hR="10800" stAng="10800000" swAng="5400000"/>
                <a:close/>
              </a:path>
            </a:pathLst>
          </a:custGeom>
          <a:solidFill>
            <a:srgbClr val="e3eef7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0070c0"/>
                </a:solidFill>
                <a:latin typeface="Arial"/>
              </a:rPr>
              <a:t>ON TRACK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53" name="Shape 11"/>
          <p:cNvSpPr/>
          <p:nvPr/>
        </p:nvSpPr>
        <p:spPr>
          <a:xfrm>
            <a:off x="12742920" y="4599000"/>
            <a:ext cx="1342800" cy="330120"/>
          </a:xfrm>
          <a:custGeom>
            <a:avLst/>
            <a:gdLst/>
            <a:ahLst/>
            <a:rect l="l" t="t" r="r" b="b"/>
            <a:pathLst>
              <a:path w="87788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988" y="21600"/>
                </a:lnTo>
                <a:arcTo wR="55388" hR="10800" stAng="5400000" swAng="5400000"/>
                <a:lnTo>
                  <a:pt x="21600" y="10800"/>
                </a:lnTo>
                <a:arcTo wR="55388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 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54" name="Shape 11"/>
          <p:cNvSpPr/>
          <p:nvPr/>
        </p:nvSpPr>
        <p:spPr>
          <a:xfrm>
            <a:off x="12742920" y="5837400"/>
            <a:ext cx="1342800" cy="330120"/>
          </a:xfrm>
          <a:custGeom>
            <a:avLst/>
            <a:gdLst/>
            <a:ahLst/>
            <a:rect l="l" t="t" r="r" b="b"/>
            <a:pathLst>
              <a:path w="87788" h="21600">
                <a:moveTo>
                  <a:pt x="10800" y="0"/>
                </a:moveTo>
                <a:arcTo wR="10800" hR="10800" stAng="16200000" swAng="-5400000"/>
                <a:lnTo>
                  <a:pt x="0" y="10800"/>
                </a:lnTo>
                <a:arcTo wR="10800" hR="10800" stAng="10800000" swAng="-5400000"/>
                <a:lnTo>
                  <a:pt x="76988" y="21600"/>
                </a:lnTo>
                <a:arcTo wR="55388" hR="10800" stAng="5400000" swAng="5400000"/>
                <a:lnTo>
                  <a:pt x="21600" y="10800"/>
                </a:lnTo>
                <a:arcTo wR="55388" hR="10800" stAng="10800000" swAng="5400000"/>
                <a:close/>
              </a:path>
            </a:pathLst>
          </a:custGeom>
          <a:solidFill>
            <a:srgbClr val="fef3e0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ctr"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2a93b"/>
                </a:solidFill>
                <a:latin typeface="Arial"/>
                <a:ea typeface="Calibri"/>
              </a:rPr>
              <a:t>IN PROGRESS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5" name="Slide Number Placeholder 1"/>
          <p:cNvSpPr/>
          <p:nvPr/>
        </p:nvSpPr>
        <p:spPr>
          <a:xfrm>
            <a:off x="11160000" y="6500880"/>
            <a:ext cx="324036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4056" name="Group 39"/>
          <p:cNvGrpSpPr/>
          <p:nvPr/>
        </p:nvGrpSpPr>
        <p:grpSpPr>
          <a:xfrm>
            <a:off x="7835760" y="6084720"/>
            <a:ext cx="5267520" cy="348480"/>
            <a:chOff x="7835760" y="6084720"/>
            <a:chExt cx="5267520" cy="348480"/>
          </a:xfrm>
        </p:grpSpPr>
        <p:sp>
          <p:nvSpPr>
            <p:cNvPr id="14057" name="Flowchart: Connector 40"/>
            <p:cNvSpPr/>
            <p:nvPr/>
          </p:nvSpPr>
          <p:spPr>
            <a:xfrm>
              <a:off x="7835760" y="6084720"/>
              <a:ext cx="365760" cy="318600"/>
            </a:xfrm>
            <a:prstGeom prst="flowChartConnector">
              <a:avLst/>
            </a:prstGeom>
            <a:solidFill>
              <a:srgbClr val="00b05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058" name="TextBox 41"/>
            <p:cNvSpPr/>
            <p:nvPr/>
          </p:nvSpPr>
          <p:spPr>
            <a:xfrm>
              <a:off x="8201520" y="6108120"/>
              <a:ext cx="9964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On Target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059" name="Flowchart: Connector 42"/>
            <p:cNvSpPr/>
            <p:nvPr/>
          </p:nvSpPr>
          <p:spPr>
            <a:xfrm>
              <a:off x="9198360" y="6108120"/>
              <a:ext cx="365760" cy="318600"/>
            </a:xfrm>
            <a:prstGeom prst="flowChartConnector">
              <a:avLst/>
            </a:prstGeom>
            <a:solidFill>
              <a:srgbClr val="ffff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060" name="TextBox 43"/>
            <p:cNvSpPr/>
            <p:nvPr/>
          </p:nvSpPr>
          <p:spPr>
            <a:xfrm>
              <a:off x="9574560" y="6108120"/>
              <a:ext cx="6202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WIP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061" name="Flowchart: Connector 44"/>
            <p:cNvSpPr/>
            <p:nvPr/>
          </p:nvSpPr>
          <p:spPr>
            <a:xfrm>
              <a:off x="10147320" y="6097680"/>
              <a:ext cx="365760" cy="318600"/>
            </a:xfrm>
            <a:prstGeom prst="flowChartConnector">
              <a:avLst/>
            </a:prstGeom>
            <a:solidFill>
              <a:srgbClr val="ffc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062" name="TextBox 45"/>
            <p:cNvSpPr/>
            <p:nvPr/>
          </p:nvSpPr>
          <p:spPr>
            <a:xfrm>
              <a:off x="10466280" y="6103080"/>
              <a:ext cx="115920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Started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063" name="Flowchart: Connector 46"/>
            <p:cNvSpPr/>
            <p:nvPr/>
          </p:nvSpPr>
          <p:spPr>
            <a:xfrm>
              <a:off x="11544120" y="6107760"/>
              <a:ext cx="365760" cy="318600"/>
            </a:xfrm>
            <a:prstGeom prst="flowChartConnector">
              <a:avLst/>
            </a:prstGeom>
            <a:solidFill>
              <a:srgbClr val="ff0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064" name="TextBox 47"/>
            <p:cNvSpPr/>
            <p:nvPr/>
          </p:nvSpPr>
          <p:spPr>
            <a:xfrm>
              <a:off x="11910240" y="6126120"/>
              <a:ext cx="119304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Meeting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4065" name="Content Placeholder 2"/>
          <p:cNvSpPr/>
          <p:nvPr/>
        </p:nvSpPr>
        <p:spPr>
          <a:xfrm>
            <a:off x="0" y="6500880"/>
            <a:ext cx="13411080" cy="3571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90000" tIns="46800" bIns="46800" anchor="ctr">
            <a:noAutofit/>
          </a:bodyPr>
          <a:p>
            <a:pPr algn="r">
              <a:lnSpc>
                <a:spcPct val="100000"/>
              </a:lnSpc>
              <a:spcAft>
                <a:spcPts val="1199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US" sz="1900" spc="-1" strike="noStrike">
                <a:solidFill>
                  <a:srgbClr val="ffff00"/>
                </a:solidFill>
                <a:latin typeface="Helvetica Neue"/>
                <a:ea typeface="Helvetica Neue"/>
              </a:rPr>
              <a:t>AMS Locations in Scope – Hired Terminal-5, Depots-12, DUs-13.   </a:t>
            </a:r>
            <a:endParaRPr b="0" lang="en-US" sz="1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66" name="TextBox 13"/>
          <p:cNvSpPr/>
          <p:nvPr/>
        </p:nvSpPr>
        <p:spPr>
          <a:xfrm>
            <a:off x="417600" y="123480"/>
            <a:ext cx="10415880" cy="4597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400" spc="-1" strike="noStrike">
                <a:solidFill>
                  <a:srgbClr val="ffffff"/>
                </a:solidFill>
                <a:latin typeface="Aptos"/>
              </a:rPr>
              <a:t>DISPATCH PERFORMANCE | AOP vs ACTUAL | FY 27 | Aug’26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67" name="Rounded Rectangle 4"/>
          <p:cNvSpPr/>
          <p:nvPr/>
        </p:nvSpPr>
        <p:spPr>
          <a:xfrm>
            <a:off x="1606680" y="960480"/>
            <a:ext cx="2468520" cy="1023840"/>
          </a:xfrm>
          <a:custGeom>
            <a:avLst/>
            <a:gdLst/>
            <a:ahLst/>
            <a:rect l="l" t="t" r="r" b="b"/>
            <a:pathLst>
              <a:path w="52068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48468" y="21600"/>
                </a:lnTo>
                <a:arcTo wR="26868" hR="3600" stAng="5400000" swAng="5400000"/>
                <a:lnTo>
                  <a:pt x="21600" y="3600"/>
                </a:lnTo>
                <a:arcTo wR="26868" hR="3600" stAng="10800000" swAng="5400000"/>
                <a:close/>
              </a:path>
            </a:pathLst>
          </a:custGeom>
          <a:solidFill>
            <a:srgbClr val="f4f6f9"/>
          </a:solidFill>
          <a:ln w="6480">
            <a:solidFill>
              <a:srgbClr val="f4f6f9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68" name="Rounded Rectangle 5"/>
          <p:cNvSpPr/>
          <p:nvPr/>
        </p:nvSpPr>
        <p:spPr>
          <a:xfrm>
            <a:off x="1606680" y="960480"/>
            <a:ext cx="72720" cy="1023840"/>
          </a:xfrm>
          <a:custGeom>
            <a:avLst/>
            <a:gdLst/>
            <a:ahLst/>
            <a:rect l="l" t="t" r="r" b="b"/>
            <a:pathLst>
              <a:path w="21600" h="302719">
                <a:moveTo>
                  <a:pt x="3600" y="0"/>
                </a:moveTo>
                <a:arcTo wR="3600" hR="3600" stAng="16200000" swAng="-5400000"/>
                <a:lnTo>
                  <a:pt x="0" y="299119"/>
                </a:lnTo>
                <a:arcTo wR="3600" hR="277519" stAng="10800000" swAng="5400000"/>
                <a:lnTo>
                  <a:pt x="18000" y="21600"/>
                </a:lnTo>
                <a:arcTo wR="3600" hR="277519" stAng="16200000" swAng="5400000"/>
                <a:lnTo>
                  <a:pt x="21600" y="3600"/>
                </a:lnTo>
                <a:arcTo wR="3600" hR="3600" stAng="0" swAng="-5400000"/>
                <a:close/>
              </a:path>
            </a:pathLst>
          </a:custGeom>
          <a:solidFill>
            <a:srgbClr val="0a4fbf"/>
          </a:solidFill>
          <a:ln w="6480">
            <a:solidFill>
              <a:srgbClr val="0a4fbf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69" name="TextBox 28"/>
          <p:cNvSpPr/>
          <p:nvPr/>
        </p:nvSpPr>
        <p:spPr>
          <a:xfrm>
            <a:off x="1699200" y="1029240"/>
            <a:ext cx="1185120" cy="4748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500" spc="-1" strike="noStrike">
                <a:solidFill>
                  <a:srgbClr val="0a4fbf"/>
                </a:solidFill>
                <a:latin typeface="Aptos"/>
              </a:rPr>
              <a:t>1,304</a:t>
            </a:r>
            <a:endParaRPr b="0" lang="en-US" sz="25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70" name="TextBox 30"/>
          <p:cNvSpPr/>
          <p:nvPr/>
        </p:nvSpPr>
        <p:spPr>
          <a:xfrm>
            <a:off x="1730520" y="1517760"/>
            <a:ext cx="1047960" cy="246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69727e"/>
                </a:solidFill>
                <a:latin typeface="Aptos"/>
              </a:rPr>
              <a:t>TKL ACTUAL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71" name="Rounded Rectangle 8"/>
          <p:cNvSpPr/>
          <p:nvPr/>
        </p:nvSpPr>
        <p:spPr>
          <a:xfrm>
            <a:off x="4349880" y="960480"/>
            <a:ext cx="2468520" cy="1023840"/>
          </a:xfrm>
          <a:custGeom>
            <a:avLst/>
            <a:gdLst/>
            <a:ahLst/>
            <a:rect l="l" t="t" r="r" b="b"/>
            <a:pathLst>
              <a:path w="52068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48468" y="21600"/>
                </a:lnTo>
                <a:arcTo wR="26868" hR="3600" stAng="5400000" swAng="5400000"/>
                <a:lnTo>
                  <a:pt x="21600" y="3600"/>
                </a:lnTo>
                <a:arcTo wR="26868" hR="3600" stAng="10800000" swAng="5400000"/>
                <a:close/>
              </a:path>
            </a:pathLst>
          </a:custGeom>
          <a:solidFill>
            <a:srgbClr val="f4f6f9"/>
          </a:solidFill>
          <a:ln w="6480">
            <a:solidFill>
              <a:srgbClr val="f4f6f9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72" name="Rounded Rectangle 9"/>
          <p:cNvSpPr/>
          <p:nvPr/>
        </p:nvSpPr>
        <p:spPr>
          <a:xfrm>
            <a:off x="4349880" y="960480"/>
            <a:ext cx="72720" cy="1023840"/>
          </a:xfrm>
          <a:custGeom>
            <a:avLst/>
            <a:gdLst/>
            <a:ahLst/>
            <a:rect l="l" t="t" r="r" b="b"/>
            <a:pathLst>
              <a:path w="21600" h="302719">
                <a:moveTo>
                  <a:pt x="3600" y="0"/>
                </a:moveTo>
                <a:arcTo wR="3600" hR="3600" stAng="16200000" swAng="-5400000"/>
                <a:lnTo>
                  <a:pt x="0" y="299119"/>
                </a:lnTo>
                <a:arcTo wR="3600" hR="277519" stAng="10800000" swAng="5400000"/>
                <a:lnTo>
                  <a:pt x="18000" y="21600"/>
                </a:lnTo>
                <a:arcTo wR="3600" hR="277519" stAng="16200000" swAng="5400000"/>
                <a:lnTo>
                  <a:pt x="21600" y="3600"/>
                </a:lnTo>
                <a:arcTo wR="3600" hR="3600" stAng="0" swAng="-5400000"/>
                <a:close/>
              </a:path>
            </a:pathLst>
          </a:custGeom>
          <a:solidFill>
            <a:srgbClr val="08275b"/>
          </a:solidFill>
          <a:ln w="6480">
            <a:solidFill>
              <a:srgbClr val="08275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73" name="TextBox 36"/>
          <p:cNvSpPr/>
          <p:nvPr/>
        </p:nvSpPr>
        <p:spPr>
          <a:xfrm>
            <a:off x="4480200" y="1029240"/>
            <a:ext cx="939600" cy="4748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500" spc="-1" strike="noStrike">
                <a:solidFill>
                  <a:srgbClr val="08275b"/>
                </a:solidFill>
                <a:latin typeface="Aptos"/>
              </a:rPr>
              <a:t>90%</a:t>
            </a:r>
            <a:endParaRPr b="0" lang="en-US" sz="25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74" name="TextBox 38"/>
          <p:cNvSpPr/>
          <p:nvPr/>
        </p:nvSpPr>
        <p:spPr>
          <a:xfrm>
            <a:off x="4443480" y="1517760"/>
            <a:ext cx="1543320" cy="246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69727e"/>
                </a:solidFill>
                <a:latin typeface="Aptos"/>
              </a:rPr>
              <a:t>AOP ACHIEVEMENT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75" name="Rounded Rectangle 12"/>
          <p:cNvSpPr/>
          <p:nvPr/>
        </p:nvSpPr>
        <p:spPr>
          <a:xfrm>
            <a:off x="7093080" y="960480"/>
            <a:ext cx="2468520" cy="1023840"/>
          </a:xfrm>
          <a:custGeom>
            <a:avLst/>
            <a:gdLst/>
            <a:ahLst/>
            <a:rect l="l" t="t" r="r" b="b"/>
            <a:pathLst>
              <a:path w="52068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48468" y="21600"/>
                </a:lnTo>
                <a:arcTo wR="26868" hR="3600" stAng="5400000" swAng="5400000"/>
                <a:lnTo>
                  <a:pt x="21600" y="3600"/>
                </a:lnTo>
                <a:arcTo wR="26868" hR="3600" stAng="10800000" swAng="5400000"/>
                <a:close/>
              </a:path>
            </a:pathLst>
          </a:custGeom>
          <a:solidFill>
            <a:srgbClr val="f4f6f9"/>
          </a:solidFill>
          <a:ln w="6480">
            <a:solidFill>
              <a:srgbClr val="f4f6f9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76" name="Rounded Rectangle 13"/>
          <p:cNvSpPr/>
          <p:nvPr/>
        </p:nvSpPr>
        <p:spPr>
          <a:xfrm>
            <a:off x="7093080" y="960480"/>
            <a:ext cx="72720" cy="1023840"/>
          </a:xfrm>
          <a:custGeom>
            <a:avLst/>
            <a:gdLst/>
            <a:ahLst/>
            <a:rect l="l" t="t" r="r" b="b"/>
            <a:pathLst>
              <a:path w="21600" h="302719">
                <a:moveTo>
                  <a:pt x="3600" y="0"/>
                </a:moveTo>
                <a:arcTo wR="3600" hR="3600" stAng="16200000" swAng="-5400000"/>
                <a:lnTo>
                  <a:pt x="0" y="299119"/>
                </a:lnTo>
                <a:arcTo wR="3600" hR="277519" stAng="10800000" swAng="5400000"/>
                <a:lnTo>
                  <a:pt x="18000" y="21600"/>
                </a:lnTo>
                <a:arcTo wR="3600" hR="277519" stAng="16200000" swAng="5400000"/>
                <a:lnTo>
                  <a:pt x="21600" y="3600"/>
                </a:lnTo>
                <a:arcTo wR="3600" hR="3600" stAng="0" swAng="-5400000"/>
                <a:close/>
              </a:path>
            </a:pathLst>
          </a:custGeom>
          <a:solidFill>
            <a:srgbClr val="239155"/>
          </a:solidFill>
          <a:ln w="6480">
            <a:solidFill>
              <a:srgbClr val="239155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77" name="TextBox 53"/>
          <p:cNvSpPr/>
          <p:nvPr/>
        </p:nvSpPr>
        <p:spPr>
          <a:xfrm>
            <a:off x="7176600" y="1029240"/>
            <a:ext cx="1204920" cy="4748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500" spc="-1" strike="noStrike">
                <a:solidFill>
                  <a:srgbClr val="239155"/>
                </a:solidFill>
                <a:latin typeface="Aptos"/>
              </a:rPr>
              <a:t>+13%</a:t>
            </a:r>
            <a:endParaRPr b="0" lang="en-US" sz="25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78" name="TextBox 55"/>
          <p:cNvSpPr/>
          <p:nvPr/>
        </p:nvSpPr>
        <p:spPr>
          <a:xfrm>
            <a:off x="7217280" y="1517760"/>
            <a:ext cx="1139400" cy="246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69727e"/>
                </a:solidFill>
                <a:latin typeface="Aptos"/>
              </a:rPr>
              <a:t>HT VARIANCE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79" name="Rounded Rectangle 16"/>
          <p:cNvSpPr/>
          <p:nvPr/>
        </p:nvSpPr>
        <p:spPr>
          <a:xfrm>
            <a:off x="9836280" y="960480"/>
            <a:ext cx="3254400" cy="1023840"/>
          </a:xfrm>
          <a:custGeom>
            <a:avLst/>
            <a:gdLst/>
            <a:ahLst/>
            <a:rect l="l" t="t" r="r" b="b"/>
            <a:pathLst>
              <a:path w="68642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65042" y="21600"/>
                </a:lnTo>
                <a:arcTo wR="43442" hR="3600" stAng="5400000" swAng="5400000"/>
                <a:lnTo>
                  <a:pt x="21600" y="3600"/>
                </a:lnTo>
                <a:arcTo wR="43442" hR="3600" stAng="10800000" swAng="5400000"/>
                <a:close/>
              </a:path>
            </a:pathLst>
          </a:custGeom>
          <a:solidFill>
            <a:srgbClr val="f4f6f9"/>
          </a:solidFill>
          <a:ln w="6480">
            <a:solidFill>
              <a:srgbClr val="f4f6f9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80" name="Rounded Rectangle 17"/>
          <p:cNvSpPr/>
          <p:nvPr/>
        </p:nvSpPr>
        <p:spPr>
          <a:xfrm>
            <a:off x="9836280" y="960480"/>
            <a:ext cx="72720" cy="1023840"/>
          </a:xfrm>
          <a:custGeom>
            <a:avLst/>
            <a:gdLst/>
            <a:ahLst/>
            <a:rect l="l" t="t" r="r" b="b"/>
            <a:pathLst>
              <a:path w="21600" h="302719">
                <a:moveTo>
                  <a:pt x="3600" y="0"/>
                </a:moveTo>
                <a:arcTo wR="3600" hR="3600" stAng="16200000" swAng="-5400000"/>
                <a:lnTo>
                  <a:pt x="0" y="299119"/>
                </a:lnTo>
                <a:arcTo wR="3600" hR="277519" stAng="10800000" swAng="5400000"/>
                <a:lnTo>
                  <a:pt x="18000" y="21600"/>
                </a:lnTo>
                <a:arcTo wR="3600" hR="277519" stAng="16200000" swAng="5400000"/>
                <a:lnTo>
                  <a:pt x="21600" y="3600"/>
                </a:lnTo>
                <a:arcTo wR="3600" hR="3600" stAng="0" swAng="-5400000"/>
                <a:close/>
              </a:path>
            </a:pathLst>
          </a:custGeom>
          <a:solidFill>
            <a:srgbClr val="cd3737"/>
          </a:solidFill>
          <a:ln w="6480">
            <a:solidFill>
              <a:srgbClr val="cd373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81" name="TextBox 61"/>
          <p:cNvSpPr/>
          <p:nvPr/>
        </p:nvSpPr>
        <p:spPr>
          <a:xfrm>
            <a:off x="9955800" y="1029240"/>
            <a:ext cx="1070640" cy="4748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500" spc="-1" strike="noStrike">
                <a:solidFill>
                  <a:srgbClr val="cd3737"/>
                </a:solidFill>
                <a:latin typeface="Aptos"/>
              </a:rPr>
              <a:t>-24%</a:t>
            </a:r>
            <a:endParaRPr b="0" lang="en-US" sz="25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82" name="TextBox 63"/>
          <p:cNvSpPr/>
          <p:nvPr/>
        </p:nvSpPr>
        <p:spPr>
          <a:xfrm>
            <a:off x="9964800" y="1517760"/>
            <a:ext cx="1154520" cy="246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000" spc="-1" strike="noStrike">
                <a:solidFill>
                  <a:srgbClr val="69727e"/>
                </a:solidFill>
                <a:latin typeface="Aptos"/>
              </a:rPr>
              <a:t>DU VARIANCE</a:t>
            </a:r>
            <a:endParaRPr b="0" lang="en-US" sz="10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83" name="TextBox 65"/>
          <p:cNvSpPr/>
          <p:nvPr/>
        </p:nvSpPr>
        <p:spPr>
          <a:xfrm>
            <a:off x="1307520" y="2231640"/>
            <a:ext cx="376200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600" spc="-1" strike="noStrike">
                <a:solidFill>
                  <a:srgbClr val="232b37"/>
                </a:solidFill>
                <a:latin typeface="Aptos"/>
              </a:rPr>
              <a:t>AOP vs Actual — Segment View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84" name="Rectangle 67"/>
          <p:cNvSpPr/>
          <p:nvPr/>
        </p:nvSpPr>
        <p:spPr>
          <a:xfrm>
            <a:off x="1652760" y="2651040"/>
            <a:ext cx="2331720" cy="439920"/>
          </a:xfrm>
          <a:prstGeom prst="rect">
            <a:avLst/>
          </a:prstGeom>
          <a:solidFill>
            <a:srgbClr val="08275b"/>
          </a:solidFill>
          <a:ln w="6480">
            <a:solidFill>
              <a:srgbClr val="08275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85" name="TextBox 69"/>
          <p:cNvSpPr/>
          <p:nvPr/>
        </p:nvSpPr>
        <p:spPr>
          <a:xfrm>
            <a:off x="2315520" y="2724120"/>
            <a:ext cx="100656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fffff"/>
                </a:solidFill>
                <a:latin typeface="Aptos"/>
              </a:rPr>
              <a:t>SEGMENT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86" name="Rectangle 71"/>
          <p:cNvSpPr/>
          <p:nvPr/>
        </p:nvSpPr>
        <p:spPr>
          <a:xfrm>
            <a:off x="3984480" y="2651040"/>
            <a:ext cx="1828800" cy="439920"/>
          </a:xfrm>
          <a:prstGeom prst="rect">
            <a:avLst/>
          </a:prstGeom>
          <a:solidFill>
            <a:srgbClr val="08275b"/>
          </a:solidFill>
          <a:ln w="6480">
            <a:solidFill>
              <a:srgbClr val="08275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87" name="TextBox 73"/>
          <p:cNvSpPr/>
          <p:nvPr/>
        </p:nvSpPr>
        <p:spPr>
          <a:xfrm>
            <a:off x="4373640" y="2724120"/>
            <a:ext cx="105084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fffff"/>
                </a:solidFill>
                <a:latin typeface="Aptos"/>
              </a:rPr>
              <a:t>AOP (TKL)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88" name="Rectangle 75"/>
          <p:cNvSpPr/>
          <p:nvPr/>
        </p:nvSpPr>
        <p:spPr>
          <a:xfrm>
            <a:off x="5813280" y="2651040"/>
            <a:ext cx="1828800" cy="439920"/>
          </a:xfrm>
          <a:prstGeom prst="rect">
            <a:avLst/>
          </a:prstGeom>
          <a:solidFill>
            <a:srgbClr val="08275b"/>
          </a:solidFill>
          <a:ln w="6480">
            <a:solidFill>
              <a:srgbClr val="08275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89" name="TextBox 77"/>
          <p:cNvSpPr/>
          <p:nvPr/>
        </p:nvSpPr>
        <p:spPr>
          <a:xfrm>
            <a:off x="6046200" y="2724120"/>
            <a:ext cx="136332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fffff"/>
                </a:solidFill>
                <a:latin typeface="Aptos"/>
              </a:rPr>
              <a:t>ACTUAL (TKL)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90" name="Rectangle 79"/>
          <p:cNvSpPr/>
          <p:nvPr/>
        </p:nvSpPr>
        <p:spPr>
          <a:xfrm>
            <a:off x="7642080" y="2651040"/>
            <a:ext cx="1462320" cy="439920"/>
          </a:xfrm>
          <a:prstGeom prst="rect">
            <a:avLst/>
          </a:prstGeom>
          <a:solidFill>
            <a:srgbClr val="08275b"/>
          </a:solidFill>
          <a:ln w="6480">
            <a:solidFill>
              <a:srgbClr val="08275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91" name="TextBox 81"/>
          <p:cNvSpPr/>
          <p:nvPr/>
        </p:nvSpPr>
        <p:spPr>
          <a:xfrm>
            <a:off x="7848720" y="2724120"/>
            <a:ext cx="104940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ffffff"/>
                </a:solidFill>
                <a:latin typeface="Aptos"/>
              </a:rPr>
              <a:t>VARIANCE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92" name="Rectangle 83"/>
          <p:cNvSpPr/>
          <p:nvPr/>
        </p:nvSpPr>
        <p:spPr>
          <a:xfrm>
            <a:off x="1652760" y="3090960"/>
            <a:ext cx="2501640" cy="56664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93" name="TextBox 85"/>
          <p:cNvSpPr/>
          <p:nvPr/>
        </p:nvSpPr>
        <p:spPr>
          <a:xfrm>
            <a:off x="2260440" y="3226320"/>
            <a:ext cx="111636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32b37"/>
                </a:solidFill>
                <a:latin typeface="Aptos"/>
              </a:rPr>
              <a:t>Mini Depot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94" name="Rectangle 87"/>
          <p:cNvSpPr/>
          <p:nvPr/>
        </p:nvSpPr>
        <p:spPr>
          <a:xfrm>
            <a:off x="3984480" y="3090960"/>
            <a:ext cx="1828800" cy="56664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95" name="TextBox 89"/>
          <p:cNvSpPr/>
          <p:nvPr/>
        </p:nvSpPr>
        <p:spPr>
          <a:xfrm>
            <a:off x="4661640" y="3226320"/>
            <a:ext cx="47340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232b37"/>
                </a:solidFill>
                <a:latin typeface="Aptos"/>
              </a:rPr>
              <a:t>806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96" name="Rectangle 91"/>
          <p:cNvSpPr/>
          <p:nvPr/>
        </p:nvSpPr>
        <p:spPr>
          <a:xfrm>
            <a:off x="5813280" y="3090960"/>
            <a:ext cx="1828800" cy="56664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97" name="TextBox 93"/>
          <p:cNvSpPr/>
          <p:nvPr/>
        </p:nvSpPr>
        <p:spPr>
          <a:xfrm>
            <a:off x="6490440" y="3226320"/>
            <a:ext cx="47340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232b37"/>
                </a:solidFill>
                <a:latin typeface="Aptos"/>
              </a:rPr>
              <a:t>681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98" name="Rectangle 95"/>
          <p:cNvSpPr/>
          <p:nvPr/>
        </p:nvSpPr>
        <p:spPr>
          <a:xfrm>
            <a:off x="7642080" y="3090960"/>
            <a:ext cx="1462320" cy="56664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99" name="TextBox 97"/>
          <p:cNvSpPr/>
          <p:nvPr/>
        </p:nvSpPr>
        <p:spPr>
          <a:xfrm>
            <a:off x="8015040" y="3226320"/>
            <a:ext cx="71712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d3737"/>
                </a:solidFill>
                <a:latin typeface="Aptos"/>
              </a:rPr>
              <a:t>▼ </a:t>
            </a:r>
            <a:r>
              <a:rPr b="1" lang="en-US" sz="1200" spc="-1" strike="noStrike">
                <a:solidFill>
                  <a:srgbClr val="cd3737"/>
                </a:solidFill>
                <a:latin typeface="Aptos"/>
              </a:rPr>
              <a:t>15%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00" name="Rectangle 99"/>
          <p:cNvSpPr/>
          <p:nvPr/>
        </p:nvSpPr>
        <p:spPr>
          <a:xfrm>
            <a:off x="1652760" y="3657600"/>
            <a:ext cx="2331720" cy="56664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01" name="TextBox 101"/>
          <p:cNvSpPr/>
          <p:nvPr/>
        </p:nvSpPr>
        <p:spPr>
          <a:xfrm>
            <a:off x="1482840" y="3628080"/>
            <a:ext cx="2501640" cy="6415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32b37"/>
                </a:solidFill>
                <a:latin typeface="Aptos"/>
              </a:rPr>
              <a:t>Hired Terminal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232b37"/>
                </a:solidFill>
                <a:latin typeface="Aptos"/>
              </a:rPr>
              <a:t>Kanech, Mangalore, Cochin, Mumbai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02" name="Rectangle 103"/>
          <p:cNvSpPr/>
          <p:nvPr/>
        </p:nvSpPr>
        <p:spPr>
          <a:xfrm>
            <a:off x="3984480" y="3657600"/>
            <a:ext cx="1828800" cy="56664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03" name="TextBox 105"/>
          <p:cNvSpPr/>
          <p:nvPr/>
        </p:nvSpPr>
        <p:spPr>
          <a:xfrm>
            <a:off x="4661640" y="3794040"/>
            <a:ext cx="47340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232b37"/>
                </a:solidFill>
                <a:latin typeface="Aptos"/>
              </a:rPr>
              <a:t>350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04" name="Rectangle 107"/>
          <p:cNvSpPr/>
          <p:nvPr/>
        </p:nvSpPr>
        <p:spPr>
          <a:xfrm>
            <a:off x="5813280" y="3657600"/>
            <a:ext cx="1828800" cy="56664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05" name="TextBox 109"/>
          <p:cNvSpPr/>
          <p:nvPr/>
        </p:nvSpPr>
        <p:spPr>
          <a:xfrm>
            <a:off x="6490440" y="3794040"/>
            <a:ext cx="47340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1200" spc="-1" strike="noStrike">
                <a:solidFill>
                  <a:srgbClr val="232b37"/>
                </a:solidFill>
                <a:latin typeface="Aptos"/>
              </a:rPr>
              <a:t>396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06" name="Rectangle 111"/>
          <p:cNvSpPr/>
          <p:nvPr/>
        </p:nvSpPr>
        <p:spPr>
          <a:xfrm>
            <a:off x="7642080" y="3657600"/>
            <a:ext cx="1462320" cy="56664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07" name="TextBox 113"/>
          <p:cNvSpPr/>
          <p:nvPr/>
        </p:nvSpPr>
        <p:spPr>
          <a:xfrm>
            <a:off x="8015040" y="3794040"/>
            <a:ext cx="71712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39155"/>
                </a:solidFill>
                <a:latin typeface="Aptos"/>
              </a:rPr>
              <a:t>▲ </a:t>
            </a:r>
            <a:r>
              <a:rPr b="1" lang="en-US" sz="1200" spc="-1" strike="noStrike">
                <a:solidFill>
                  <a:srgbClr val="239155"/>
                </a:solidFill>
                <a:latin typeface="Aptos"/>
              </a:rPr>
              <a:t>13%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08" name="Rectangle 115"/>
          <p:cNvSpPr/>
          <p:nvPr/>
        </p:nvSpPr>
        <p:spPr>
          <a:xfrm>
            <a:off x="1652760" y="4224240"/>
            <a:ext cx="2331720" cy="56700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09" name="TextBox 117"/>
          <p:cNvSpPr/>
          <p:nvPr/>
        </p:nvSpPr>
        <p:spPr>
          <a:xfrm>
            <a:off x="1725480" y="4361040"/>
            <a:ext cx="218628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32b37"/>
                </a:solidFill>
                <a:latin typeface="Aptos"/>
              </a:rPr>
              <a:t>Dispatch Units </a:t>
            </a:r>
            <a:r>
              <a:rPr b="0" lang="en-US" sz="1200" spc="-1" strike="noStrike">
                <a:solidFill>
                  <a:srgbClr val="232b37"/>
                </a:solidFill>
                <a:latin typeface="Aptos"/>
              </a:rPr>
              <a:t>(13 Nos.)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10" name="Rectangle 119"/>
          <p:cNvSpPr/>
          <p:nvPr/>
        </p:nvSpPr>
        <p:spPr>
          <a:xfrm>
            <a:off x="3984480" y="4224240"/>
            <a:ext cx="1828800" cy="56700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11" name="TextBox 121"/>
          <p:cNvSpPr/>
          <p:nvPr/>
        </p:nvSpPr>
        <p:spPr>
          <a:xfrm>
            <a:off x="4661640" y="4361040"/>
            <a:ext cx="47340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232b37"/>
                </a:solidFill>
                <a:latin typeface="Aptos"/>
              </a:rPr>
              <a:t>298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12" name="Rectangle 123"/>
          <p:cNvSpPr/>
          <p:nvPr/>
        </p:nvSpPr>
        <p:spPr>
          <a:xfrm>
            <a:off x="5813280" y="4224240"/>
            <a:ext cx="1828800" cy="56700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13" name="TextBox 125"/>
          <p:cNvSpPr/>
          <p:nvPr/>
        </p:nvSpPr>
        <p:spPr>
          <a:xfrm>
            <a:off x="6490440" y="4361040"/>
            <a:ext cx="47340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232b37"/>
                </a:solidFill>
                <a:latin typeface="Aptos"/>
              </a:rPr>
              <a:t>226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14" name="Rectangle 127"/>
          <p:cNvSpPr/>
          <p:nvPr/>
        </p:nvSpPr>
        <p:spPr>
          <a:xfrm>
            <a:off x="7642080" y="4224240"/>
            <a:ext cx="1462320" cy="567000"/>
          </a:xfrm>
          <a:prstGeom prst="rect">
            <a:avLst/>
          </a:prstGeom>
          <a:solidFill>
            <a:srgbClr val="ffffff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15" name="TextBox 129"/>
          <p:cNvSpPr/>
          <p:nvPr/>
        </p:nvSpPr>
        <p:spPr>
          <a:xfrm>
            <a:off x="8015040" y="4361040"/>
            <a:ext cx="71712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d3737"/>
                </a:solidFill>
                <a:latin typeface="Aptos"/>
              </a:rPr>
              <a:t>▼ </a:t>
            </a:r>
            <a:r>
              <a:rPr b="1" lang="en-US" sz="1200" spc="-1" strike="noStrike">
                <a:solidFill>
                  <a:srgbClr val="cd3737"/>
                </a:solidFill>
                <a:latin typeface="Aptos"/>
              </a:rPr>
              <a:t>24%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16" name="Rectangle 131"/>
          <p:cNvSpPr/>
          <p:nvPr/>
        </p:nvSpPr>
        <p:spPr>
          <a:xfrm>
            <a:off x="1652760" y="4791240"/>
            <a:ext cx="2331720" cy="566640"/>
          </a:xfrm>
          <a:prstGeom prst="rect">
            <a:avLst/>
          </a:prstGeom>
          <a:solidFill>
            <a:srgbClr val="e8f1fd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17" name="TextBox 133"/>
          <p:cNvSpPr/>
          <p:nvPr/>
        </p:nvSpPr>
        <p:spPr>
          <a:xfrm>
            <a:off x="2452680" y="4964040"/>
            <a:ext cx="73224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32b37"/>
                </a:solidFill>
                <a:latin typeface="Aptos"/>
              </a:rPr>
              <a:t>TOTAL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18" name="Rectangle 135"/>
          <p:cNvSpPr/>
          <p:nvPr/>
        </p:nvSpPr>
        <p:spPr>
          <a:xfrm>
            <a:off x="3984480" y="4791240"/>
            <a:ext cx="1828800" cy="566640"/>
          </a:xfrm>
          <a:prstGeom prst="rect">
            <a:avLst/>
          </a:prstGeom>
          <a:solidFill>
            <a:srgbClr val="e8f1fd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19" name="TextBox 137"/>
          <p:cNvSpPr/>
          <p:nvPr/>
        </p:nvSpPr>
        <p:spPr>
          <a:xfrm>
            <a:off x="4566600" y="4927680"/>
            <a:ext cx="66528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32b37"/>
                </a:solidFill>
                <a:latin typeface="Aptos"/>
              </a:rPr>
              <a:t>1,454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20" name="Rectangle 139"/>
          <p:cNvSpPr/>
          <p:nvPr/>
        </p:nvSpPr>
        <p:spPr>
          <a:xfrm>
            <a:off x="5813280" y="4791240"/>
            <a:ext cx="1828800" cy="566640"/>
          </a:xfrm>
          <a:prstGeom prst="rect">
            <a:avLst/>
          </a:prstGeom>
          <a:solidFill>
            <a:srgbClr val="e8f1fd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21" name="TextBox 141"/>
          <p:cNvSpPr/>
          <p:nvPr/>
        </p:nvSpPr>
        <p:spPr>
          <a:xfrm>
            <a:off x="6395400" y="4927680"/>
            <a:ext cx="66528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232b37"/>
                </a:solidFill>
                <a:latin typeface="Aptos"/>
              </a:rPr>
              <a:t>1,304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22" name="Rectangle 143"/>
          <p:cNvSpPr/>
          <p:nvPr/>
        </p:nvSpPr>
        <p:spPr>
          <a:xfrm>
            <a:off x="7642080" y="4791240"/>
            <a:ext cx="1462320" cy="566640"/>
          </a:xfrm>
          <a:prstGeom prst="rect">
            <a:avLst/>
          </a:prstGeom>
          <a:solidFill>
            <a:srgbClr val="e8f1fd"/>
          </a:solidFill>
          <a:ln w="6480">
            <a:solidFill>
              <a:srgbClr val="e1e5eb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23" name="TextBox 145"/>
          <p:cNvSpPr/>
          <p:nvPr/>
        </p:nvSpPr>
        <p:spPr>
          <a:xfrm>
            <a:off x="8015040" y="4927680"/>
            <a:ext cx="71712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200" spc="-1" strike="noStrike">
                <a:solidFill>
                  <a:srgbClr val="cd3737"/>
                </a:solidFill>
                <a:latin typeface="Aptos"/>
              </a:rPr>
              <a:t>▼ </a:t>
            </a:r>
            <a:r>
              <a:rPr b="1" lang="en-US" sz="1200" spc="-1" strike="noStrike">
                <a:solidFill>
                  <a:srgbClr val="cd3737"/>
                </a:solidFill>
                <a:latin typeface="Aptos"/>
              </a:rPr>
              <a:t>10%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24" name="Rounded Rectangle 61"/>
          <p:cNvSpPr/>
          <p:nvPr/>
        </p:nvSpPr>
        <p:spPr>
          <a:xfrm>
            <a:off x="9333000" y="2568600"/>
            <a:ext cx="4078080" cy="2860560"/>
          </a:xfrm>
          <a:custGeom>
            <a:avLst/>
            <a:gdLst/>
            <a:ahLst/>
            <a:rect l="l" t="t" r="r" b="b"/>
            <a:pathLst>
              <a:path w="30792" h="21600">
                <a:moveTo>
                  <a:pt x="3600" y="0"/>
                </a:moveTo>
                <a:arcTo wR="3600" hR="3600" stAng="16200000" swAng="-5400000"/>
                <a:lnTo>
                  <a:pt x="0" y="18000"/>
                </a:lnTo>
                <a:arcTo wR="3600" hR="3600" stAng="10800000" swAng="-5400000"/>
                <a:lnTo>
                  <a:pt x="27192" y="21600"/>
                </a:lnTo>
                <a:arcTo wR="5592" hR="3600" stAng="5400000" swAng="5400000"/>
                <a:lnTo>
                  <a:pt x="21600" y="3600"/>
                </a:lnTo>
                <a:arcTo wR="5592" hR="3600" stAng="10800000" swAng="5400000"/>
                <a:close/>
              </a:path>
            </a:pathLst>
          </a:custGeom>
          <a:solidFill>
            <a:srgbClr val="f8fafd"/>
          </a:solidFill>
          <a:ln w="6480">
            <a:solidFill>
              <a:srgbClr val="dae0e9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25" name="TextBox 149"/>
          <p:cNvSpPr/>
          <p:nvPr/>
        </p:nvSpPr>
        <p:spPr>
          <a:xfrm>
            <a:off x="9557280" y="2802240"/>
            <a:ext cx="2753280" cy="3070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ct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400" spc="-1" strike="noStrike">
                <a:solidFill>
                  <a:srgbClr val="0a4fbf"/>
                </a:solidFill>
                <a:latin typeface="Aptos"/>
              </a:rPr>
              <a:t>LEADERSHIP TAKEAWAYS</a:t>
            </a:r>
            <a:endParaRPr b="0" lang="en-US" sz="1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26" name="TextBox 151"/>
          <p:cNvSpPr/>
          <p:nvPr/>
        </p:nvSpPr>
        <p:spPr>
          <a:xfrm>
            <a:off x="9489240" y="3277080"/>
            <a:ext cx="80676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600" spc="-1" strike="noStrike">
                <a:solidFill>
                  <a:srgbClr val="08275b"/>
                </a:solidFill>
                <a:latin typeface="Aptos"/>
              </a:rPr>
              <a:t>  </a:t>
            </a:r>
            <a:r>
              <a:rPr b="1" lang="en-US" sz="1600" spc="-1" strike="noStrike">
                <a:solidFill>
                  <a:srgbClr val="08275b"/>
                </a:solidFill>
                <a:latin typeface="Aptos"/>
              </a:rPr>
              <a:t>90%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27" name="TextBox 153"/>
          <p:cNvSpPr/>
          <p:nvPr/>
        </p:nvSpPr>
        <p:spPr>
          <a:xfrm>
            <a:off x="10117440" y="3306600"/>
            <a:ext cx="213156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69727e"/>
                </a:solidFill>
                <a:latin typeface="Aptos"/>
              </a:rPr>
              <a:t>Overall AOP achievement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28" name="TextBox 155"/>
          <p:cNvSpPr/>
          <p:nvPr/>
        </p:nvSpPr>
        <p:spPr>
          <a:xfrm>
            <a:off x="9487440" y="3789000"/>
            <a:ext cx="83592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600" spc="-1" strike="noStrike">
                <a:solidFill>
                  <a:srgbClr val="239155"/>
                </a:solidFill>
                <a:latin typeface="Aptos"/>
              </a:rPr>
              <a:t>+13%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29" name="TextBox 157"/>
          <p:cNvSpPr/>
          <p:nvPr/>
        </p:nvSpPr>
        <p:spPr>
          <a:xfrm>
            <a:off x="10103040" y="3818520"/>
            <a:ext cx="212688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69727e"/>
                </a:solidFill>
                <a:latin typeface="Aptos"/>
              </a:rPr>
              <a:t>HT over-delivered vs AOP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30" name="TextBox 159"/>
          <p:cNvSpPr/>
          <p:nvPr/>
        </p:nvSpPr>
        <p:spPr>
          <a:xfrm>
            <a:off x="9502920" y="4300920"/>
            <a:ext cx="75060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600" spc="-1" strike="noStrike">
                <a:solidFill>
                  <a:srgbClr val="cd3737"/>
                </a:solidFill>
                <a:latin typeface="Aptos"/>
              </a:rPr>
              <a:t>-15%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31" name="TextBox 161"/>
          <p:cNvSpPr/>
          <p:nvPr/>
        </p:nvSpPr>
        <p:spPr>
          <a:xfrm>
            <a:off x="10135440" y="4330800"/>
            <a:ext cx="196992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69727e"/>
                </a:solidFill>
                <a:latin typeface="Aptos"/>
              </a:rPr>
              <a:t>MD remains below plan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32" name="TextBox 163"/>
          <p:cNvSpPr/>
          <p:nvPr/>
        </p:nvSpPr>
        <p:spPr>
          <a:xfrm>
            <a:off x="9510840" y="4813560"/>
            <a:ext cx="750600" cy="3373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1600" spc="-1" strike="noStrike">
                <a:solidFill>
                  <a:srgbClr val="cd3737"/>
                </a:solidFill>
                <a:latin typeface="Aptos"/>
              </a:rPr>
              <a:t>-24%</a:t>
            </a:r>
            <a:endParaRPr b="0" lang="en-US" sz="16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33" name="TextBox 165"/>
          <p:cNvSpPr/>
          <p:nvPr/>
        </p:nvSpPr>
        <p:spPr>
          <a:xfrm>
            <a:off x="10126080" y="4842360"/>
            <a:ext cx="1788480" cy="27648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1200" spc="-1" strike="noStrike">
                <a:solidFill>
                  <a:srgbClr val="69727e"/>
                </a:solidFill>
                <a:latin typeface="Aptos"/>
              </a:rPr>
              <a:t>DU is the largest gap</a:t>
            </a:r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34" name="TextBox 175"/>
          <p:cNvSpPr/>
          <p:nvPr/>
        </p:nvSpPr>
        <p:spPr>
          <a:xfrm>
            <a:off x="11592000" y="6467040"/>
            <a:ext cx="1233720" cy="2156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ctr">
            <a:sp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US" sz="800" spc="-1" strike="noStrike">
                <a:solidFill>
                  <a:srgbClr val="69727e"/>
                </a:solidFill>
                <a:latin typeface="Aptos"/>
              </a:rPr>
              <a:t>Source: AOP / Actual</a:t>
            </a:r>
            <a:endParaRPr b="0" lang="en-US" sz="8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5" name="Slide Number Placeholder 1"/>
          <p:cNvSpPr/>
          <p:nvPr/>
        </p:nvSpPr>
        <p:spPr>
          <a:xfrm>
            <a:off x="11160000" y="6500880"/>
            <a:ext cx="324036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58D55647-B276-4978-96F3-438865B0D874}" type="slidenum">
              <a:rPr b="0" lang="en-IN" sz="1200" spc="-1" strike="noStrike">
                <a:solidFill>
                  <a:srgbClr val="898989"/>
                </a:solidFill>
                <a:latin typeface="Calibri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4136" name="Rectangle 8"/>
          <p:cNvGrpSpPr/>
          <p:nvPr/>
        </p:nvGrpSpPr>
        <p:grpSpPr>
          <a:xfrm>
            <a:off x="-152280" y="-60480"/>
            <a:ext cx="13295160" cy="998640"/>
            <a:chOff x="-152280" y="-60480"/>
            <a:chExt cx="13295160" cy="998640"/>
          </a:xfrm>
        </p:grpSpPr>
        <p:pic>
          <p:nvPicPr>
            <p:cNvPr id="14137" name="Rectangle 8" descr=""/>
            <p:cNvPicPr/>
            <p:nvPr/>
          </p:nvPicPr>
          <p:blipFill>
            <a:blip r:embed="rId1"/>
            <a:stretch/>
          </p:blipFill>
          <p:spPr>
            <a:xfrm>
              <a:off x="-152280" y="-60480"/>
              <a:ext cx="13295160" cy="99864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138" name=""/>
            <p:cNvSpPr/>
            <p:nvPr/>
          </p:nvSpPr>
          <p:spPr>
            <a:xfrm>
              <a:off x="0" y="-33480"/>
              <a:ext cx="13079520" cy="7970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Calibri"/>
                </a:rPr>
                <a:t>HT, Depot, DU </a:t>
              </a:r>
              <a:r>
                <a:rPr b="1" lang="en-US" sz="3200" spc="-1" strike="noStrike">
                  <a:solidFill>
                    <a:srgbClr val="ffffff"/>
                  </a:solidFill>
                  <a:latin typeface="Calibri"/>
                </a:rPr>
                <a:t>- </a:t>
              </a:r>
              <a:r>
                <a:rPr b="1" lang="en-US" sz="2800" spc="-1" strike="noStrike">
                  <a:solidFill>
                    <a:srgbClr val="ffffff"/>
                  </a:solidFill>
                  <a:latin typeface="Calibri"/>
                </a:rPr>
                <a:t>AOP Performance - FY 27 – Aug’26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4139" name="Group 7"/>
          <p:cNvGrpSpPr/>
          <p:nvPr/>
        </p:nvGrpSpPr>
        <p:grpSpPr>
          <a:xfrm>
            <a:off x="7812000" y="6076800"/>
            <a:ext cx="5267520" cy="348480"/>
            <a:chOff x="7812000" y="6076800"/>
            <a:chExt cx="5267520" cy="348480"/>
          </a:xfrm>
        </p:grpSpPr>
        <p:sp>
          <p:nvSpPr>
            <p:cNvPr id="14140" name="Flowchart: Connector 10"/>
            <p:cNvSpPr/>
            <p:nvPr/>
          </p:nvSpPr>
          <p:spPr>
            <a:xfrm>
              <a:off x="7812000" y="6076800"/>
              <a:ext cx="365760" cy="318600"/>
            </a:xfrm>
            <a:prstGeom prst="flowChartConnector">
              <a:avLst/>
            </a:prstGeom>
            <a:solidFill>
              <a:srgbClr val="00b05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41" name="TextBox 12"/>
            <p:cNvSpPr/>
            <p:nvPr/>
          </p:nvSpPr>
          <p:spPr>
            <a:xfrm>
              <a:off x="8177760" y="6100200"/>
              <a:ext cx="9964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On Target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42" name="Flowchart: Connector 13"/>
            <p:cNvSpPr/>
            <p:nvPr/>
          </p:nvSpPr>
          <p:spPr>
            <a:xfrm>
              <a:off x="9174600" y="6100200"/>
              <a:ext cx="365760" cy="318600"/>
            </a:xfrm>
            <a:prstGeom prst="flowChartConnector">
              <a:avLst/>
            </a:prstGeom>
            <a:solidFill>
              <a:srgbClr val="ffff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43" name="TextBox 14"/>
            <p:cNvSpPr/>
            <p:nvPr/>
          </p:nvSpPr>
          <p:spPr>
            <a:xfrm>
              <a:off x="9550800" y="6100200"/>
              <a:ext cx="6202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WIP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44" name="Flowchart: Connector 15"/>
            <p:cNvSpPr/>
            <p:nvPr/>
          </p:nvSpPr>
          <p:spPr>
            <a:xfrm>
              <a:off x="10123560" y="6089760"/>
              <a:ext cx="365760" cy="318600"/>
            </a:xfrm>
            <a:prstGeom prst="flowChartConnector">
              <a:avLst/>
            </a:prstGeom>
            <a:solidFill>
              <a:srgbClr val="ffc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45" name="TextBox 16"/>
            <p:cNvSpPr/>
            <p:nvPr/>
          </p:nvSpPr>
          <p:spPr>
            <a:xfrm>
              <a:off x="10442520" y="6095160"/>
              <a:ext cx="115920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Started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46" name="Flowchart: Connector 17"/>
            <p:cNvSpPr/>
            <p:nvPr/>
          </p:nvSpPr>
          <p:spPr>
            <a:xfrm>
              <a:off x="11520360" y="6099840"/>
              <a:ext cx="365760" cy="318600"/>
            </a:xfrm>
            <a:prstGeom prst="flowChartConnector">
              <a:avLst/>
            </a:prstGeom>
            <a:solidFill>
              <a:srgbClr val="ff0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47" name="TextBox 18"/>
            <p:cNvSpPr/>
            <p:nvPr/>
          </p:nvSpPr>
          <p:spPr>
            <a:xfrm>
              <a:off x="11886480" y="6118200"/>
              <a:ext cx="119304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Meeting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aphicFrame>
        <p:nvGraphicFramePr>
          <p:cNvPr id="14148" name=""/>
          <p:cNvGraphicFramePr/>
          <p:nvPr/>
        </p:nvGraphicFramePr>
        <p:xfrm>
          <a:off x="158760" y="949320"/>
          <a:ext cx="12920760" cy="4913280"/>
        </p:xfrm>
        <a:graphic>
          <a:graphicData uri="http://schemas.openxmlformats.org/drawingml/2006/table">
            <a:tbl>
              <a:tblPr/>
              <a:tblGrid>
                <a:gridCol w="620640"/>
                <a:gridCol w="2482920"/>
                <a:gridCol w="4748040"/>
                <a:gridCol w="4219920"/>
                <a:gridCol w="849240"/>
              </a:tblGrid>
              <a:tr h="68112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S.N.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AOP Description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AOP Target upto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Actual Achieved AOP upto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132084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Conversion of HSD UG Tanks (2 Nos) to MS Grade –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"/>
                        </a:rPr>
                        <a:t>Tilbegumpur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Prior Approval (PESO, CTE Factory)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Jun’26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PR Creation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PO Issuance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Execution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Nov’26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Post Approval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Dec’26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SAP Modification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Dec’26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Prior Approval for PESO received, CTE application portal NIVESH MITRA under upgradation, application will be applied post portal update.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Budget uploaded, PR created/released.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PO  - under release stage.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87948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Augmentation / Project Execution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"/>
                        </a:rPr>
                        <a:t>Huzurnagar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T&amp;P Approval (Initial) for Admin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Jun’26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 Admin Bldg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 algn="just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 of Project (in Total)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Feb’27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spcAft>
                          <a:spcPts val="799"/>
                        </a:spcAft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approval (Final)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Mar’27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T&amp;P approval received.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KoM of meeting planned on 08/09/2026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111744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3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Addition of 70 KL HSD Tank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"/>
                        </a:rPr>
                        <a:t>Hazurnagar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Prior Approval (PESO, CTE Factory)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Jun’26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 – UG tank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STO UG Tank 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approval (Final)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Mar’27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Commission of UG Tank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Mar’27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PESO prior approval obtained. CTE for UG tank to be applied.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CA certificate awaited.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91440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4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>
                        <a:spcBef>
                          <a:spcPts val="349"/>
                        </a:spcBef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Painting of Old Admin, Tanks and Gantry Structure </a:t>
                      </a: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"/>
                        </a:rPr>
                        <a:t>(2 Depots – Abhanpur &amp; Patran)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PR creation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PO issuance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Execution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Nov’26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Mar’27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PR created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PO awaited.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4149" name="Content Placeholder 2"/>
          <p:cNvSpPr/>
          <p:nvPr/>
        </p:nvSpPr>
        <p:spPr>
          <a:xfrm>
            <a:off x="0" y="6500880"/>
            <a:ext cx="13079520" cy="3571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90000" tIns="46800" bIns="46800" anchor="ctr">
            <a:noAutofit/>
          </a:bodyPr>
          <a:p>
            <a:pPr algn="r">
              <a:lnSpc>
                <a:spcPct val="100000"/>
              </a:lnSpc>
              <a:spcAft>
                <a:spcPts val="1199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US" sz="1900" spc="-1" strike="noStrike">
                <a:solidFill>
                  <a:srgbClr val="ffff00"/>
                </a:solidFill>
                <a:latin typeface="Helvetica Neue"/>
                <a:ea typeface="Helvetica Neue"/>
              </a:rPr>
              <a:t>Locations in Scope – Hired Terminal-5, Depots-12, DUs-13.   </a:t>
            </a:r>
            <a:endParaRPr b="0" lang="en-US" sz="1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50" name="Flowchart: Connector 3"/>
          <p:cNvSpPr/>
          <p:nvPr/>
        </p:nvSpPr>
        <p:spPr>
          <a:xfrm>
            <a:off x="12533400" y="2155680"/>
            <a:ext cx="24588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51" name="Flowchart: Connector 5"/>
          <p:cNvSpPr/>
          <p:nvPr/>
        </p:nvSpPr>
        <p:spPr>
          <a:xfrm>
            <a:off x="12553920" y="3208320"/>
            <a:ext cx="24624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52" name="Flowchart: Connector 9"/>
          <p:cNvSpPr/>
          <p:nvPr/>
        </p:nvSpPr>
        <p:spPr>
          <a:xfrm>
            <a:off x="12511080" y="4200480"/>
            <a:ext cx="24624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53" name="Flowchart: Connector 11"/>
          <p:cNvSpPr/>
          <p:nvPr/>
        </p:nvSpPr>
        <p:spPr>
          <a:xfrm>
            <a:off x="12553920" y="5265720"/>
            <a:ext cx="24624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</p:spTree>
  </p:cSld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54" name="Slide Number Placeholder 1"/>
          <p:cNvSpPr/>
          <p:nvPr/>
        </p:nvSpPr>
        <p:spPr>
          <a:xfrm>
            <a:off x="11160000" y="6500880"/>
            <a:ext cx="324036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900320D-3436-41BB-9069-A31DCB363A89}" type="slidenum">
              <a:rPr b="0" lang="en-IN" sz="1200" spc="-1" strike="noStrike">
                <a:solidFill>
                  <a:srgbClr val="898989"/>
                </a:solidFill>
                <a:latin typeface="Calibri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4155" name="Rectangle 8"/>
          <p:cNvGrpSpPr/>
          <p:nvPr/>
        </p:nvGrpSpPr>
        <p:grpSpPr>
          <a:xfrm>
            <a:off x="-133200" y="-60480"/>
            <a:ext cx="13295160" cy="998640"/>
            <a:chOff x="-133200" y="-60480"/>
            <a:chExt cx="13295160" cy="998640"/>
          </a:xfrm>
        </p:grpSpPr>
        <p:pic>
          <p:nvPicPr>
            <p:cNvPr id="14156" name="Rectangle 8" descr=""/>
            <p:cNvPicPr/>
            <p:nvPr/>
          </p:nvPicPr>
          <p:blipFill>
            <a:blip r:embed="rId1"/>
            <a:stretch/>
          </p:blipFill>
          <p:spPr>
            <a:xfrm>
              <a:off x="-133200" y="-60480"/>
              <a:ext cx="13295160" cy="99864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157" name=""/>
            <p:cNvSpPr/>
            <p:nvPr/>
          </p:nvSpPr>
          <p:spPr>
            <a:xfrm>
              <a:off x="15840" y="-31680"/>
              <a:ext cx="13087440" cy="7952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Calibri"/>
                </a:rPr>
                <a:t>HT, Depot, DU </a:t>
              </a:r>
              <a:r>
                <a:rPr b="1" lang="en-US" sz="3200" spc="-1" strike="noStrike">
                  <a:solidFill>
                    <a:srgbClr val="ffffff"/>
                  </a:solidFill>
                  <a:latin typeface="Calibri"/>
                </a:rPr>
                <a:t>- </a:t>
              </a:r>
              <a:r>
                <a:rPr b="1" lang="en-US" sz="2800" spc="-1" strike="noStrike">
                  <a:solidFill>
                    <a:srgbClr val="ffffff"/>
                  </a:solidFill>
                  <a:latin typeface="Calibri"/>
                </a:rPr>
                <a:t>AOP Performance - FY 27 – Aug’26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4158" name="Group 7"/>
          <p:cNvGrpSpPr/>
          <p:nvPr/>
        </p:nvGrpSpPr>
        <p:grpSpPr>
          <a:xfrm>
            <a:off x="7835760" y="6080040"/>
            <a:ext cx="5267520" cy="348120"/>
            <a:chOff x="7835760" y="6080040"/>
            <a:chExt cx="5267520" cy="348120"/>
          </a:xfrm>
        </p:grpSpPr>
        <p:sp>
          <p:nvSpPr>
            <p:cNvPr id="14159" name="Flowchart: Connector 10"/>
            <p:cNvSpPr/>
            <p:nvPr/>
          </p:nvSpPr>
          <p:spPr>
            <a:xfrm>
              <a:off x="7835760" y="6080040"/>
              <a:ext cx="365760" cy="318240"/>
            </a:xfrm>
            <a:prstGeom prst="flowChartConnector">
              <a:avLst/>
            </a:prstGeom>
            <a:solidFill>
              <a:srgbClr val="00b05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60" name="TextBox 12"/>
            <p:cNvSpPr/>
            <p:nvPr/>
          </p:nvSpPr>
          <p:spPr>
            <a:xfrm>
              <a:off x="8201520" y="6103440"/>
              <a:ext cx="9964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On Target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61" name="Flowchart: Connector 13"/>
            <p:cNvSpPr/>
            <p:nvPr/>
          </p:nvSpPr>
          <p:spPr>
            <a:xfrm>
              <a:off x="9198360" y="6103440"/>
              <a:ext cx="365760" cy="318240"/>
            </a:xfrm>
            <a:prstGeom prst="flowChartConnector">
              <a:avLst/>
            </a:prstGeom>
            <a:solidFill>
              <a:srgbClr val="ffff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62" name="TextBox 14"/>
            <p:cNvSpPr/>
            <p:nvPr/>
          </p:nvSpPr>
          <p:spPr>
            <a:xfrm>
              <a:off x="9574560" y="6103440"/>
              <a:ext cx="6202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WIP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63" name="Flowchart: Connector 15"/>
            <p:cNvSpPr/>
            <p:nvPr/>
          </p:nvSpPr>
          <p:spPr>
            <a:xfrm>
              <a:off x="10147320" y="6093000"/>
              <a:ext cx="365760" cy="318240"/>
            </a:xfrm>
            <a:prstGeom prst="flowChartConnector">
              <a:avLst/>
            </a:prstGeom>
            <a:solidFill>
              <a:srgbClr val="ffc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64" name="TextBox 16"/>
            <p:cNvSpPr/>
            <p:nvPr/>
          </p:nvSpPr>
          <p:spPr>
            <a:xfrm>
              <a:off x="10466280" y="6098400"/>
              <a:ext cx="115920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Started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65" name="Flowchart: Connector 17"/>
            <p:cNvSpPr/>
            <p:nvPr/>
          </p:nvSpPr>
          <p:spPr>
            <a:xfrm>
              <a:off x="11544120" y="6103080"/>
              <a:ext cx="365760" cy="318240"/>
            </a:xfrm>
            <a:prstGeom prst="flowChartConnector">
              <a:avLst/>
            </a:prstGeom>
            <a:solidFill>
              <a:srgbClr val="ff0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66" name="TextBox 18"/>
            <p:cNvSpPr/>
            <p:nvPr/>
          </p:nvSpPr>
          <p:spPr>
            <a:xfrm>
              <a:off x="11910240" y="6121080"/>
              <a:ext cx="119304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Meeting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aphicFrame>
        <p:nvGraphicFramePr>
          <p:cNvPr id="14167" name=""/>
          <p:cNvGraphicFramePr/>
          <p:nvPr/>
        </p:nvGraphicFramePr>
        <p:xfrm>
          <a:off x="281160" y="885960"/>
          <a:ext cx="12822120" cy="4890960"/>
        </p:xfrm>
        <a:graphic>
          <a:graphicData uri="http://schemas.openxmlformats.org/drawingml/2006/table">
            <a:tbl>
              <a:tblPr/>
              <a:tblGrid>
                <a:gridCol w="615600"/>
                <a:gridCol w="2813400"/>
                <a:gridCol w="3555720"/>
                <a:gridCol w="4994280"/>
                <a:gridCol w="843120"/>
              </a:tblGrid>
              <a:tr h="69660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S.N.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AOP Description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AOP Target upto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Actual Achieved AOP upto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84456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5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Boundary wall extension /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Internal Road Bitumination - </a:t>
                      </a: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"/>
                        </a:rPr>
                        <a:t>Betnoti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RFQ floated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Jun’26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TBE &amp; WO issue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Feb’27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Completed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Term sheet under approval.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81144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spcBef>
                          <a:spcPts val="349"/>
                        </a:spcBef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Internal Road Bitumination - </a:t>
                      </a: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"/>
                        </a:rPr>
                        <a:t>Patran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RFQ floated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Jun’26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TBE &amp; WO issue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–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Mar’27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CBR samples report awaited.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103176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7000"/>
                        </a:lnSpc>
                        <a:spcBef>
                          <a:spcPts val="349"/>
                        </a:spcBef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Boundary Wall construction as per MoHA - </a:t>
                      </a:r>
                      <a:r>
                        <a:rPr b="0" lang="en-US" sz="1200" spc="-1" strike="noStrike">
                          <a:solidFill>
                            <a:srgbClr val="2b4da0"/>
                          </a:solidFill>
                          <a:latin typeface="Arial"/>
                        </a:rPr>
                        <a:t>Rudrapur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Prior Approval (PESO)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RFQ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TBE &amp; WO issue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Nov’26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Dec’26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Jun’27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Discussion with RBML team to undertake in the project under their scope.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150660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8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>
                        <a:spcBef>
                          <a:spcPts val="349"/>
                        </a:spcBef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MOC Execution 1 :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spcBef>
                          <a:spcPts val="349"/>
                        </a:spcBef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Louvers of fire engine shed at 8 Depot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spcBef>
                          <a:spcPts val="349"/>
                        </a:spcBef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(</a:t>
                      </a: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"/>
                        </a:rPr>
                        <a:t>Tada, Dobhi, Mandar, Tilbegumpur, Baharagora, Girisola, Patran and Pollachi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)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Engineering : Completion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RFQ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Apr’26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Contractor Finalization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–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Feb’27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NA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RFQ floated.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TBE completed.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Contracted finalization, work started for Patran and Girisola. 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4168" name="Content Placeholder 2"/>
          <p:cNvSpPr/>
          <p:nvPr/>
        </p:nvSpPr>
        <p:spPr>
          <a:xfrm>
            <a:off x="0" y="6481800"/>
            <a:ext cx="13103280" cy="3571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90000" tIns="46800" bIns="46800" anchor="ctr">
            <a:noAutofit/>
          </a:bodyPr>
          <a:p>
            <a:pPr algn="r">
              <a:lnSpc>
                <a:spcPct val="100000"/>
              </a:lnSpc>
              <a:spcAft>
                <a:spcPts val="1199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US" sz="1900" spc="-1" strike="noStrike">
                <a:solidFill>
                  <a:srgbClr val="ffff00"/>
                </a:solidFill>
                <a:latin typeface="Helvetica Neue"/>
                <a:ea typeface="Helvetica Neue"/>
              </a:rPr>
              <a:t>Locations in Scope – Hired Terminal-5, Depots-12, DUs-13.   </a:t>
            </a:r>
            <a:endParaRPr b="0" lang="en-US" sz="1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69" name="Flowchart: Connector 3"/>
          <p:cNvSpPr/>
          <p:nvPr/>
        </p:nvSpPr>
        <p:spPr>
          <a:xfrm>
            <a:off x="12544560" y="1808280"/>
            <a:ext cx="24588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70" name="Flowchart: Connector 5"/>
          <p:cNvSpPr/>
          <p:nvPr/>
        </p:nvSpPr>
        <p:spPr>
          <a:xfrm>
            <a:off x="12549240" y="2674800"/>
            <a:ext cx="24588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71" name="Flowchart: Connector 9"/>
          <p:cNvSpPr/>
          <p:nvPr/>
        </p:nvSpPr>
        <p:spPr>
          <a:xfrm>
            <a:off x="12544560" y="3597120"/>
            <a:ext cx="24588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72" name="Flowchart: Connector 11"/>
          <p:cNvSpPr/>
          <p:nvPr/>
        </p:nvSpPr>
        <p:spPr>
          <a:xfrm>
            <a:off x="12534840" y="4776840"/>
            <a:ext cx="24624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</p:spTree>
  </p:cSld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3" name="Slide Number Placeholder 1"/>
          <p:cNvSpPr/>
          <p:nvPr/>
        </p:nvSpPr>
        <p:spPr>
          <a:xfrm>
            <a:off x="11160000" y="6500880"/>
            <a:ext cx="324036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35BBC6A3-125C-4581-9B30-1D034D083107}" type="slidenum">
              <a:rPr b="0" lang="en-IN" sz="1200" spc="-1" strike="noStrike">
                <a:solidFill>
                  <a:srgbClr val="898989"/>
                </a:solidFill>
                <a:latin typeface="Calibri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4174" name="Rectangle 8"/>
          <p:cNvGrpSpPr/>
          <p:nvPr/>
        </p:nvGrpSpPr>
        <p:grpSpPr>
          <a:xfrm>
            <a:off x="-152280" y="-73080"/>
            <a:ext cx="13314240" cy="1006560"/>
            <a:chOff x="-152280" y="-73080"/>
            <a:chExt cx="13314240" cy="1006560"/>
          </a:xfrm>
        </p:grpSpPr>
        <p:pic>
          <p:nvPicPr>
            <p:cNvPr id="14175" name="Rectangle 8" descr=""/>
            <p:cNvPicPr/>
            <p:nvPr/>
          </p:nvPicPr>
          <p:blipFill>
            <a:blip r:embed="rId1"/>
            <a:stretch/>
          </p:blipFill>
          <p:spPr>
            <a:xfrm>
              <a:off x="-152280" y="-73080"/>
              <a:ext cx="13314240" cy="100656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176" name=""/>
            <p:cNvSpPr/>
            <p:nvPr/>
          </p:nvSpPr>
          <p:spPr>
            <a:xfrm>
              <a:off x="1440" y="-41400"/>
              <a:ext cx="13101840" cy="7970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Calibri"/>
                </a:rPr>
                <a:t>HT, Depot, DU </a:t>
              </a:r>
              <a:r>
                <a:rPr b="1" lang="en-US" sz="3200" spc="-1" strike="noStrike">
                  <a:solidFill>
                    <a:srgbClr val="ffffff"/>
                  </a:solidFill>
                  <a:latin typeface="Calibri"/>
                </a:rPr>
                <a:t>- </a:t>
              </a:r>
              <a:r>
                <a:rPr b="1" lang="en-US" sz="2800" spc="-1" strike="noStrike">
                  <a:solidFill>
                    <a:srgbClr val="ffffff"/>
                  </a:solidFill>
                  <a:latin typeface="Calibri"/>
                </a:rPr>
                <a:t>AOP Performance - FY 27 – Aug’26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4177" name="Group 7"/>
          <p:cNvGrpSpPr/>
          <p:nvPr/>
        </p:nvGrpSpPr>
        <p:grpSpPr>
          <a:xfrm>
            <a:off x="7835760" y="6087960"/>
            <a:ext cx="5267520" cy="348120"/>
            <a:chOff x="7835760" y="6087960"/>
            <a:chExt cx="5267520" cy="348120"/>
          </a:xfrm>
        </p:grpSpPr>
        <p:sp>
          <p:nvSpPr>
            <p:cNvPr id="14178" name="Flowchart: Connector 10"/>
            <p:cNvSpPr/>
            <p:nvPr/>
          </p:nvSpPr>
          <p:spPr>
            <a:xfrm>
              <a:off x="7835760" y="6087960"/>
              <a:ext cx="365760" cy="318240"/>
            </a:xfrm>
            <a:prstGeom prst="flowChartConnector">
              <a:avLst/>
            </a:prstGeom>
            <a:solidFill>
              <a:srgbClr val="00b05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79" name="TextBox 12"/>
            <p:cNvSpPr/>
            <p:nvPr/>
          </p:nvSpPr>
          <p:spPr>
            <a:xfrm>
              <a:off x="8201520" y="6111360"/>
              <a:ext cx="9964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On Target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80" name="Flowchart: Connector 13"/>
            <p:cNvSpPr/>
            <p:nvPr/>
          </p:nvSpPr>
          <p:spPr>
            <a:xfrm>
              <a:off x="9198360" y="6111360"/>
              <a:ext cx="365760" cy="318240"/>
            </a:xfrm>
            <a:prstGeom prst="flowChartConnector">
              <a:avLst/>
            </a:prstGeom>
            <a:solidFill>
              <a:srgbClr val="ffff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81" name="TextBox 14"/>
            <p:cNvSpPr/>
            <p:nvPr/>
          </p:nvSpPr>
          <p:spPr>
            <a:xfrm>
              <a:off x="9574560" y="6111360"/>
              <a:ext cx="6202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WIP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82" name="Flowchart: Connector 15"/>
            <p:cNvSpPr/>
            <p:nvPr/>
          </p:nvSpPr>
          <p:spPr>
            <a:xfrm>
              <a:off x="10147320" y="6100920"/>
              <a:ext cx="365760" cy="318240"/>
            </a:xfrm>
            <a:prstGeom prst="flowChartConnector">
              <a:avLst/>
            </a:prstGeom>
            <a:solidFill>
              <a:srgbClr val="ffc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83" name="TextBox 16"/>
            <p:cNvSpPr/>
            <p:nvPr/>
          </p:nvSpPr>
          <p:spPr>
            <a:xfrm>
              <a:off x="10466280" y="6106320"/>
              <a:ext cx="115920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Started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84" name="Flowchart: Connector 17"/>
            <p:cNvSpPr/>
            <p:nvPr/>
          </p:nvSpPr>
          <p:spPr>
            <a:xfrm>
              <a:off x="11544120" y="6111000"/>
              <a:ext cx="365760" cy="318240"/>
            </a:xfrm>
            <a:prstGeom prst="flowChartConnector">
              <a:avLst/>
            </a:prstGeom>
            <a:solidFill>
              <a:srgbClr val="ff0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85" name="TextBox 18"/>
            <p:cNvSpPr/>
            <p:nvPr/>
          </p:nvSpPr>
          <p:spPr>
            <a:xfrm>
              <a:off x="11910240" y="6129000"/>
              <a:ext cx="119304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Meeting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aphicFrame>
        <p:nvGraphicFramePr>
          <p:cNvPr id="14186" name=""/>
          <p:cNvGraphicFramePr/>
          <p:nvPr/>
        </p:nvGraphicFramePr>
        <p:xfrm>
          <a:off x="123840" y="939960"/>
          <a:ext cx="12979440" cy="4922640"/>
        </p:xfrm>
        <a:graphic>
          <a:graphicData uri="http://schemas.openxmlformats.org/drawingml/2006/table">
            <a:tbl>
              <a:tblPr/>
              <a:tblGrid>
                <a:gridCol w="623880"/>
                <a:gridCol w="2644920"/>
                <a:gridCol w="3801960"/>
                <a:gridCol w="5056200"/>
                <a:gridCol w="852480"/>
              </a:tblGrid>
              <a:tr h="625320"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S.N.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AOP Description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AOP Target upto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Actual Achieved AOP upto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1589040"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9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MOC Execution 2: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Construction of hazardous waste shed 10 Depots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(Tada, Dobhi, Mandar, Tilbegumpur, Baharagora, Girisola, Patran, Huzurnagar, Betnoti and Pollachi)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Engineering Completion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Prior Approval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Jun’26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RFQ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Apr’26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Contractor Finalization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Feb’27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Final Approvals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Mar’27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NA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RFQ floated.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TBE completed for all depot.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Order released for Girisola and Patran.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Completed for Rudrapur and WIP for Patran and Girisola.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1306440"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</a:t>
                      </a: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0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MoC Execution 3: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DG stack height enhancement at 7 Depot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(Tada, Dobhi, Mandar, Tilbegumpur, Baharagora, Girisola and Huzurnagar)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Engineering Completion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Prior Approval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Jun’26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RFQ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Apr’26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Contractor Finalization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Feb’27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Final Approvals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Mar’27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NA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RFQ floated.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TBE completed for all depot.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Order released for Girisola and work started.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1401840"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MoC Execution 4: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Bore well head protection at 6 Depots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(Patran, Pollachi, Huzurnagar, Betnoti, Dobhi and Baharagora)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Engineering Completion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Prior Approval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Jun’26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RFQ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Apr’26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Contractor Finalization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Feb’27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Statutory Final Approvals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Mar’27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NA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RFQ floated.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TBE completed for all depot.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343080" indent="-343080"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  <a:ea typeface="Calibri"/>
                        </a:rPr>
                        <a:t>Order released for Patran.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14187" name="Content Placeholder 2"/>
          <p:cNvSpPr/>
          <p:nvPr/>
        </p:nvSpPr>
        <p:spPr>
          <a:xfrm>
            <a:off x="0" y="6497640"/>
            <a:ext cx="13101480" cy="3571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90000" tIns="46800" bIns="46800" anchor="ctr">
            <a:noAutofit/>
          </a:bodyPr>
          <a:p>
            <a:pPr algn="r">
              <a:lnSpc>
                <a:spcPct val="100000"/>
              </a:lnSpc>
              <a:spcAft>
                <a:spcPts val="1199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US" sz="1900" spc="-1" strike="noStrike">
                <a:solidFill>
                  <a:srgbClr val="ffff00"/>
                </a:solidFill>
                <a:latin typeface="Helvetica Neue"/>
                <a:ea typeface="Helvetica Neue"/>
              </a:rPr>
              <a:t>Locations in Scope – Hired Terminal-5, Depots-12, DUs-13.   </a:t>
            </a:r>
            <a:endParaRPr b="0" lang="en-US" sz="1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88" name="Flowchart: Connector 3"/>
          <p:cNvSpPr/>
          <p:nvPr/>
        </p:nvSpPr>
        <p:spPr>
          <a:xfrm>
            <a:off x="12506400" y="2209680"/>
            <a:ext cx="24588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89" name="Flowchart: Connector 5"/>
          <p:cNvSpPr/>
          <p:nvPr/>
        </p:nvSpPr>
        <p:spPr>
          <a:xfrm>
            <a:off x="12499920" y="3576600"/>
            <a:ext cx="246240" cy="23508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90" name="Flowchart: Connector 9"/>
          <p:cNvSpPr/>
          <p:nvPr/>
        </p:nvSpPr>
        <p:spPr>
          <a:xfrm>
            <a:off x="12499920" y="4950000"/>
            <a:ext cx="24624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</p:spTree>
  </p:cSld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1" name="Slide Number Placeholder 1"/>
          <p:cNvSpPr/>
          <p:nvPr/>
        </p:nvSpPr>
        <p:spPr>
          <a:xfrm>
            <a:off x="11160000" y="6500880"/>
            <a:ext cx="324036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78D55C86-F8D1-41AD-BA1A-D9DAC2D882EA}" type="slidenum">
              <a:rPr b="0" lang="en-IN" sz="1200" spc="-1" strike="noStrike">
                <a:solidFill>
                  <a:srgbClr val="898989"/>
                </a:solidFill>
                <a:latin typeface="Calibri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4192" name="Rectangle 8"/>
          <p:cNvGrpSpPr/>
          <p:nvPr/>
        </p:nvGrpSpPr>
        <p:grpSpPr>
          <a:xfrm>
            <a:off x="-152280" y="-55440"/>
            <a:ext cx="13331880" cy="1000080"/>
            <a:chOff x="-152280" y="-55440"/>
            <a:chExt cx="13331880" cy="1000080"/>
          </a:xfrm>
        </p:grpSpPr>
        <p:pic>
          <p:nvPicPr>
            <p:cNvPr id="14193" name="Rectangle 8" descr=""/>
            <p:cNvPicPr/>
            <p:nvPr/>
          </p:nvPicPr>
          <p:blipFill>
            <a:blip r:embed="rId1"/>
            <a:stretch/>
          </p:blipFill>
          <p:spPr>
            <a:xfrm>
              <a:off x="-152280" y="-55440"/>
              <a:ext cx="13331880" cy="100008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194" name=""/>
            <p:cNvSpPr/>
            <p:nvPr/>
          </p:nvSpPr>
          <p:spPr>
            <a:xfrm>
              <a:off x="1440" y="-27000"/>
              <a:ext cx="13119120" cy="7952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Calibri"/>
                </a:rPr>
                <a:t>HT, Depot, DU </a:t>
              </a:r>
              <a:r>
                <a:rPr b="1" lang="en-US" sz="3200" spc="-1" strike="noStrike">
                  <a:solidFill>
                    <a:srgbClr val="ffffff"/>
                  </a:solidFill>
                  <a:latin typeface="Calibri"/>
                </a:rPr>
                <a:t>- </a:t>
              </a:r>
              <a:r>
                <a:rPr b="1" lang="en-US" sz="2800" spc="-1" strike="noStrike">
                  <a:solidFill>
                    <a:srgbClr val="ffffff"/>
                  </a:solidFill>
                  <a:latin typeface="Calibri"/>
                </a:rPr>
                <a:t>AOP Performance - FY 27 – Aug’26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4195" name="Group 7"/>
          <p:cNvGrpSpPr/>
          <p:nvPr/>
        </p:nvGrpSpPr>
        <p:grpSpPr>
          <a:xfrm>
            <a:off x="7835760" y="6080040"/>
            <a:ext cx="5267520" cy="348120"/>
            <a:chOff x="7835760" y="6080040"/>
            <a:chExt cx="5267520" cy="348120"/>
          </a:xfrm>
        </p:grpSpPr>
        <p:sp>
          <p:nvSpPr>
            <p:cNvPr id="14196" name="Flowchart: Connector 10"/>
            <p:cNvSpPr/>
            <p:nvPr/>
          </p:nvSpPr>
          <p:spPr>
            <a:xfrm>
              <a:off x="7835760" y="6080040"/>
              <a:ext cx="365760" cy="318240"/>
            </a:xfrm>
            <a:prstGeom prst="flowChartConnector">
              <a:avLst/>
            </a:prstGeom>
            <a:solidFill>
              <a:srgbClr val="00b05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97" name="TextBox 12"/>
            <p:cNvSpPr/>
            <p:nvPr/>
          </p:nvSpPr>
          <p:spPr>
            <a:xfrm>
              <a:off x="8201520" y="6103440"/>
              <a:ext cx="9964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On Target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98" name="Flowchart: Connector 13"/>
            <p:cNvSpPr/>
            <p:nvPr/>
          </p:nvSpPr>
          <p:spPr>
            <a:xfrm>
              <a:off x="9198360" y="6103440"/>
              <a:ext cx="365760" cy="318240"/>
            </a:xfrm>
            <a:prstGeom prst="flowChartConnector">
              <a:avLst/>
            </a:prstGeom>
            <a:solidFill>
              <a:srgbClr val="ffff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199" name="TextBox 14"/>
            <p:cNvSpPr/>
            <p:nvPr/>
          </p:nvSpPr>
          <p:spPr>
            <a:xfrm>
              <a:off x="9574560" y="6103440"/>
              <a:ext cx="6202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WIP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00" name="Flowchart: Connector 15"/>
            <p:cNvSpPr/>
            <p:nvPr/>
          </p:nvSpPr>
          <p:spPr>
            <a:xfrm>
              <a:off x="10147320" y="6093000"/>
              <a:ext cx="365760" cy="318240"/>
            </a:xfrm>
            <a:prstGeom prst="flowChartConnector">
              <a:avLst/>
            </a:prstGeom>
            <a:solidFill>
              <a:srgbClr val="ffc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01" name="TextBox 16"/>
            <p:cNvSpPr/>
            <p:nvPr/>
          </p:nvSpPr>
          <p:spPr>
            <a:xfrm>
              <a:off x="10466280" y="6098400"/>
              <a:ext cx="115920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Started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02" name="Flowchart: Connector 17"/>
            <p:cNvSpPr/>
            <p:nvPr/>
          </p:nvSpPr>
          <p:spPr>
            <a:xfrm>
              <a:off x="11544120" y="6103080"/>
              <a:ext cx="365760" cy="318240"/>
            </a:xfrm>
            <a:prstGeom prst="flowChartConnector">
              <a:avLst/>
            </a:prstGeom>
            <a:solidFill>
              <a:srgbClr val="ff0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03" name="TextBox 18"/>
            <p:cNvSpPr/>
            <p:nvPr/>
          </p:nvSpPr>
          <p:spPr>
            <a:xfrm>
              <a:off x="11910240" y="6121080"/>
              <a:ext cx="119304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Meeting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aphicFrame>
        <p:nvGraphicFramePr>
          <p:cNvPr id="14204" name=""/>
          <p:cNvGraphicFramePr/>
          <p:nvPr/>
        </p:nvGraphicFramePr>
        <p:xfrm>
          <a:off x="295200" y="933480"/>
          <a:ext cx="12825360" cy="4886280"/>
        </p:xfrm>
        <a:graphic>
          <a:graphicData uri="http://schemas.openxmlformats.org/drawingml/2006/table">
            <a:tbl>
              <a:tblPr/>
              <a:tblGrid>
                <a:gridCol w="615960"/>
                <a:gridCol w="2459160"/>
                <a:gridCol w="4444920"/>
                <a:gridCol w="4419720"/>
                <a:gridCol w="885600"/>
              </a:tblGrid>
              <a:tr h="612720"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S.N.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AOP Description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AOP Target upto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 </a:t>
                      </a: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Actual Achieved AOP upto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693720"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12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Agreement sign-off –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 (Body)"/>
                        </a:rPr>
                        <a:t>PIPAVAV Hired Terminal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Agreement Signoff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Jun’26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28600" indent="-228600">
                        <a:lnSpc>
                          <a:spcPct val="15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Agreement Sign-off – </a:t>
                      </a:r>
                      <a:r>
                        <a:rPr b="0" lang="en-US" sz="1200" spc="-1" strike="noStrike">
                          <a:solidFill>
                            <a:srgbClr val="00b050"/>
                          </a:solidFill>
                          <a:latin typeface="Arial (Body)"/>
                        </a:rPr>
                        <a:t>26</a:t>
                      </a:r>
                      <a:r>
                        <a:rPr b="0" lang="en-US" sz="1200" spc="-1" strike="noStrike" baseline="30000">
                          <a:solidFill>
                            <a:srgbClr val="00b050"/>
                          </a:solidFill>
                          <a:latin typeface="Arial (Body)"/>
                        </a:rPr>
                        <a:t>th</a:t>
                      </a:r>
                      <a:r>
                        <a:rPr b="0" lang="en-US" sz="1200" spc="-1" strike="noStrike">
                          <a:solidFill>
                            <a:srgbClr val="00b050"/>
                          </a:solidFill>
                          <a:latin typeface="Arial (Body)"/>
                        </a:rPr>
                        <a:t> 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1060560"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13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Commissioning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of 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Aft>
                          <a:spcPts val="799"/>
                        </a:spcAft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2b4da0"/>
                          </a:solidFill>
                          <a:latin typeface="Arial (Body)"/>
                        </a:rPr>
                        <a:t>PIPAVA </a:t>
                      </a: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 (Body)"/>
                        </a:rPr>
                        <a:t>Hired Terminal</a:t>
                      </a: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Completion of Project work by HTO</a:t>
                      </a: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Oct’26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RIL Manpower deployment</a:t>
                      </a: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SAP System readiness</a:t>
                      </a: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Oct’26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Commissiong of Facility</a:t>
                      </a: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Dec’26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Commence to dispatches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Dec’26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171360" indent="-171360">
                        <a:lnSpc>
                          <a:spcPct val="150000"/>
                        </a:lnSpc>
                        <a:buClr>
                          <a:srgbClr val="000000"/>
                        </a:buClr>
                        <a:buFont typeface="Arial"/>
                        <a:buChar char="•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Boundary wall extension work in progress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171360" indent="-171360">
                        <a:lnSpc>
                          <a:spcPct val="150000"/>
                        </a:lnSpc>
                        <a:buClr>
                          <a:srgbClr val="000000"/>
                        </a:buClr>
                        <a:buFont typeface="Arial"/>
                        <a:buChar char="•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Gantry Pilling work completed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776160"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14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Agreement with </a:t>
                      </a:r>
                      <a:r>
                        <a:rPr b="1" lang="en-IN" sz="1200" spc="-1" strike="noStrike">
                          <a:solidFill>
                            <a:srgbClr val="2b4da0"/>
                          </a:solidFill>
                          <a:latin typeface="Arial (Body)"/>
                        </a:rPr>
                        <a:t>REPONO</a:t>
                      </a: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for  </a:t>
                      </a: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 (Body)"/>
                        </a:rPr>
                        <a:t>UP-West HT for 15 Years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Management Approval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Agreement Signoff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Jun’26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28600" indent="-228600">
                        <a:lnSpc>
                          <a:spcPct val="15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Management Approval – </a:t>
                      </a:r>
                      <a:r>
                        <a:rPr b="0" lang="en-US" sz="1200" spc="-1" strike="noStrike">
                          <a:solidFill>
                            <a:srgbClr val="00b050"/>
                          </a:solidFill>
                          <a:latin typeface="Arial (Body)"/>
                        </a:rPr>
                        <a:t>20</a:t>
                      </a:r>
                      <a:r>
                        <a:rPr b="0" lang="en-US" sz="1200" spc="-1" strike="noStrike" baseline="30000">
                          <a:solidFill>
                            <a:srgbClr val="00b050"/>
                          </a:solidFill>
                          <a:latin typeface="Arial (Body)"/>
                        </a:rPr>
                        <a:t>th</a:t>
                      </a:r>
                      <a:r>
                        <a:rPr b="0" lang="en-US" sz="1200" spc="-1" strike="noStrike">
                          <a:solidFill>
                            <a:srgbClr val="00b050"/>
                          </a:solidFill>
                          <a:latin typeface="Arial (Body)"/>
                        </a:rPr>
                        <a:t> Jan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5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Agreement Sign-off – </a:t>
                      </a:r>
                      <a:r>
                        <a:rPr b="0" lang="en-US" sz="1200" spc="-1" strike="noStrike">
                          <a:solidFill>
                            <a:srgbClr val="00b050"/>
                          </a:solidFill>
                          <a:latin typeface="Arial (Body)"/>
                        </a:rPr>
                        <a:t>29</a:t>
                      </a:r>
                      <a:r>
                        <a:rPr b="0" lang="en-US" sz="1200" spc="-1" strike="noStrike" baseline="30000">
                          <a:solidFill>
                            <a:srgbClr val="00b050"/>
                          </a:solidFill>
                          <a:latin typeface="Arial (Body)"/>
                        </a:rPr>
                        <a:t>th</a:t>
                      </a:r>
                      <a:r>
                        <a:rPr b="0" lang="en-US" sz="1200" spc="-1" strike="noStrike">
                          <a:solidFill>
                            <a:srgbClr val="00b050"/>
                          </a:solidFill>
                          <a:latin typeface="Arial (Body)"/>
                        </a:rPr>
                        <a:t> May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821880"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15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Hiring of Additional Tankage and Bay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– </a:t>
                      </a:r>
                      <a:r>
                        <a:rPr b="0" lang="en-IN" sz="1200" spc="-1" strike="noStrike">
                          <a:solidFill>
                            <a:srgbClr val="2b4da0"/>
                          </a:solidFill>
                          <a:latin typeface="Arial (Body)"/>
                        </a:rPr>
                        <a:t>Cochin (KCPL)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Hand-over of 8TKL tank</a:t>
                      </a: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Commissiong of 8TKL tank</a:t>
                      </a: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Grade change of 2 existing MS tanks to HSD 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a) Hand-over of 8TKL tank will done post commissioning of 7700 KL in Aug’26.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966600">
                <a:tc>
                  <a:txBody>
                    <a:bodyPr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16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Commissioning of New DUs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 marL="228600" indent="-228600">
                        <a:lnSpc>
                          <a:spcPct val="10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Facility readiness &amp; Commissioning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anchor="ctr">
                      <a:noAutofit/>
                    </a:bodyPr>
                    <a:p>
                      <a:pPr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Kasaragod expected to started in 2</a:t>
                      </a:r>
                      <a:r>
                        <a:rPr b="0" lang="en-US" sz="1200" spc="-1" strike="noStrike" baseline="30000">
                          <a:solidFill>
                            <a:srgbClr val="000000"/>
                          </a:solidFill>
                          <a:latin typeface="Arial (Body)"/>
                        </a:rPr>
                        <a:t>nd</a:t>
                      </a: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 or 3</a:t>
                      </a:r>
                      <a:r>
                        <a:rPr b="0" lang="en-US" sz="1200" spc="-1" strike="noStrike" baseline="30000">
                          <a:solidFill>
                            <a:srgbClr val="000000"/>
                          </a:solidFill>
                          <a:latin typeface="Arial (Body)"/>
                        </a:rPr>
                        <a:t>rd</a:t>
                      </a: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 week of Spe’26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1440" marR="9144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14205" name="Content Placeholder 2"/>
          <p:cNvSpPr/>
          <p:nvPr/>
        </p:nvSpPr>
        <p:spPr>
          <a:xfrm>
            <a:off x="0" y="6497640"/>
            <a:ext cx="13295160" cy="3571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90000" tIns="46800" bIns="46800" anchor="ctr">
            <a:noAutofit/>
          </a:bodyPr>
          <a:p>
            <a:pPr algn="r">
              <a:lnSpc>
                <a:spcPct val="100000"/>
              </a:lnSpc>
              <a:spcAft>
                <a:spcPts val="1199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US" sz="1900" spc="-1" strike="noStrike">
                <a:solidFill>
                  <a:srgbClr val="ffff00"/>
                </a:solidFill>
                <a:latin typeface="Helvetica Neue"/>
                <a:ea typeface="Helvetica Neue"/>
              </a:rPr>
              <a:t>Locations in Scope – Hired Terminal-5, Depots-12, DUs-13.   </a:t>
            </a:r>
            <a:endParaRPr b="0" lang="en-US" sz="1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206" name="Flowchart: Connector 3"/>
          <p:cNvSpPr/>
          <p:nvPr/>
        </p:nvSpPr>
        <p:spPr>
          <a:xfrm>
            <a:off x="12534840" y="3564000"/>
            <a:ext cx="24624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07" name="Flowchart: Connector 9"/>
          <p:cNvSpPr/>
          <p:nvPr/>
        </p:nvSpPr>
        <p:spPr>
          <a:xfrm>
            <a:off x="12534840" y="4340160"/>
            <a:ext cx="24624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08" name="Flowchart: Connector 11"/>
          <p:cNvSpPr/>
          <p:nvPr/>
        </p:nvSpPr>
        <p:spPr>
          <a:xfrm>
            <a:off x="12534840" y="1787400"/>
            <a:ext cx="246240" cy="23508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09" name="Flowchart: Connector 20"/>
          <p:cNvSpPr/>
          <p:nvPr/>
        </p:nvSpPr>
        <p:spPr>
          <a:xfrm>
            <a:off x="12534840" y="2633760"/>
            <a:ext cx="246240" cy="2347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10" name="Flowchart: Connector 19"/>
          <p:cNvSpPr/>
          <p:nvPr/>
        </p:nvSpPr>
        <p:spPr>
          <a:xfrm>
            <a:off x="12534840" y="5254560"/>
            <a:ext cx="24624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</p:spTree>
  </p:cSld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11" name="Slide Number Placeholder 1"/>
          <p:cNvSpPr/>
          <p:nvPr/>
        </p:nvSpPr>
        <p:spPr>
          <a:xfrm>
            <a:off x="11160000" y="6500880"/>
            <a:ext cx="324036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19A5EF1A-2C95-4688-B9B0-6CCE89DCC88A}" type="slidenum">
              <a:rPr b="0" lang="en-IN" sz="1200" spc="-1" strike="noStrike">
                <a:solidFill>
                  <a:srgbClr val="898989"/>
                </a:solidFill>
                <a:latin typeface="Calibri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4212" name="Rectangle 8"/>
          <p:cNvGrpSpPr/>
          <p:nvPr/>
        </p:nvGrpSpPr>
        <p:grpSpPr>
          <a:xfrm>
            <a:off x="-152280" y="-55440"/>
            <a:ext cx="13307760" cy="1006200"/>
            <a:chOff x="-152280" y="-55440"/>
            <a:chExt cx="13307760" cy="1006200"/>
          </a:xfrm>
        </p:grpSpPr>
        <p:pic>
          <p:nvPicPr>
            <p:cNvPr id="14213" name="Rectangle 8" descr=""/>
            <p:cNvPicPr/>
            <p:nvPr/>
          </p:nvPicPr>
          <p:blipFill>
            <a:blip r:embed="rId1"/>
            <a:stretch/>
          </p:blipFill>
          <p:spPr>
            <a:xfrm>
              <a:off x="-152280" y="-55440"/>
              <a:ext cx="13307760" cy="100620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214" name=""/>
            <p:cNvSpPr/>
            <p:nvPr/>
          </p:nvSpPr>
          <p:spPr>
            <a:xfrm>
              <a:off x="1440" y="-25560"/>
              <a:ext cx="13093920" cy="7970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Calibri"/>
                </a:rPr>
                <a:t>HT, Depot, DU </a:t>
              </a:r>
              <a:r>
                <a:rPr b="1" lang="en-US" sz="3200" spc="-1" strike="noStrike">
                  <a:solidFill>
                    <a:srgbClr val="ffffff"/>
                  </a:solidFill>
                  <a:latin typeface="Calibri"/>
                </a:rPr>
                <a:t>- </a:t>
              </a:r>
              <a:r>
                <a:rPr b="1" lang="en-US" sz="2800" spc="-1" strike="noStrike">
                  <a:solidFill>
                    <a:srgbClr val="ffffff"/>
                  </a:solidFill>
                  <a:latin typeface="Calibri"/>
                </a:rPr>
                <a:t>AOP Performance - FY 27 – Aug’26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4215" name="Group 7"/>
          <p:cNvGrpSpPr/>
          <p:nvPr/>
        </p:nvGrpSpPr>
        <p:grpSpPr>
          <a:xfrm>
            <a:off x="7835760" y="6080040"/>
            <a:ext cx="5267520" cy="348120"/>
            <a:chOff x="7835760" y="6080040"/>
            <a:chExt cx="5267520" cy="348120"/>
          </a:xfrm>
        </p:grpSpPr>
        <p:sp>
          <p:nvSpPr>
            <p:cNvPr id="14216" name="Flowchart: Connector 10"/>
            <p:cNvSpPr/>
            <p:nvPr/>
          </p:nvSpPr>
          <p:spPr>
            <a:xfrm>
              <a:off x="7835760" y="6080040"/>
              <a:ext cx="365760" cy="318240"/>
            </a:xfrm>
            <a:prstGeom prst="flowChartConnector">
              <a:avLst/>
            </a:prstGeom>
            <a:solidFill>
              <a:srgbClr val="00b05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17" name="TextBox 12"/>
            <p:cNvSpPr/>
            <p:nvPr/>
          </p:nvSpPr>
          <p:spPr>
            <a:xfrm>
              <a:off x="8201520" y="6103440"/>
              <a:ext cx="9964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On Target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18" name="Flowchart: Connector 13"/>
            <p:cNvSpPr/>
            <p:nvPr/>
          </p:nvSpPr>
          <p:spPr>
            <a:xfrm>
              <a:off x="9198360" y="6103440"/>
              <a:ext cx="365760" cy="318240"/>
            </a:xfrm>
            <a:prstGeom prst="flowChartConnector">
              <a:avLst/>
            </a:prstGeom>
            <a:solidFill>
              <a:srgbClr val="ffff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19" name="TextBox 14"/>
            <p:cNvSpPr/>
            <p:nvPr/>
          </p:nvSpPr>
          <p:spPr>
            <a:xfrm>
              <a:off x="9574560" y="6103440"/>
              <a:ext cx="62028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WIP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20" name="Flowchart: Connector 15"/>
            <p:cNvSpPr/>
            <p:nvPr/>
          </p:nvSpPr>
          <p:spPr>
            <a:xfrm>
              <a:off x="10147320" y="6093000"/>
              <a:ext cx="365760" cy="318240"/>
            </a:xfrm>
            <a:prstGeom prst="flowChartConnector">
              <a:avLst/>
            </a:prstGeom>
            <a:solidFill>
              <a:srgbClr val="ffc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21" name="TextBox 16"/>
            <p:cNvSpPr/>
            <p:nvPr/>
          </p:nvSpPr>
          <p:spPr>
            <a:xfrm>
              <a:off x="10466280" y="6098400"/>
              <a:ext cx="115920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Started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22" name="Flowchart: Connector 17"/>
            <p:cNvSpPr/>
            <p:nvPr/>
          </p:nvSpPr>
          <p:spPr>
            <a:xfrm>
              <a:off x="11544120" y="6103080"/>
              <a:ext cx="365760" cy="318240"/>
            </a:xfrm>
            <a:prstGeom prst="flowChartConnector">
              <a:avLst/>
            </a:prstGeom>
            <a:solidFill>
              <a:srgbClr val="ff0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23" name="TextBox 18"/>
            <p:cNvSpPr/>
            <p:nvPr/>
          </p:nvSpPr>
          <p:spPr>
            <a:xfrm>
              <a:off x="11910240" y="6121080"/>
              <a:ext cx="1193040" cy="3070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400" spc="-1" strike="noStrike">
                  <a:solidFill>
                    <a:srgbClr val="000000"/>
                  </a:solidFill>
                  <a:latin typeface="Arial"/>
                </a:rPr>
                <a:t>Not Meeting</a:t>
              </a:r>
              <a:endParaRPr b="0" lang="en-US" sz="14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aphicFrame>
        <p:nvGraphicFramePr>
          <p:cNvPr id="14224" name=""/>
          <p:cNvGraphicFramePr/>
          <p:nvPr/>
        </p:nvGraphicFramePr>
        <p:xfrm>
          <a:off x="353880" y="1015920"/>
          <a:ext cx="12741480" cy="2241720"/>
        </p:xfrm>
        <a:graphic>
          <a:graphicData uri="http://schemas.openxmlformats.org/drawingml/2006/table">
            <a:tbl>
              <a:tblPr/>
              <a:tblGrid>
                <a:gridCol w="613080"/>
                <a:gridCol w="2447640"/>
                <a:gridCol w="4426200"/>
                <a:gridCol w="4119480"/>
                <a:gridCol w="1135080"/>
              </a:tblGrid>
              <a:tr h="61272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S.N.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AOP Description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AOP Target upto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 (Body)"/>
                        </a:rPr>
                        <a:t> </a:t>
                      </a: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Actual Achieved AOP upto 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August 2026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78084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17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OWS construction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2b4da0"/>
                          </a:solidFill>
                          <a:latin typeface="Arial (Body)"/>
                        </a:rPr>
                        <a:t>Patran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RFQ floated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TBE &amp; WO issue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– </a:t>
                      </a:r>
                      <a:r>
                        <a:rPr b="0" lang="en-IN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Jul /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–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lnSpc>
                          <a:spcPct val="15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PO issued for the supply of OWS.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5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Civil Terms Sheet under approval.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874440">
                <a:tc>
                  <a:txBody>
                    <a:bodyPr lIns="90000" rIns="90000" tIns="46800" bIns="46800" anchor="ctr">
                      <a:noAutofit/>
                    </a:bodyPr>
                    <a:p>
                      <a:pPr algn="ctr">
                        <a:lnSpc>
                          <a:spcPct val="15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18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68760" rIns="68760" tIns="0" bIns="0" anchor="ctr">
                      <a:noAutofit/>
                    </a:bodyPr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VBS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2b4da0"/>
                          </a:solidFill>
                          <a:latin typeface="Arial (Body)"/>
                        </a:rPr>
                        <a:t>Patran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68760" marR="687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RFQ floated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Jul’26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TBE &amp; WO issue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Commencement of construction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-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Aug’26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07000"/>
                        </a:lnSpc>
                        <a:buClr>
                          <a:srgbClr val="000000"/>
                        </a:buClr>
                        <a:buFont typeface="Arial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Completion</a:t>
                      </a:r>
                      <a:r>
                        <a:rPr b="0" lang="en-IN" sz="12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– </a:t>
                      </a:r>
                      <a:r>
                        <a:rPr b="0" lang="en-US" sz="1200" spc="-1" strike="noStrike">
                          <a:solidFill>
                            <a:srgbClr val="c00000"/>
                          </a:solidFill>
                          <a:latin typeface="Arial"/>
                        </a:rPr>
                        <a:t>Sep’26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0000" rIns="90000" tIns="46800" bIns="46800" anchor="ctr">
                      <a:noAutofit/>
                    </a:bodyPr>
                    <a:p>
                      <a:pPr marL="228600" indent="-228600">
                        <a:lnSpc>
                          <a:spcPct val="15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PO issued for the supply of OWS.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228600" indent="-228600">
                        <a:lnSpc>
                          <a:spcPct val="150000"/>
                        </a:lnSpc>
                        <a:buClr>
                          <a:srgbClr val="000000"/>
                        </a:buClr>
                        <a:buFont typeface="Arial (Body)"/>
                        <a:buAutoNum type="alphaLcParenR"/>
                        <a:tabLst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200" spc="-1" strike="noStrike">
                          <a:solidFill>
                            <a:srgbClr val="000000"/>
                          </a:solidFill>
                          <a:latin typeface="Arial (Body)"/>
                        </a:rPr>
                        <a:t>Civil Terms Sheet under approval.</a:t>
                      </a:r>
                      <a:endParaRPr b="0" lang="en-US" sz="12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0000" marR="9000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4225" name="Content Placeholder 2"/>
          <p:cNvSpPr/>
          <p:nvPr/>
        </p:nvSpPr>
        <p:spPr>
          <a:xfrm>
            <a:off x="0" y="6451560"/>
            <a:ext cx="13093560" cy="35712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90000" tIns="46800" bIns="46800" anchor="ctr">
            <a:noAutofit/>
          </a:bodyPr>
          <a:p>
            <a:pPr algn="r">
              <a:lnSpc>
                <a:spcPct val="100000"/>
              </a:lnSpc>
              <a:spcAft>
                <a:spcPts val="1199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US" sz="1900" spc="-1" strike="noStrike">
                <a:solidFill>
                  <a:srgbClr val="ffff00"/>
                </a:solidFill>
                <a:latin typeface="Helvetica Neue"/>
                <a:ea typeface="Helvetica Neue"/>
              </a:rPr>
              <a:t>Locations in Scope – Hired Terminal-5, Depots-12, DUs-13.   </a:t>
            </a:r>
            <a:endParaRPr b="0" lang="en-US" sz="19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226" name="Flowchart: Connector 11"/>
          <p:cNvSpPr/>
          <p:nvPr/>
        </p:nvSpPr>
        <p:spPr>
          <a:xfrm>
            <a:off x="12382560" y="1847880"/>
            <a:ext cx="24588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27" name="Flowchart: Connector 20"/>
          <p:cNvSpPr/>
          <p:nvPr/>
        </p:nvSpPr>
        <p:spPr>
          <a:xfrm>
            <a:off x="12382560" y="2679840"/>
            <a:ext cx="245880" cy="236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</p:spTree>
  </p:cSld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228" name="Picture 5" descr=""/>
          <p:cNvPicPr/>
          <p:nvPr/>
        </p:nvPicPr>
        <p:blipFill>
          <a:blip r:embed="rId1"/>
          <a:srcRect l="9458" t="7071" r="0" b="21593"/>
          <a:stretch/>
        </p:blipFill>
        <p:spPr>
          <a:xfrm>
            <a:off x="9320040" y="835200"/>
            <a:ext cx="3740400" cy="2365200"/>
          </a:xfrm>
          <a:prstGeom prst="rect">
            <a:avLst/>
          </a:prstGeom>
          <a:ln w="0">
            <a:noFill/>
          </a:ln>
        </p:spPr>
      </p:pic>
      <p:pic>
        <p:nvPicPr>
          <p:cNvPr id="14229" name="Picture 2" descr=""/>
          <p:cNvPicPr/>
          <p:nvPr/>
        </p:nvPicPr>
        <p:blipFill>
          <a:blip r:embed="rId2"/>
          <a:stretch/>
        </p:blipFill>
        <p:spPr>
          <a:xfrm>
            <a:off x="439560" y="835200"/>
            <a:ext cx="4050000" cy="2365200"/>
          </a:xfrm>
          <a:prstGeom prst="rect">
            <a:avLst/>
          </a:prstGeom>
          <a:ln w="0">
            <a:noFill/>
          </a:ln>
        </p:spPr>
      </p:pic>
      <p:pic>
        <p:nvPicPr>
          <p:cNvPr id="14230" name="Picture 9" descr=""/>
          <p:cNvPicPr/>
          <p:nvPr/>
        </p:nvPicPr>
        <p:blipFill>
          <a:blip r:embed="rId3"/>
          <a:stretch/>
        </p:blipFill>
        <p:spPr>
          <a:xfrm>
            <a:off x="439560" y="3429000"/>
            <a:ext cx="4050000" cy="2278080"/>
          </a:xfrm>
          <a:prstGeom prst="rect">
            <a:avLst/>
          </a:prstGeom>
          <a:ln w="0">
            <a:noFill/>
          </a:ln>
        </p:spPr>
      </p:pic>
      <p:pic>
        <p:nvPicPr>
          <p:cNvPr id="14231" name="Picture 11" descr=""/>
          <p:cNvPicPr/>
          <p:nvPr/>
        </p:nvPicPr>
        <p:blipFill>
          <a:blip r:embed="rId4"/>
          <a:stretch/>
        </p:blipFill>
        <p:spPr>
          <a:xfrm>
            <a:off x="5033880" y="835200"/>
            <a:ext cx="3909960" cy="2365200"/>
          </a:xfrm>
          <a:prstGeom prst="rect">
            <a:avLst/>
          </a:prstGeom>
          <a:ln w="0">
            <a:noFill/>
          </a:ln>
        </p:spPr>
      </p:pic>
      <p:pic>
        <p:nvPicPr>
          <p:cNvPr id="14232" name="Picture 13" descr=""/>
          <p:cNvPicPr/>
          <p:nvPr/>
        </p:nvPicPr>
        <p:blipFill>
          <a:blip r:embed="rId5"/>
          <a:srcRect l="16928" t="4791" r="14010" b="28126"/>
          <a:stretch/>
        </p:blipFill>
        <p:spPr>
          <a:xfrm>
            <a:off x="5033880" y="3429000"/>
            <a:ext cx="3909960" cy="2278080"/>
          </a:xfrm>
          <a:prstGeom prst="rect">
            <a:avLst/>
          </a:prstGeom>
          <a:ln w="0">
            <a:noFill/>
          </a:ln>
        </p:spPr>
      </p:pic>
      <p:pic>
        <p:nvPicPr>
          <p:cNvPr id="14233" name="Picture 15" descr=""/>
          <p:cNvPicPr/>
          <p:nvPr/>
        </p:nvPicPr>
        <p:blipFill>
          <a:blip r:embed="rId6"/>
          <a:srcRect l="6770" t="0" r="0" b="16252"/>
          <a:stretch/>
        </p:blipFill>
        <p:spPr>
          <a:xfrm>
            <a:off x="9342360" y="3429000"/>
            <a:ext cx="3718080" cy="2278080"/>
          </a:xfrm>
          <a:prstGeom prst="rect">
            <a:avLst/>
          </a:prstGeom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4" name="Slide Number Placeholder 1"/>
          <p:cNvSpPr/>
          <p:nvPr/>
        </p:nvSpPr>
        <p:spPr>
          <a:xfrm>
            <a:off x="11160000" y="6500880"/>
            <a:ext cx="324036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FB4A1B0D-3359-45FE-BD1B-712811041F4F}" type="slidenum">
              <a:rPr b="0" lang="en-IN" sz="1200" spc="-1" strike="noStrike">
                <a:solidFill>
                  <a:srgbClr val="898989"/>
                </a:solidFill>
                <a:latin typeface="Calibri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4235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2222000" y="0"/>
            <a:ext cx="1073160" cy="795240"/>
          </a:xfrm>
          <a:prstGeom prst="rect">
            <a:avLst/>
          </a:prstGeom>
          <a:ln w="0">
            <a:noFill/>
          </a:ln>
        </p:spPr>
      </p:pic>
      <p:grpSp>
        <p:nvGrpSpPr>
          <p:cNvPr id="14236" name="Rectangle 8"/>
          <p:cNvGrpSpPr/>
          <p:nvPr/>
        </p:nvGrpSpPr>
        <p:grpSpPr>
          <a:xfrm>
            <a:off x="950760" y="0"/>
            <a:ext cx="11307960" cy="927000"/>
            <a:chOff x="950760" y="0"/>
            <a:chExt cx="11307960" cy="927000"/>
          </a:xfrm>
        </p:grpSpPr>
        <p:pic>
          <p:nvPicPr>
            <p:cNvPr id="14237" name="Rectangle 8" descr=""/>
            <p:cNvPicPr/>
            <p:nvPr/>
          </p:nvPicPr>
          <p:blipFill>
            <a:blip r:embed="rId2"/>
            <a:stretch/>
          </p:blipFill>
          <p:spPr>
            <a:xfrm>
              <a:off x="950760" y="0"/>
              <a:ext cx="11307960" cy="92700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238" name=""/>
            <p:cNvSpPr/>
            <p:nvPr/>
          </p:nvSpPr>
          <p:spPr>
            <a:xfrm>
              <a:off x="1103400" y="28440"/>
              <a:ext cx="11094840" cy="79560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Arial"/>
                </a:rPr>
                <a:t>AOP - Direct Accountability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4239" name="Content Placeholder 2"/>
          <p:cNvSpPr/>
          <p:nvPr/>
        </p:nvSpPr>
        <p:spPr>
          <a:xfrm>
            <a:off x="1103400" y="6095880"/>
            <a:ext cx="12191760" cy="8208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90000" tIns="46800" bIns="46800" anchor="ctr">
            <a:noAutofit/>
          </a:bodyPr>
          <a:p>
            <a:pPr algn="ctr">
              <a:lnSpc>
                <a:spcPct val="100000"/>
              </a:lnSpc>
              <a:spcAft>
                <a:spcPts val="1199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US" sz="2400" spc="-1" strike="noStrike">
                <a:solidFill>
                  <a:srgbClr val="ffff00"/>
                </a:solidFill>
                <a:latin typeface="Helvetica Neue"/>
                <a:ea typeface="Helvetica Neue"/>
              </a:rPr>
              <a:t>Locations in Scope : JNPT, Kakinada, Vizag and 20 DU’s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14240" name=""/>
          <p:cNvGraphicFramePr/>
          <p:nvPr/>
        </p:nvGraphicFramePr>
        <p:xfrm>
          <a:off x="1390680" y="824040"/>
          <a:ext cx="11619000" cy="5100480"/>
        </p:xfrm>
        <a:graphic>
          <a:graphicData uri="http://schemas.openxmlformats.org/drawingml/2006/table">
            <a:tbl>
              <a:tblPr/>
              <a:tblGrid>
                <a:gridCol w="771480"/>
                <a:gridCol w="5751360"/>
                <a:gridCol w="2097360"/>
                <a:gridCol w="1768320"/>
                <a:gridCol w="1230480"/>
              </a:tblGrid>
              <a:tr h="39672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Sr. No.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AOP Description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Target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Actual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5388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Total OPEX HT (All)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Crs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.Crs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27972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2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Total OPEX  DU (All)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Crs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Crs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282240">
                <a:tc rowSpan="3"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3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 rowSpan="3"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fr-FR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Total Volume – AB Locations</a:t>
                      </a:r>
                      <a:br>
                        <a:rPr sz="1600"/>
                      </a:br>
                      <a:r>
                        <a:rPr b="0" lang="fr-FR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 ( HT + DUs)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389 TKL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238 TKL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 rowSpan="3"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466920">
                <a:tc v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  <a:tc v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HT: 362 TKL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LDO: 2TKL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HT: 215 TKL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LDO: 0 TKL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 v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</a:tr>
              <a:tr h="237960">
                <a:tc v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  <a:tc v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DU: 25TKL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DU: 23 TKL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 vMerge="1">
                  <a:tcPr anchor="t" marL="90000" marR="9000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29fcf"/>
                    </a:solidFill>
                  </a:tcPr>
                </a:tc>
              </a:tr>
              <a:tr h="69552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4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Operating Loss (All Hired Terminal)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MS &lt; 0.1%,                         HSD= 0.0 %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LDO=0.1%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MS   Gain 0.09 %,    HSD Gain 0.19%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LDO Gain 0.01 % 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2220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5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LWCFR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&lt;0.5 per MM man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0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32400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6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Tier 1 and Tier 2 Process incidents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Nil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Nil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41436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7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Filing of renewal applications as per statutory deadlines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100%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100%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34272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8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Obtain Consents / License before expiry of existing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100%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100%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37008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9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Surprise check of TTs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8% of Loaded TTs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More Than 10%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36036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10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Closure of POD within 10 days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100%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100%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25380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11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8568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Dry outs due to Late dispatches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Nil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Nil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14241" name="Flowchart: Connector 32"/>
          <p:cNvSpPr/>
          <p:nvPr/>
        </p:nvSpPr>
        <p:spPr>
          <a:xfrm>
            <a:off x="12209400" y="3546360"/>
            <a:ext cx="24624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42" name="Flowchart: Connector 33"/>
          <p:cNvSpPr/>
          <p:nvPr/>
        </p:nvSpPr>
        <p:spPr>
          <a:xfrm>
            <a:off x="12234960" y="3059280"/>
            <a:ext cx="24588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43" name="Flowchart: Connector 34"/>
          <p:cNvSpPr/>
          <p:nvPr/>
        </p:nvSpPr>
        <p:spPr>
          <a:xfrm>
            <a:off x="12234960" y="5648400"/>
            <a:ext cx="24588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44" name="Flowchart: Connector 35"/>
          <p:cNvSpPr/>
          <p:nvPr/>
        </p:nvSpPr>
        <p:spPr>
          <a:xfrm>
            <a:off x="12222000" y="3886200"/>
            <a:ext cx="24624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45" name="Flowchart: Connector 36"/>
          <p:cNvSpPr/>
          <p:nvPr/>
        </p:nvSpPr>
        <p:spPr>
          <a:xfrm>
            <a:off x="12222000" y="4281480"/>
            <a:ext cx="24624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46" name="Flowchart: Connector 37"/>
          <p:cNvSpPr/>
          <p:nvPr/>
        </p:nvSpPr>
        <p:spPr>
          <a:xfrm>
            <a:off x="12236400" y="4638600"/>
            <a:ext cx="24624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47" name="Flowchart: Connector 38"/>
          <p:cNvSpPr/>
          <p:nvPr/>
        </p:nvSpPr>
        <p:spPr>
          <a:xfrm>
            <a:off x="12236400" y="4997520"/>
            <a:ext cx="24624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48" name="Flowchart: Connector 39"/>
          <p:cNvSpPr/>
          <p:nvPr/>
        </p:nvSpPr>
        <p:spPr>
          <a:xfrm>
            <a:off x="12234960" y="5365800"/>
            <a:ext cx="24588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grpSp>
        <p:nvGrpSpPr>
          <p:cNvPr id="14249" name="Group 40"/>
          <p:cNvGrpSpPr/>
          <p:nvPr/>
        </p:nvGrpSpPr>
        <p:grpSpPr>
          <a:xfrm>
            <a:off x="7415280" y="223920"/>
            <a:ext cx="4782960" cy="338040"/>
            <a:chOff x="7415280" y="223920"/>
            <a:chExt cx="4782960" cy="338040"/>
          </a:xfrm>
        </p:grpSpPr>
        <p:sp>
          <p:nvSpPr>
            <p:cNvPr id="14250" name="Flowchart: Connector 41"/>
            <p:cNvSpPr/>
            <p:nvPr/>
          </p:nvSpPr>
          <p:spPr>
            <a:xfrm>
              <a:off x="7415280" y="223920"/>
              <a:ext cx="332280" cy="315000"/>
            </a:xfrm>
            <a:prstGeom prst="flowChartConnector">
              <a:avLst/>
            </a:prstGeom>
            <a:solidFill>
              <a:srgbClr val="00b05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51" name="TextBox 42"/>
            <p:cNvSpPr/>
            <p:nvPr/>
          </p:nvSpPr>
          <p:spPr>
            <a:xfrm>
              <a:off x="7747560" y="246960"/>
              <a:ext cx="904680" cy="2764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200" spc="-1" strike="noStrike">
                  <a:solidFill>
                    <a:srgbClr val="ffffff"/>
                  </a:solidFill>
                  <a:latin typeface="Arial"/>
                </a:rPr>
                <a:t>On Target</a:t>
              </a:r>
              <a:endParaRPr b="0" lang="en-US" sz="12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52" name="Flowchart: Connector 43"/>
            <p:cNvSpPr/>
            <p:nvPr/>
          </p:nvSpPr>
          <p:spPr>
            <a:xfrm>
              <a:off x="8652600" y="246960"/>
              <a:ext cx="332280" cy="315000"/>
            </a:xfrm>
            <a:prstGeom prst="flowChartConnector">
              <a:avLst/>
            </a:prstGeom>
            <a:solidFill>
              <a:srgbClr val="ffff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53" name="TextBox 44"/>
            <p:cNvSpPr/>
            <p:nvPr/>
          </p:nvSpPr>
          <p:spPr>
            <a:xfrm>
              <a:off x="8994240" y="246960"/>
              <a:ext cx="563040" cy="2764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200" spc="-1" strike="noStrike">
                  <a:solidFill>
                    <a:srgbClr val="ffffff"/>
                  </a:solidFill>
                  <a:latin typeface="Arial"/>
                </a:rPr>
                <a:t>WIP</a:t>
              </a:r>
              <a:endParaRPr b="0" lang="en-US" sz="12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54" name="Flowchart: Connector 45"/>
            <p:cNvSpPr/>
            <p:nvPr/>
          </p:nvSpPr>
          <p:spPr>
            <a:xfrm>
              <a:off x="9514440" y="236880"/>
              <a:ext cx="332280" cy="315000"/>
            </a:xfrm>
            <a:prstGeom prst="flowChartConnector">
              <a:avLst/>
            </a:prstGeom>
            <a:solidFill>
              <a:srgbClr val="ffc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55" name="TextBox 46"/>
            <p:cNvSpPr/>
            <p:nvPr/>
          </p:nvSpPr>
          <p:spPr>
            <a:xfrm>
              <a:off x="9803520" y="241920"/>
              <a:ext cx="1052640" cy="2764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200" spc="-1" strike="noStrike">
                  <a:solidFill>
                    <a:srgbClr val="ffffff"/>
                  </a:solidFill>
                  <a:latin typeface="Arial"/>
                </a:rPr>
                <a:t>Not Started</a:t>
              </a:r>
              <a:endParaRPr b="0" lang="en-US" sz="12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56" name="Flowchart: Connector 47"/>
            <p:cNvSpPr/>
            <p:nvPr/>
          </p:nvSpPr>
          <p:spPr>
            <a:xfrm>
              <a:off x="10782360" y="246960"/>
              <a:ext cx="332280" cy="315000"/>
            </a:xfrm>
            <a:prstGeom prst="flowChartConnector">
              <a:avLst/>
            </a:prstGeom>
            <a:solidFill>
              <a:srgbClr val="ff0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57" name="TextBox 48"/>
            <p:cNvSpPr/>
            <p:nvPr/>
          </p:nvSpPr>
          <p:spPr>
            <a:xfrm>
              <a:off x="11115000" y="264600"/>
              <a:ext cx="1083240" cy="2764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200" spc="-1" strike="noStrike">
                  <a:solidFill>
                    <a:srgbClr val="ffffff"/>
                  </a:solidFill>
                  <a:latin typeface="Arial"/>
                </a:rPr>
                <a:t>Not Meeting</a:t>
              </a:r>
              <a:endParaRPr b="0" lang="en-US" sz="12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4258" name="Flowchart: Connector 27"/>
          <p:cNvSpPr/>
          <p:nvPr/>
        </p:nvSpPr>
        <p:spPr>
          <a:xfrm>
            <a:off x="12222000" y="1592280"/>
            <a:ext cx="24624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59" name="Flowchart: Connector 4"/>
          <p:cNvSpPr/>
          <p:nvPr/>
        </p:nvSpPr>
        <p:spPr>
          <a:xfrm>
            <a:off x="12223800" y="1252440"/>
            <a:ext cx="245880" cy="236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60" name="Flowchart: Connector 26"/>
          <p:cNvSpPr/>
          <p:nvPr/>
        </p:nvSpPr>
        <p:spPr>
          <a:xfrm>
            <a:off x="12222000" y="2225520"/>
            <a:ext cx="258840" cy="24300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pic>
        <p:nvPicPr>
          <p:cNvPr id="14261" name="Picture 2" descr=""/>
          <p:cNvPicPr/>
          <p:nvPr/>
        </p:nvPicPr>
        <p:blipFill>
          <a:blip r:embed="rId3"/>
          <a:stretch/>
        </p:blipFill>
        <p:spPr>
          <a:xfrm>
            <a:off x="1108080" y="0"/>
            <a:ext cx="12184200" cy="6858000"/>
          </a:xfrm>
          <a:prstGeom prst="rect">
            <a:avLst/>
          </a:prstGeom>
          <a:ln w="0">
            <a:noFill/>
          </a:ln>
        </p:spPr>
      </p:pic>
      <p:pic>
        <p:nvPicPr>
          <p:cNvPr id="14262" name="Picture 3" descr=""/>
          <p:cNvPicPr/>
          <p:nvPr/>
        </p:nvPicPr>
        <p:blipFill>
          <a:blip r:embed="rId4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</p:spTree>
  </p:cSld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63" name="Slide Number Placeholder 1"/>
          <p:cNvSpPr/>
          <p:nvPr/>
        </p:nvSpPr>
        <p:spPr>
          <a:xfrm>
            <a:off x="11160000" y="6500880"/>
            <a:ext cx="324036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9168EC36-04BD-4DBD-B647-6F64B86818DD}" type="slidenum">
              <a:rPr b="0" lang="en-IN" sz="1200" spc="-1" strike="noStrike">
                <a:solidFill>
                  <a:srgbClr val="898989"/>
                </a:solidFill>
                <a:latin typeface="Calibri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4264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2222000" y="0"/>
            <a:ext cx="1073160" cy="795240"/>
          </a:xfrm>
          <a:prstGeom prst="rect">
            <a:avLst/>
          </a:prstGeom>
          <a:ln w="0">
            <a:noFill/>
          </a:ln>
        </p:spPr>
      </p:pic>
      <p:grpSp>
        <p:nvGrpSpPr>
          <p:cNvPr id="14265" name="Rectangle 8"/>
          <p:cNvGrpSpPr/>
          <p:nvPr/>
        </p:nvGrpSpPr>
        <p:grpSpPr>
          <a:xfrm>
            <a:off x="950760" y="-19080"/>
            <a:ext cx="11307960" cy="946080"/>
            <a:chOff x="950760" y="-19080"/>
            <a:chExt cx="11307960" cy="946080"/>
          </a:xfrm>
        </p:grpSpPr>
        <p:pic>
          <p:nvPicPr>
            <p:cNvPr id="14266" name="Rectangle 8" descr=""/>
            <p:cNvPicPr/>
            <p:nvPr/>
          </p:nvPicPr>
          <p:blipFill>
            <a:blip r:embed="rId2"/>
            <a:stretch/>
          </p:blipFill>
          <p:spPr>
            <a:xfrm>
              <a:off x="950760" y="-19080"/>
              <a:ext cx="11307960" cy="94608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267" name=""/>
            <p:cNvSpPr/>
            <p:nvPr/>
          </p:nvSpPr>
          <p:spPr>
            <a:xfrm>
              <a:off x="1104840" y="14400"/>
              <a:ext cx="11093400" cy="7966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Arial"/>
                </a:rPr>
                <a:t>AOP - Indirect Accountability    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4268" name="Content Placeholder 2"/>
          <p:cNvSpPr/>
          <p:nvPr/>
        </p:nvSpPr>
        <p:spPr>
          <a:xfrm>
            <a:off x="1103400" y="6095880"/>
            <a:ext cx="12191760" cy="8208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90000" tIns="46800" bIns="46800" anchor="ctr">
            <a:noAutofit/>
          </a:bodyPr>
          <a:p>
            <a:pPr algn="ctr">
              <a:lnSpc>
                <a:spcPct val="100000"/>
              </a:lnSpc>
              <a:spcAft>
                <a:spcPts val="1199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US" sz="2400" spc="-1" strike="noStrike">
                <a:solidFill>
                  <a:srgbClr val="ffff00"/>
                </a:solidFill>
                <a:latin typeface="Helvetica Neue"/>
                <a:ea typeface="Helvetica Neue"/>
              </a:rPr>
              <a:t>Locations in Scope : JNPT, Kakinada, Vizag and 20 DU’s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4269" name="Group 40"/>
          <p:cNvGrpSpPr/>
          <p:nvPr/>
        </p:nvGrpSpPr>
        <p:grpSpPr>
          <a:xfrm>
            <a:off x="7489800" y="195120"/>
            <a:ext cx="4708440" cy="352440"/>
            <a:chOff x="7489800" y="195120"/>
            <a:chExt cx="4708440" cy="352440"/>
          </a:xfrm>
        </p:grpSpPr>
        <p:sp>
          <p:nvSpPr>
            <p:cNvPr id="14270" name="Flowchart: Connector 41"/>
            <p:cNvSpPr/>
            <p:nvPr/>
          </p:nvSpPr>
          <p:spPr>
            <a:xfrm>
              <a:off x="7489800" y="195120"/>
              <a:ext cx="327240" cy="328320"/>
            </a:xfrm>
            <a:prstGeom prst="flowChartConnector">
              <a:avLst/>
            </a:prstGeom>
            <a:solidFill>
              <a:srgbClr val="00b05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71" name="TextBox 42"/>
            <p:cNvSpPr/>
            <p:nvPr/>
          </p:nvSpPr>
          <p:spPr>
            <a:xfrm>
              <a:off x="7817040" y="219240"/>
              <a:ext cx="890640" cy="2764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200" spc="-1" strike="noStrike">
                  <a:solidFill>
                    <a:srgbClr val="ffffff"/>
                  </a:solidFill>
                  <a:latin typeface="Arial"/>
                </a:rPr>
                <a:t>On Target</a:t>
              </a:r>
              <a:endParaRPr b="0" lang="en-US" sz="12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72" name="Flowchart: Connector 43"/>
            <p:cNvSpPr/>
            <p:nvPr/>
          </p:nvSpPr>
          <p:spPr>
            <a:xfrm>
              <a:off x="8707680" y="219240"/>
              <a:ext cx="327240" cy="328320"/>
            </a:xfrm>
            <a:prstGeom prst="flowChartConnector">
              <a:avLst/>
            </a:prstGeom>
            <a:solidFill>
              <a:srgbClr val="ffff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73" name="TextBox 44"/>
            <p:cNvSpPr/>
            <p:nvPr/>
          </p:nvSpPr>
          <p:spPr>
            <a:xfrm>
              <a:off x="9043920" y="219240"/>
              <a:ext cx="554400" cy="2764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200" spc="-1" strike="noStrike">
                  <a:solidFill>
                    <a:srgbClr val="ffffff"/>
                  </a:solidFill>
                  <a:latin typeface="Arial"/>
                </a:rPr>
                <a:t>WIP</a:t>
              </a:r>
              <a:endParaRPr b="0" lang="en-US" sz="12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74" name="Flowchart: Connector 45"/>
            <p:cNvSpPr/>
            <p:nvPr/>
          </p:nvSpPr>
          <p:spPr>
            <a:xfrm>
              <a:off x="9556200" y="208440"/>
              <a:ext cx="327240" cy="328320"/>
            </a:xfrm>
            <a:prstGeom prst="flowChartConnector">
              <a:avLst/>
            </a:prstGeom>
            <a:solidFill>
              <a:srgbClr val="ffc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75" name="TextBox 46"/>
            <p:cNvSpPr/>
            <p:nvPr/>
          </p:nvSpPr>
          <p:spPr>
            <a:xfrm>
              <a:off x="9840960" y="213840"/>
              <a:ext cx="1036080" cy="2764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200" spc="-1" strike="noStrike">
                  <a:solidFill>
                    <a:srgbClr val="ffffff"/>
                  </a:solidFill>
                  <a:latin typeface="Arial"/>
                </a:rPr>
                <a:t>Not Started</a:t>
              </a:r>
              <a:endParaRPr b="0" lang="en-US" sz="1200" spc="-1" strike="noStrike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76" name="Flowchart: Connector 47"/>
            <p:cNvSpPr/>
            <p:nvPr/>
          </p:nvSpPr>
          <p:spPr>
            <a:xfrm>
              <a:off x="10804680" y="218880"/>
              <a:ext cx="327240" cy="328320"/>
            </a:xfrm>
            <a:prstGeom prst="flowChartConnector">
              <a:avLst/>
            </a:prstGeom>
            <a:solidFill>
              <a:srgbClr val="ff0000"/>
            </a:solidFill>
            <a:ln w="9360">
              <a:solidFill>
                <a:srgbClr val="000000"/>
              </a:solidFill>
              <a:miter/>
            </a:ln>
          </p:spPr>
          <p:style>
            <a:lnRef idx="0"/>
            <a:fillRef idx="0"/>
            <a:effectRef idx="0"/>
            <a:fontRef idx="minor"/>
          </p:style>
        </p:sp>
        <p:sp>
          <p:nvSpPr>
            <p:cNvPr id="14277" name="TextBox 48"/>
            <p:cNvSpPr/>
            <p:nvPr/>
          </p:nvSpPr>
          <p:spPr>
            <a:xfrm>
              <a:off x="11131920" y="237600"/>
              <a:ext cx="1066320" cy="27648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90000" rIns="90000" tIns="46800" bIns="46800" anchor="t">
              <a:spAutoFit/>
            </a:bodyPr>
            <a:p>
              <a:pPr>
                <a:spcBef>
                  <a:spcPts val="300"/>
                </a:spcBef>
                <a:spcAft>
                  <a:spcPts val="300"/>
                </a:spcAft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0" lang="en-IN" sz="1200" spc="-1" strike="noStrike">
                  <a:solidFill>
                    <a:srgbClr val="ffffff"/>
                  </a:solidFill>
                  <a:latin typeface="Arial"/>
                </a:rPr>
                <a:t>Not Meeting</a:t>
              </a:r>
              <a:endParaRPr b="0" lang="en-US" sz="12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graphicFrame>
        <p:nvGraphicFramePr>
          <p:cNvPr id="14278" name=""/>
          <p:cNvGraphicFramePr/>
          <p:nvPr/>
        </p:nvGraphicFramePr>
        <p:xfrm>
          <a:off x="1276200" y="868320"/>
          <a:ext cx="11669760" cy="5091120"/>
        </p:xfrm>
        <a:graphic>
          <a:graphicData uri="http://schemas.openxmlformats.org/drawingml/2006/table">
            <a:tbl>
              <a:tblPr/>
              <a:tblGrid>
                <a:gridCol w="741600"/>
                <a:gridCol w="4595760"/>
                <a:gridCol w="884160"/>
                <a:gridCol w="4638600"/>
                <a:gridCol w="809640"/>
              </a:tblGrid>
              <a:tr h="30312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Sr. No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AOP Description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Target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Actual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Status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600120">
                <a:tc>
                  <a:txBody>
                    <a:bodyPr lIns="9360" rIns="9360" tIns="9360" bIns="0" anchor="b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b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540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Compliance of TTs to all Statutory fittings covering new fittings prescribed under T4S.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Q1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5400" algn="ctr">
                        <a:tabLst>
                          <a:tab algn="l" pos="0"/>
                          <a:tab algn="l" pos="773280"/>
                          <a:tab algn="l" pos="1546200"/>
                          <a:tab algn="l" pos="2319480"/>
                          <a:tab algn="l" pos="3092400"/>
                          <a:tab algn="l" pos="3865680"/>
                          <a:tab algn="l" pos="4638600"/>
                          <a:tab algn="l" pos="5411880"/>
                          <a:tab algn="l" pos="6184800"/>
                          <a:tab algn="l" pos="6958080"/>
                          <a:tab algn="l" pos="7731000"/>
                          <a:tab algn="l" pos="8504280"/>
                          <a:tab algn="l" pos="9277200"/>
                          <a:tab algn="l" pos="10050480"/>
                          <a:tab algn="l" pos="10823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All TTs inducted till date are complied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426960">
                <a:tc>
                  <a:txBody>
                    <a:bodyPr lIns="9360" rIns="9360" tIns="9360" bIns="0" anchor="b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2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b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Review all required statutory license (hired terminal)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Q1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  </a:t>
                      </a: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Licenses are valid till date 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5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 </a:t>
                      </a:r>
                      <a:endParaRPr b="0" lang="en-US" sz="15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603360">
                <a:tc>
                  <a:txBody>
                    <a:bodyPr lIns="9360" rIns="9360" tIns="9360" bIns="0" anchor="b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3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b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lvl="1" marL="100080" indent="-14400" algn="ctr">
                        <a:lnSpc>
                          <a:spcPct val="100000"/>
                        </a:lnSpc>
                        <a:tabLst>
                          <a:tab algn="l" pos="0"/>
                          <a:tab algn="l" pos="475776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Operationalizing of IMC Karwar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Q2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Agreement Signed on 7</a:t>
                      </a:r>
                      <a:r>
                        <a:rPr b="0" lang="en-US" sz="1400" spc="-1" strike="noStrike" baseline="30000">
                          <a:solidFill>
                            <a:srgbClr val="000000"/>
                          </a:solidFill>
                          <a:latin typeface="Arial"/>
                        </a:rPr>
                        <a:t>th</a:t>
                      </a: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July 2026 and commissioning expected by Aug month end.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916200">
                <a:tc>
                  <a:txBody>
                    <a:bodyPr lIns="9360" rIns="9360" tIns="9360" bIns="0" anchor="b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4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b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lvl="1" marL="100080" indent="-14400" algn="ctr">
                        <a:lnSpc>
                          <a:spcPct val="100000"/>
                        </a:lnSpc>
                        <a:tabLst>
                          <a:tab algn="l" pos="0"/>
                          <a:tab algn="l" pos="475776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Commissioning of new 16” Dock line at IMC JNPT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Q2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540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Commissioned in the 1st week of July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763560">
                <a:tc>
                  <a:txBody>
                    <a:bodyPr lIns="9360" rIns="9360" tIns="9360" bIns="0" anchor="b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5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b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540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Hiring of Additional New tanks (HSD and MS)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  <a:p>
                      <a:pPr marL="9540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     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Q2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  </a:t>
                      </a: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 Tank Received in the 2</a:t>
                      </a:r>
                      <a:r>
                        <a:rPr b="0" lang="en-IN" sz="1400" spc="-1" strike="noStrike" baseline="30000">
                          <a:solidFill>
                            <a:srgbClr val="000000"/>
                          </a:solidFill>
                          <a:latin typeface="Arial"/>
                        </a:rPr>
                        <a:t>nd</a:t>
                      </a:r>
                      <a:r>
                        <a:rPr b="0" lang="en-IN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week of July and another one expected by Aug 26 at JNPT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504720">
                <a:tc>
                  <a:txBody>
                    <a:bodyPr lIns="9360" rIns="9360" tIns="9360" bIns="0" anchor="b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6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b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036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Internet connectivity improvement- Installation of Jio Fiber   / Broadband from 3rd party) 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Q1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540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Completed at Hired Terminals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438120">
                <a:tc>
                  <a:txBody>
                    <a:bodyPr lIns="9360" rIns="9360" tIns="9360" bIns="0" anchor="b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7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b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036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Digital Invoicing Renewal / Implementation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Q1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540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Implemented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534960">
                <a:tc>
                  <a:txBody>
                    <a:bodyPr lIns="9360" rIns="9360" tIns="9360" bIns="0" anchor="b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8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b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036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Creation &amp; implementation of separate plant code for three locations at JNPT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Q2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540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4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Plant codes Created and UAT Pending as indents not received.</a:t>
                      </a:r>
                      <a:endParaRPr b="0" lang="en-US" sz="14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4279" name="Flowchart: Connector 3"/>
          <p:cNvSpPr/>
          <p:nvPr/>
        </p:nvSpPr>
        <p:spPr>
          <a:xfrm>
            <a:off x="12401640" y="1825560"/>
            <a:ext cx="357120" cy="317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80" name="Flowchart: Connector 10"/>
          <p:cNvSpPr/>
          <p:nvPr/>
        </p:nvSpPr>
        <p:spPr>
          <a:xfrm>
            <a:off x="12364920" y="5038560"/>
            <a:ext cx="357480" cy="317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81" name="Flowchart: Connector 13"/>
          <p:cNvSpPr/>
          <p:nvPr/>
        </p:nvSpPr>
        <p:spPr>
          <a:xfrm>
            <a:off x="12385800" y="1252440"/>
            <a:ext cx="358560" cy="317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82" name="Flowchart: Connector 14"/>
          <p:cNvSpPr/>
          <p:nvPr/>
        </p:nvSpPr>
        <p:spPr>
          <a:xfrm>
            <a:off x="12385800" y="3110040"/>
            <a:ext cx="358560" cy="317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83" name="Flowchart: Connector 23"/>
          <p:cNvSpPr/>
          <p:nvPr/>
        </p:nvSpPr>
        <p:spPr>
          <a:xfrm>
            <a:off x="12396960" y="2343240"/>
            <a:ext cx="358560" cy="3175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84" name="Flowchart: Connector 22"/>
          <p:cNvSpPr/>
          <p:nvPr/>
        </p:nvSpPr>
        <p:spPr>
          <a:xfrm>
            <a:off x="12364920" y="3960720"/>
            <a:ext cx="357480" cy="3193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85" name="Flowchart: Connector 25"/>
          <p:cNvSpPr/>
          <p:nvPr/>
        </p:nvSpPr>
        <p:spPr>
          <a:xfrm>
            <a:off x="12396960" y="4518000"/>
            <a:ext cx="358560" cy="317520"/>
          </a:xfrm>
          <a:prstGeom prst="flowChartConnector">
            <a:avLst/>
          </a:prstGeom>
          <a:solidFill>
            <a:srgbClr val="00b05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86" name="Flowchart: Connector 26"/>
          <p:cNvSpPr/>
          <p:nvPr/>
        </p:nvSpPr>
        <p:spPr>
          <a:xfrm>
            <a:off x="12396960" y="5506920"/>
            <a:ext cx="358560" cy="319320"/>
          </a:xfrm>
          <a:prstGeom prst="flowChartConnector">
            <a:avLst/>
          </a:prstGeom>
          <a:solidFill>
            <a:srgbClr val="ffff00"/>
          </a:solidFill>
          <a:ln w="93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pic>
        <p:nvPicPr>
          <p:cNvPr id="14287" name="Picture 4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916680"/>
          </a:xfrm>
          <a:prstGeom prst="rect">
            <a:avLst/>
          </a:prstGeom>
          <a:ln w="0">
            <a:noFill/>
          </a:ln>
        </p:spPr>
      </p:pic>
    </p:spTree>
  </p:cSld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8" name="Slide Number Placeholder 1"/>
          <p:cNvSpPr/>
          <p:nvPr/>
        </p:nvSpPr>
        <p:spPr>
          <a:xfrm>
            <a:off x="11160000" y="6500880"/>
            <a:ext cx="324036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rIns="90000" tIns="46800" bIns="46800" anchor="t">
            <a:noAutofit/>
          </a:bodyPr>
          <a:p>
            <a:pPr algn="r">
              <a:lnSpc>
                <a:spcPct val="10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fld id="{DA756589-F5DC-4148-B396-9AE3B9AC3892}" type="slidenum">
              <a:rPr b="0" lang="en-IN" sz="1200" spc="-1" strike="noStrike">
                <a:solidFill>
                  <a:srgbClr val="898989"/>
                </a:solidFill>
                <a:latin typeface="Calibri"/>
                <a:ea typeface="Arial"/>
              </a:rPr>
              <a:t>&lt;number&gt;</a:t>
            </a:fld>
            <a:endParaRPr b="0" lang="en-US" sz="12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4289" name="Picture 4" descr="logo"/>
          <p:cNvPicPr/>
          <p:nvPr/>
        </p:nvPicPr>
        <p:blipFill>
          <a:blip r:embed="rId1"/>
          <a:srcRect l="-3352" t="-2152" r="-3352" b="15262"/>
          <a:stretch/>
        </p:blipFill>
        <p:spPr>
          <a:xfrm>
            <a:off x="12222000" y="0"/>
            <a:ext cx="1073160" cy="795240"/>
          </a:xfrm>
          <a:prstGeom prst="rect">
            <a:avLst/>
          </a:prstGeom>
          <a:ln w="0">
            <a:noFill/>
          </a:ln>
        </p:spPr>
      </p:pic>
      <p:grpSp>
        <p:nvGrpSpPr>
          <p:cNvPr id="14290" name="Rectangle 8"/>
          <p:cNvGrpSpPr/>
          <p:nvPr/>
        </p:nvGrpSpPr>
        <p:grpSpPr>
          <a:xfrm>
            <a:off x="950760" y="-30240"/>
            <a:ext cx="11307960" cy="938160"/>
            <a:chOff x="950760" y="-30240"/>
            <a:chExt cx="11307960" cy="938160"/>
          </a:xfrm>
        </p:grpSpPr>
        <p:pic>
          <p:nvPicPr>
            <p:cNvPr id="14291" name="Rectangle 8" descr=""/>
            <p:cNvPicPr/>
            <p:nvPr/>
          </p:nvPicPr>
          <p:blipFill>
            <a:blip r:embed="rId2"/>
            <a:stretch/>
          </p:blipFill>
          <p:spPr>
            <a:xfrm>
              <a:off x="950760" y="-30240"/>
              <a:ext cx="11307960" cy="93816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292" name=""/>
            <p:cNvSpPr/>
            <p:nvPr/>
          </p:nvSpPr>
          <p:spPr>
            <a:xfrm>
              <a:off x="1104840" y="0"/>
              <a:ext cx="11093400" cy="7952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tabLst>
                  <a:tab algn="l" pos="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ffffff"/>
                  </a:solidFill>
                  <a:latin typeface="Arial"/>
                </a:rPr>
                <a:t>Inter-Function Coordination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4293" name="Content Placeholder 2"/>
          <p:cNvSpPr/>
          <p:nvPr/>
        </p:nvSpPr>
        <p:spPr>
          <a:xfrm>
            <a:off x="1103400" y="6095880"/>
            <a:ext cx="12191760" cy="8208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90000" tIns="46800" bIns="46800" anchor="ctr">
            <a:noAutofit/>
          </a:bodyPr>
          <a:p>
            <a:pPr algn="ctr">
              <a:lnSpc>
                <a:spcPct val="100000"/>
              </a:lnSpc>
              <a:spcAft>
                <a:spcPts val="1199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US" sz="2400" spc="-1" strike="noStrike">
                <a:solidFill>
                  <a:srgbClr val="ffff00"/>
                </a:solidFill>
                <a:latin typeface="Helvetica Neue"/>
                <a:ea typeface="Helvetica Neue"/>
              </a:rPr>
              <a:t>Locations in Scope : JNPT, Kakinada, Vizag and 20 DU’s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14294" name=""/>
          <p:cNvGraphicFramePr/>
          <p:nvPr/>
        </p:nvGraphicFramePr>
        <p:xfrm>
          <a:off x="1306440" y="936720"/>
          <a:ext cx="11787120" cy="4867200"/>
        </p:xfrm>
        <a:graphic>
          <a:graphicData uri="http://schemas.openxmlformats.org/drawingml/2006/table">
            <a:tbl>
              <a:tblPr/>
              <a:tblGrid>
                <a:gridCol w="595440"/>
                <a:gridCol w="6500880"/>
                <a:gridCol w="4690800"/>
              </a:tblGrid>
              <a:tr h="66672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Sr No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Inter-Function Coordination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1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Status 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106524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Hiring of Additional HSD Tank at EIPL Vizag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5400"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Expected by Dec 26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  <a:tr h="121104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2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marL="95400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Hiring of New Additional Tanks at JNPT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1 Tank received in the 2</a:t>
                      </a:r>
                      <a:r>
                        <a:rPr b="0" lang="en-US" sz="1600" spc="-1" strike="noStrike" baseline="30000">
                          <a:solidFill>
                            <a:srgbClr val="000000"/>
                          </a:solidFill>
                          <a:latin typeface="Arial"/>
                        </a:rPr>
                        <a:t>nd</a:t>
                      </a: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week of July and another one expected by Aug month.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noFill/>
                  </a:tcPr>
                </a:tc>
              </a:tr>
              <a:tr h="1924200"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3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  </a:t>
                      </a: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Ethanol Quota enhancement at KKD from existing 13TKL to  25TKL in   view of E25 – E30 increase.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  <a:tc>
                  <a:txBody>
                    <a:bodyPr lIns="9360" rIns="9360" tIns="9360" bIns="0" anchor="ctr">
                      <a:noAutofit/>
                    </a:bodyPr>
                    <a:p>
                      <a:pPr algn="ctr">
                        <a:tabLst>
                          <a:tab algn="l" pos="0"/>
                          <a:tab algn="l" pos="914400"/>
                          <a:tab algn="l" pos="1828800"/>
                          <a:tab algn="l" pos="2743200"/>
                          <a:tab algn="l" pos="3657600"/>
                          <a:tab algn="l" pos="4572000"/>
                          <a:tab algn="l" pos="5486400"/>
                          <a:tab algn="l" pos="6400800"/>
                          <a:tab algn="l" pos="7315200"/>
                          <a:tab algn="l" pos="8229600"/>
                          <a:tab algn="l" pos="9144000"/>
                          <a:tab algn="l" pos="10058400"/>
                        </a:tabLst>
                      </a:pPr>
                      <a:r>
                        <a:rPr b="0" lang="en-US" sz="1600" spc="-1" strike="noStrike">
                          <a:solidFill>
                            <a:srgbClr val="000000"/>
                          </a:solidFill>
                          <a:latin typeface="Arial"/>
                        </a:rPr>
                        <a:t>Enhancement expected by Oct 26</a:t>
                      </a:r>
                      <a:endParaRPr b="0" lang="en-US" sz="1600" spc="-1" strike="noStrike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anchor="ctr" marL="9360" marR="9360">
                    <a:lnL w="5760">
                      <a:solidFill>
                        <a:srgbClr val="000000"/>
                      </a:solidFill>
                    </a:lnL>
                    <a:lnR w="5760">
                      <a:solidFill>
                        <a:srgbClr val="000000"/>
                      </a:solidFill>
                    </a:lnR>
                    <a:lnT w="5760">
                      <a:solidFill>
                        <a:srgbClr val="000000"/>
                      </a:solidFill>
                    </a:lnT>
                    <a:lnB w="5760">
                      <a:solidFill>
                        <a:srgbClr val="000000"/>
                      </a:solidFill>
                    </a:lnB>
                    <a:solidFill>
                      <a:srgbClr val="5b9bd5">
                        <a:alpha val="2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14295" name="Picture 4" descr=""/>
          <p:cNvPicPr/>
          <p:nvPr/>
        </p:nvPicPr>
        <p:blipFill>
          <a:blip r:embed="rId3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</p:spTree>
  </p:cSld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96" name="PlaceHolder 1"/>
          <p:cNvSpPr>
            <a:spLocks noGrp="1"/>
          </p:cNvSpPr>
          <p:nvPr>
            <p:ph type="title"/>
          </p:nvPr>
        </p:nvSpPr>
        <p:spPr>
          <a:xfrm>
            <a:off x="309600" y="0"/>
            <a:ext cx="12795120" cy="782640"/>
          </a:xfrm>
          <a:prstGeom prst="rect">
            <a:avLst/>
          </a:prstGeom>
          <a:noFill/>
          <a:ln w="0">
            <a:noFill/>
          </a:ln>
        </p:spPr>
        <p:txBody>
          <a:bodyPr lIns="0" anchor="ctr">
            <a:noAutofit/>
          </a:bodyPr>
          <a:p>
            <a:pPr>
              <a:lnSpc>
                <a:spcPct val="90000"/>
              </a:lnSpc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2800" spc="-1" strike="noStrike">
                <a:solidFill>
                  <a:srgbClr val="ffffff"/>
                </a:solidFill>
                <a:latin typeface="Arial"/>
              </a:rPr>
              <a:t>Key Points</a:t>
            </a:r>
            <a:endParaRPr b="1" lang="en-US" sz="2800" spc="-1" strike="noStrike">
              <a:solidFill>
                <a:srgbClr val="ffffff"/>
              </a:solidFill>
              <a:latin typeface="Arial"/>
            </a:endParaRPr>
          </a:p>
        </p:txBody>
      </p:sp>
      <p:sp>
        <p:nvSpPr>
          <p:cNvPr id="14297" name="PlaceHolder 2"/>
          <p:cNvSpPr>
            <a:spLocks noGrp="1"/>
          </p:cNvSpPr>
          <p:nvPr>
            <p:ph/>
          </p:nvPr>
        </p:nvSpPr>
        <p:spPr>
          <a:xfrm>
            <a:off x="1364760" y="885600"/>
            <a:ext cx="11447640" cy="38016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128160" anchor="t">
            <a:normAutofit/>
          </a:bodyPr>
          <a:p>
            <a:pPr marL="536400" indent="-536400" algn="just">
              <a:lnSpc>
                <a:spcPct val="150000"/>
              </a:lnSpc>
              <a:spcBef>
                <a:spcPts val="1001"/>
              </a:spcBef>
              <a:buClr>
                <a:srgbClr val="000000"/>
              </a:buClr>
              <a:buFont typeface="Wingdings" charset="2"/>
              <a:buChar char="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2400" spc="-1" strike="noStrike">
                <a:solidFill>
                  <a:srgbClr val="000000"/>
                </a:solidFill>
                <a:latin typeface="Arial"/>
                <a:ea typeface="Arial"/>
              </a:rPr>
              <a:t>2 malpractice cases caught at JNPT in the month of June and July 26 and ensured action as per TDG.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 marL="536400" indent="-536400" algn="just">
              <a:lnSpc>
                <a:spcPct val="150000"/>
              </a:lnSpc>
              <a:spcBef>
                <a:spcPts val="1001"/>
              </a:spcBef>
              <a:buClr>
                <a:srgbClr val="000000"/>
              </a:buClr>
              <a:buFont typeface="Wingdings" charset="2"/>
              <a:buChar char="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0" lang="en-IN" sz="2400" spc="-1" strike="noStrike">
                <a:solidFill>
                  <a:srgbClr val="000000"/>
                </a:solidFill>
                <a:latin typeface="Arial"/>
                <a:ea typeface="Arial"/>
              </a:rPr>
              <a:t>New Dispatch Unit BPCL Kanpur have been commissioned in the month of July 26.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 marL="536400" indent="-536400" algn="just">
              <a:lnSpc>
                <a:spcPct val="150000"/>
              </a:lnSpc>
              <a:spcBef>
                <a:spcPts val="1001"/>
              </a:spcBef>
              <a:buClr>
                <a:srgbClr val="000000"/>
              </a:buClr>
              <a:buFont typeface="Wingdings" charset="2"/>
              <a:buChar char=""/>
              <a:tabLst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 marL="536400" indent="-536400" algn="just">
              <a:lnSpc>
                <a:spcPct val="150000"/>
              </a:lnSpc>
              <a:spcBef>
                <a:spcPts val="1001"/>
              </a:spcBef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298" name="Slide Number Placeholder 3"/>
          <p:cNvSpPr/>
          <p:nvPr/>
        </p:nvSpPr>
        <p:spPr>
          <a:xfrm>
            <a:off x="10551960" y="6500880"/>
            <a:ext cx="2743200" cy="3650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sp>
        <p:nvSpPr>
          <p:cNvPr id="14299" name="Content Placeholder 2"/>
          <p:cNvSpPr/>
          <p:nvPr/>
        </p:nvSpPr>
        <p:spPr>
          <a:xfrm>
            <a:off x="1103400" y="6095880"/>
            <a:ext cx="12191760" cy="82080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093fff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rIns="90000" tIns="46800" bIns="46800" anchor="ctr">
            <a:noAutofit/>
          </a:bodyPr>
          <a:p>
            <a:pPr algn="ctr">
              <a:lnSpc>
                <a:spcPct val="100000"/>
              </a:lnSpc>
              <a:spcAft>
                <a:spcPts val="1199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i="1" lang="en-US" sz="2400" spc="-1" strike="noStrike">
                <a:solidFill>
                  <a:srgbClr val="ffff00"/>
                </a:solidFill>
                <a:latin typeface="Helvetica Neue"/>
                <a:ea typeface="Helvetica Neue"/>
              </a:rPr>
              <a:t>Locations in Scope : JNPT, Kakinada, Vizag and 20 DU’s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4300" name="Picture 6" descr=""/>
          <p:cNvPicPr/>
          <p:nvPr/>
        </p:nvPicPr>
        <p:blipFill>
          <a:blip r:embed="rId1"/>
          <a:stretch/>
        </p:blipFill>
        <p:spPr>
          <a:xfrm>
            <a:off x="0" y="0"/>
            <a:ext cx="14400360" cy="6858000"/>
          </a:xfrm>
          <a:prstGeom prst="rect">
            <a:avLst/>
          </a:prstGeom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1" name="Rectangle 2"/>
          <p:cNvSpPr/>
          <p:nvPr/>
        </p:nvSpPr>
        <p:spPr>
          <a:xfrm>
            <a:off x="2317680" y="-128520"/>
            <a:ext cx="10020240" cy="6015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4302" name="Table 4" descr=""/>
          <p:cNvPicPr/>
          <p:nvPr/>
        </p:nvPicPr>
        <p:blipFill>
          <a:blip r:embed="rId1"/>
          <a:stretch/>
        </p:blipFill>
        <p:spPr>
          <a:xfrm>
            <a:off x="128520" y="878040"/>
            <a:ext cx="13892400" cy="5851440"/>
          </a:xfrm>
          <a:prstGeom prst="rect">
            <a:avLst/>
          </a:prstGeom>
          <a:ln w="0">
            <a:noFill/>
          </a:ln>
        </p:spPr>
      </p:pic>
      <p:grpSp>
        <p:nvGrpSpPr>
          <p:cNvPr id="14303" name="Rectangle 3"/>
          <p:cNvGrpSpPr/>
          <p:nvPr/>
        </p:nvGrpSpPr>
        <p:grpSpPr>
          <a:xfrm>
            <a:off x="-146160" y="-36360"/>
            <a:ext cx="12917520" cy="927000"/>
            <a:chOff x="-146160" y="-36360"/>
            <a:chExt cx="12917520" cy="927000"/>
          </a:xfrm>
        </p:grpSpPr>
        <p:pic>
          <p:nvPicPr>
            <p:cNvPr id="14304" name="Rectangle 3" descr=""/>
            <p:cNvPicPr/>
            <p:nvPr/>
          </p:nvPicPr>
          <p:blipFill>
            <a:blip r:embed="rId2"/>
            <a:stretch/>
          </p:blipFill>
          <p:spPr>
            <a:xfrm>
              <a:off x="-146160" y="-36360"/>
              <a:ext cx="12917520" cy="92700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305" name=""/>
            <p:cNvSpPr/>
            <p:nvPr/>
          </p:nvSpPr>
          <p:spPr>
            <a:xfrm>
              <a:off x="0" y="-6480"/>
              <a:ext cx="12709440" cy="7970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45720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700" spc="-1" strike="noStrike">
                  <a:solidFill>
                    <a:srgbClr val="000000"/>
                  </a:solidFill>
                  <a:latin typeface="Book Antiqua"/>
                  <a:ea typeface="Times New Roman"/>
                </a:rPr>
                <a:t>Aviation QA QC AOP items with direct accountability(August 26 )</a:t>
              </a:r>
              <a:endParaRPr b="0" lang="en-US" sz="27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6" name="Rectangle 2"/>
          <p:cNvSpPr/>
          <p:nvPr/>
        </p:nvSpPr>
        <p:spPr>
          <a:xfrm>
            <a:off x="2317680" y="-128520"/>
            <a:ext cx="10020240" cy="6015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4307" name="Table 4" descr=""/>
          <p:cNvPicPr/>
          <p:nvPr/>
        </p:nvPicPr>
        <p:blipFill>
          <a:blip r:embed="rId1"/>
          <a:stretch/>
        </p:blipFill>
        <p:spPr>
          <a:xfrm>
            <a:off x="109440" y="774720"/>
            <a:ext cx="13855680" cy="5864040"/>
          </a:xfrm>
          <a:prstGeom prst="rect">
            <a:avLst/>
          </a:prstGeom>
          <a:ln w="0">
            <a:noFill/>
          </a:ln>
        </p:spPr>
      </p:pic>
      <p:grpSp>
        <p:nvGrpSpPr>
          <p:cNvPr id="14308" name="Rectangle 3"/>
          <p:cNvGrpSpPr/>
          <p:nvPr/>
        </p:nvGrpSpPr>
        <p:grpSpPr>
          <a:xfrm>
            <a:off x="-146160" y="-30240"/>
            <a:ext cx="12997080" cy="925560"/>
            <a:chOff x="-146160" y="-30240"/>
            <a:chExt cx="12997080" cy="925560"/>
          </a:xfrm>
        </p:grpSpPr>
        <p:pic>
          <p:nvPicPr>
            <p:cNvPr id="14309" name="Rectangle 3" descr=""/>
            <p:cNvPicPr/>
            <p:nvPr/>
          </p:nvPicPr>
          <p:blipFill>
            <a:blip r:embed="rId2"/>
            <a:stretch/>
          </p:blipFill>
          <p:spPr>
            <a:xfrm>
              <a:off x="-146160" y="-30240"/>
              <a:ext cx="12997080" cy="92556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310" name=""/>
            <p:cNvSpPr/>
            <p:nvPr/>
          </p:nvSpPr>
          <p:spPr>
            <a:xfrm>
              <a:off x="0" y="0"/>
              <a:ext cx="12787200" cy="79524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45720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700" spc="-1" strike="noStrike">
                  <a:solidFill>
                    <a:srgbClr val="000000"/>
                  </a:solidFill>
                  <a:latin typeface="Book Antiqua"/>
                  <a:ea typeface="Times New Roman"/>
                </a:rPr>
                <a:t>Aviation QA QC AOP items with direct accountability (August 26 )</a:t>
              </a:r>
              <a:endParaRPr b="0" lang="en-US" sz="27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1" name="Rectangle 2"/>
          <p:cNvSpPr/>
          <p:nvPr/>
        </p:nvSpPr>
        <p:spPr>
          <a:xfrm>
            <a:off x="2317680" y="-128520"/>
            <a:ext cx="10020240" cy="60156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</p:sp>
      <p:pic>
        <p:nvPicPr>
          <p:cNvPr id="14312" name="Table 4" descr=""/>
          <p:cNvPicPr/>
          <p:nvPr/>
        </p:nvPicPr>
        <p:blipFill>
          <a:blip r:embed="rId1"/>
          <a:stretch/>
        </p:blipFill>
        <p:spPr>
          <a:xfrm>
            <a:off x="122400" y="585720"/>
            <a:ext cx="13801680" cy="5504040"/>
          </a:xfrm>
          <a:prstGeom prst="rect">
            <a:avLst/>
          </a:prstGeom>
          <a:ln w="0">
            <a:noFill/>
          </a:ln>
        </p:spPr>
      </p:pic>
      <p:grpSp>
        <p:nvGrpSpPr>
          <p:cNvPr id="14313" name="Rectangle 3"/>
          <p:cNvGrpSpPr/>
          <p:nvPr/>
        </p:nvGrpSpPr>
        <p:grpSpPr>
          <a:xfrm>
            <a:off x="-152280" y="-55440"/>
            <a:ext cx="13026960" cy="866520"/>
            <a:chOff x="-152280" y="-55440"/>
            <a:chExt cx="13026960" cy="866520"/>
          </a:xfrm>
        </p:grpSpPr>
        <p:pic>
          <p:nvPicPr>
            <p:cNvPr id="14314" name="Rectangle 3" descr=""/>
            <p:cNvPicPr/>
            <p:nvPr/>
          </p:nvPicPr>
          <p:blipFill>
            <a:blip r:embed="rId2"/>
            <a:stretch/>
          </p:blipFill>
          <p:spPr>
            <a:xfrm>
              <a:off x="-152280" y="-55440"/>
              <a:ext cx="13026960" cy="866520"/>
            </a:xfrm>
            <a:prstGeom prst="rect">
              <a:avLst/>
            </a:prstGeom>
            <a:ln w="0">
              <a:noFill/>
            </a:ln>
          </p:spPr>
        </p:pic>
        <p:sp>
          <p:nvSpPr>
            <p:cNvPr id="14315" name=""/>
            <p:cNvSpPr/>
            <p:nvPr/>
          </p:nvSpPr>
          <p:spPr>
            <a:xfrm>
              <a:off x="0" y="0"/>
              <a:ext cx="12816000" cy="601560"/>
            </a:xfrm>
            <a:custGeom>
              <a:avLst/>
              <a:gdLst/>
              <a:ahLst/>
              <a:rect l="l" t="t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122040" rIns="122040" tIns="122040" bIns="122040" anchor="ctr">
              <a:noAutofit/>
            </a:bodyPr>
            <a:p>
              <a:pPr>
                <a:lnSpc>
                  <a:spcPct val="100000"/>
                </a:lnSpc>
                <a:tabLst>
                  <a:tab algn="l" pos="0"/>
                  <a:tab algn="l" pos="457200"/>
                  <a:tab algn="l" pos="914400"/>
                  <a:tab algn="l" pos="1828800"/>
                  <a:tab algn="l" pos="2743200"/>
                  <a:tab algn="l" pos="3657600"/>
                  <a:tab algn="l" pos="4572000"/>
                  <a:tab algn="l" pos="5486400"/>
                  <a:tab algn="l" pos="6400800"/>
                  <a:tab algn="l" pos="7315200"/>
                  <a:tab algn="l" pos="8229600"/>
                  <a:tab algn="l" pos="9144000"/>
                  <a:tab algn="l" pos="10058400"/>
                </a:tabLst>
              </a:pPr>
              <a:r>
                <a:rPr b="1" lang="en-US" sz="2800" spc="-1" strike="noStrike">
                  <a:solidFill>
                    <a:srgbClr val="000000"/>
                  </a:solidFill>
                  <a:latin typeface="Book Antiqua"/>
                  <a:ea typeface="Times New Roman"/>
                </a:rPr>
                <a:t>JNPT Lab NABL Accreditation </a:t>
              </a:r>
              <a:endParaRPr b="0" lang="en-US" sz="2800" spc="-1" strike="noStrike">
                <a:solidFill>
                  <a:srgbClr val="000000"/>
                </a:solidFill>
                <a:latin typeface="Arial"/>
              </a:endParaRPr>
            </a:p>
          </p:txBody>
        </p:sp>
      </p:grp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6" name="TextBox 1"/>
          <p:cNvSpPr/>
          <p:nvPr/>
        </p:nvSpPr>
        <p:spPr>
          <a:xfrm>
            <a:off x="4072320" y="2540160"/>
            <a:ext cx="5589360" cy="1191240"/>
          </a:xfrm>
          <a:custGeom>
            <a:avLst/>
            <a:gdLst/>
            <a:ahLst/>
            <a:rect l="l" t="t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rIns="90000" tIns="46800" bIns="46800" anchor="t">
            <a:spAutoFit/>
          </a:bodyPr>
          <a:p>
            <a:pPr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tabLst>
                <a:tab algn="l" pos="0"/>
                <a:tab algn="l" pos="914400"/>
                <a:tab algn="l" pos="1828800"/>
                <a:tab algn="l" pos="2743200"/>
                <a:tab algn="l" pos="3657600"/>
                <a:tab algn="l" pos="4572000"/>
                <a:tab algn="l" pos="5486400"/>
                <a:tab algn="l" pos="6400800"/>
                <a:tab algn="l" pos="7315200"/>
                <a:tab algn="l" pos="8229600"/>
                <a:tab algn="l" pos="9144000"/>
                <a:tab algn="l" pos="10058400"/>
              </a:tabLst>
            </a:pPr>
            <a:r>
              <a:rPr b="1" lang="en-US" sz="7200" spc="-1" strike="noStrike">
                <a:solidFill>
                  <a:srgbClr val="000000"/>
                </a:solidFill>
                <a:latin typeface="Book Antiqua"/>
              </a:rPr>
              <a:t>Thank You</a:t>
            </a:r>
            <a:endParaRPr b="0" lang="en-US" sz="7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3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4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5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6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7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8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9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0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1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2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3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4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5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6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7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8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9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0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0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0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0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0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25400" cap="flat" cmpd="sng" algn="ctr">
          <a:solidFill>
            <a:schemeClr val="phClr"/>
          </a:solidFill>
          <a:prstDash val="solid"/>
          <a:miter/>
        </a:ln>
        <a:ln w="3810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3658</TotalTime>
  <Application>LibreOffice/7.3.7.2$Linux_X86_64 LibreOffice_project/30$Build-2</Application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2016-09-08T06:54:12Z</dcterms:created>
  <dc:creator>Prashanti Bhupathi</dc:creator>
  <dc:description/>
  <dc:language>en-US</dc:language>
  <cp:lastModifiedBy>Mohammad Asif</cp:lastModifiedBy>
  <cp:lastPrinted>2023-09-27T11:42:08Z</cp:lastPrinted>
  <dcterms:modified xsi:type="dcterms:W3CDTF">2026-09-07T05:42:17Z</dcterms:modified>
  <cp:revision>4026</cp:revision>
  <dc:subject/>
  <dc:title>PowerPoint Presentation</dc:title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0x01010027534240ED9EC64596C66CB4DFA155F3</vt:lpwstr>
  </property>
  <property fmtid="{D5CDD505-2E9C-101B-9397-08002B2CF9AE}" pid="3" name="_activity">
    <vt:lpwstr/>
  </property>
</Properties>
</file>